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media/audio1.bin" ContentType="audio/unknown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  <p:sldMasterId id="2147483655" r:id="rId2"/>
  </p:sldMasterIdLst>
  <p:notesMasterIdLst>
    <p:notesMasterId r:id="rId135"/>
  </p:notesMasterIdLst>
  <p:sldIdLst>
    <p:sldId id="1216" r:id="rId3"/>
    <p:sldId id="643" r:id="rId4"/>
    <p:sldId id="1236" r:id="rId5"/>
    <p:sldId id="1164" r:id="rId6"/>
    <p:sldId id="1165" r:id="rId7"/>
    <p:sldId id="1166" r:id="rId8"/>
    <p:sldId id="1167" r:id="rId9"/>
    <p:sldId id="1168" r:id="rId10"/>
    <p:sldId id="1169" r:id="rId11"/>
    <p:sldId id="1253" r:id="rId12"/>
    <p:sldId id="1252" r:id="rId13"/>
    <p:sldId id="1170" r:id="rId14"/>
    <p:sldId id="1171" r:id="rId15"/>
    <p:sldId id="1172" r:id="rId16"/>
    <p:sldId id="1173" r:id="rId17"/>
    <p:sldId id="1174" r:id="rId18"/>
    <p:sldId id="1042" r:id="rId19"/>
    <p:sldId id="1244" r:id="rId20"/>
    <p:sldId id="687" r:id="rId21"/>
    <p:sldId id="1241" r:id="rId22"/>
    <p:sldId id="1242" r:id="rId23"/>
    <p:sldId id="1245" r:id="rId24"/>
    <p:sldId id="1237" r:id="rId25"/>
    <p:sldId id="1218" r:id="rId26"/>
    <p:sldId id="1219" r:id="rId27"/>
    <p:sldId id="1220" r:id="rId28"/>
    <p:sldId id="1221" r:id="rId29"/>
    <p:sldId id="1222" r:id="rId30"/>
    <p:sldId id="1223" r:id="rId31"/>
    <p:sldId id="1249" r:id="rId32"/>
    <p:sldId id="1250" r:id="rId33"/>
    <p:sldId id="1224" r:id="rId34"/>
    <p:sldId id="699" r:id="rId35"/>
    <p:sldId id="1251" r:id="rId36"/>
    <p:sldId id="1235" r:id="rId37"/>
    <p:sldId id="1246" r:id="rId38"/>
    <p:sldId id="1078" r:id="rId39"/>
    <p:sldId id="1079" r:id="rId40"/>
    <p:sldId id="1082" r:id="rId41"/>
    <p:sldId id="1080" r:id="rId42"/>
    <p:sldId id="1081" r:id="rId43"/>
    <p:sldId id="781" r:id="rId44"/>
    <p:sldId id="1234" r:id="rId45"/>
    <p:sldId id="1083" r:id="rId46"/>
    <p:sldId id="1084" r:id="rId47"/>
    <p:sldId id="1085" r:id="rId48"/>
    <p:sldId id="1086" r:id="rId49"/>
    <p:sldId id="965" r:id="rId50"/>
    <p:sldId id="966" r:id="rId51"/>
    <p:sldId id="967" r:id="rId52"/>
    <p:sldId id="968" r:id="rId53"/>
    <p:sldId id="1008" r:id="rId54"/>
    <p:sldId id="1087" r:id="rId55"/>
    <p:sldId id="1088" r:id="rId56"/>
    <p:sldId id="1089" r:id="rId57"/>
    <p:sldId id="1095" r:id="rId58"/>
    <p:sldId id="1093" r:id="rId59"/>
    <p:sldId id="1208" r:id="rId60"/>
    <p:sldId id="1214" r:id="rId61"/>
    <p:sldId id="1097" r:id="rId62"/>
    <p:sldId id="1100" r:id="rId63"/>
    <p:sldId id="1098" r:id="rId64"/>
    <p:sldId id="1099" r:id="rId65"/>
    <p:sldId id="1160" r:id="rId66"/>
    <p:sldId id="1049" r:id="rId67"/>
    <p:sldId id="1226" r:id="rId68"/>
    <p:sldId id="1227" r:id="rId69"/>
    <p:sldId id="1228" r:id="rId70"/>
    <p:sldId id="1229" r:id="rId71"/>
    <p:sldId id="1230" r:id="rId72"/>
    <p:sldId id="1231" r:id="rId73"/>
    <p:sldId id="1232" r:id="rId74"/>
    <p:sldId id="1233" r:id="rId75"/>
    <p:sldId id="1050" r:id="rId76"/>
    <p:sldId id="1112" r:id="rId77"/>
    <p:sldId id="1113" r:id="rId78"/>
    <p:sldId id="1212" r:id="rId79"/>
    <p:sldId id="1114" r:id="rId80"/>
    <p:sldId id="1115" r:id="rId81"/>
    <p:sldId id="1213" r:id="rId82"/>
    <p:sldId id="1116" r:id="rId83"/>
    <p:sldId id="1125" r:id="rId84"/>
    <p:sldId id="1117" r:id="rId85"/>
    <p:sldId id="1118" r:id="rId86"/>
    <p:sldId id="1248" r:id="rId87"/>
    <p:sldId id="1119" r:id="rId88"/>
    <p:sldId id="1120" r:id="rId89"/>
    <p:sldId id="641" r:id="rId90"/>
    <p:sldId id="784" r:id="rId91"/>
    <p:sldId id="1121" r:id="rId92"/>
    <p:sldId id="1122" r:id="rId93"/>
    <p:sldId id="1123" r:id="rId94"/>
    <p:sldId id="1124" r:id="rId95"/>
    <p:sldId id="595" r:id="rId96"/>
    <p:sldId id="596" r:id="rId97"/>
    <p:sldId id="597" r:id="rId98"/>
    <p:sldId id="598" r:id="rId99"/>
    <p:sldId id="599" r:id="rId100"/>
    <p:sldId id="600" r:id="rId101"/>
    <p:sldId id="601" r:id="rId102"/>
    <p:sldId id="602" r:id="rId103"/>
    <p:sldId id="603" r:id="rId104"/>
    <p:sldId id="1052" r:id="rId105"/>
    <p:sldId id="1135" r:id="rId106"/>
    <p:sldId id="1136" r:id="rId107"/>
    <p:sldId id="1137" r:id="rId108"/>
    <p:sldId id="1138" r:id="rId109"/>
    <p:sldId id="1161" r:id="rId110"/>
    <p:sldId id="1142" r:id="rId111"/>
    <p:sldId id="1143" r:id="rId112"/>
    <p:sldId id="1139" r:id="rId113"/>
    <p:sldId id="1140" r:id="rId114"/>
    <p:sldId id="783" r:id="rId115"/>
    <p:sldId id="1144" r:id="rId116"/>
    <p:sldId id="1146" r:id="rId117"/>
    <p:sldId id="533" r:id="rId118"/>
    <p:sldId id="534" r:id="rId119"/>
    <p:sldId id="541" r:id="rId120"/>
    <p:sldId id="542" r:id="rId121"/>
    <p:sldId id="1240" r:id="rId122"/>
    <p:sldId id="498" r:id="rId123"/>
    <p:sldId id="508" r:id="rId124"/>
    <p:sldId id="496" r:id="rId125"/>
    <p:sldId id="497" r:id="rId126"/>
    <p:sldId id="499" r:id="rId127"/>
    <p:sldId id="502" r:id="rId128"/>
    <p:sldId id="478" r:id="rId129"/>
    <p:sldId id="479" r:id="rId130"/>
    <p:sldId id="503" r:id="rId131"/>
    <p:sldId id="504" r:id="rId132"/>
    <p:sldId id="1158" r:id="rId133"/>
    <p:sldId id="1159" r:id="rId13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104" userDrawn="1">
          <p15:clr>
            <a:srgbClr val="A4A3A4"/>
          </p15:clr>
        </p15:guide>
        <p15:guide id="2" pos="576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A3"/>
    <a:srgbClr val="9CDFF9"/>
    <a:srgbClr val="010086"/>
    <a:srgbClr val="CCCCFF"/>
    <a:srgbClr val="3C6CDF"/>
    <a:srgbClr val="0000A8"/>
    <a:srgbClr val="C96B72"/>
    <a:srgbClr val="B8C2C9"/>
    <a:srgbClr val="D6DCE0"/>
    <a:srgbClr val="01008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31348"/>
    <p:restoredTop sz="61769"/>
  </p:normalViewPr>
  <p:slideViewPr>
    <p:cSldViewPr snapToGrid="0" snapToObjects="1">
      <p:cViewPr varScale="1">
        <p:scale>
          <a:sx n="76" d="100"/>
          <a:sy n="76" d="100"/>
        </p:scale>
        <p:origin x="1496" y="200"/>
      </p:cViewPr>
      <p:guideLst>
        <p:guide orient="horz" pos="1104"/>
        <p:guide pos="576"/>
      </p:guideLst>
    </p:cSldViewPr>
  </p:slideViewPr>
  <p:outlineViewPr>
    <p:cViewPr>
      <p:scale>
        <a:sx n="33" d="100"/>
        <a:sy n="33" d="100"/>
      </p:scale>
      <p:origin x="0" y="-4152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5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63" Type="http://schemas.openxmlformats.org/officeDocument/2006/relationships/slide" Target="slides/slide61.xml"/><Relationship Id="rId84" Type="http://schemas.openxmlformats.org/officeDocument/2006/relationships/slide" Target="slides/slide82.xml"/><Relationship Id="rId138" Type="http://schemas.openxmlformats.org/officeDocument/2006/relationships/theme" Target="theme/theme1.xml"/><Relationship Id="rId16" Type="http://schemas.openxmlformats.org/officeDocument/2006/relationships/slide" Target="slides/slide14.xml"/><Relationship Id="rId107" Type="http://schemas.openxmlformats.org/officeDocument/2006/relationships/slide" Target="slides/slide105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102" Type="http://schemas.openxmlformats.org/officeDocument/2006/relationships/slide" Target="slides/slide100.xml"/><Relationship Id="rId123" Type="http://schemas.openxmlformats.org/officeDocument/2006/relationships/slide" Target="slides/slide121.xml"/><Relationship Id="rId128" Type="http://schemas.openxmlformats.org/officeDocument/2006/relationships/slide" Target="slides/slide126.xml"/><Relationship Id="rId5" Type="http://schemas.openxmlformats.org/officeDocument/2006/relationships/slide" Target="slides/slide3.xml"/><Relationship Id="rId90" Type="http://schemas.openxmlformats.org/officeDocument/2006/relationships/slide" Target="slides/slide88.xml"/><Relationship Id="rId95" Type="http://schemas.openxmlformats.org/officeDocument/2006/relationships/slide" Target="slides/slide93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113" Type="http://schemas.openxmlformats.org/officeDocument/2006/relationships/slide" Target="slides/slide111.xml"/><Relationship Id="rId118" Type="http://schemas.openxmlformats.org/officeDocument/2006/relationships/slide" Target="slides/slide116.xml"/><Relationship Id="rId134" Type="http://schemas.openxmlformats.org/officeDocument/2006/relationships/slide" Target="slides/slide132.xml"/><Relationship Id="rId139" Type="http://schemas.openxmlformats.org/officeDocument/2006/relationships/tableStyles" Target="tableStyles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59" Type="http://schemas.openxmlformats.org/officeDocument/2006/relationships/slide" Target="slides/slide57.xml"/><Relationship Id="rId103" Type="http://schemas.openxmlformats.org/officeDocument/2006/relationships/slide" Target="slides/slide101.xml"/><Relationship Id="rId108" Type="http://schemas.openxmlformats.org/officeDocument/2006/relationships/slide" Target="slides/slide106.xml"/><Relationship Id="rId124" Type="http://schemas.openxmlformats.org/officeDocument/2006/relationships/slide" Target="slides/slide122.xml"/><Relationship Id="rId129" Type="http://schemas.openxmlformats.org/officeDocument/2006/relationships/slide" Target="slides/slide127.xml"/><Relationship Id="rId54" Type="http://schemas.openxmlformats.org/officeDocument/2006/relationships/slide" Target="slides/slide52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91" Type="http://schemas.openxmlformats.org/officeDocument/2006/relationships/slide" Target="slides/slide89.xml"/><Relationship Id="rId96" Type="http://schemas.openxmlformats.org/officeDocument/2006/relationships/slide" Target="slides/slide9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49" Type="http://schemas.openxmlformats.org/officeDocument/2006/relationships/slide" Target="slides/slide47.xml"/><Relationship Id="rId114" Type="http://schemas.openxmlformats.org/officeDocument/2006/relationships/slide" Target="slides/slide112.xml"/><Relationship Id="rId119" Type="http://schemas.openxmlformats.org/officeDocument/2006/relationships/slide" Target="slides/slide117.xml"/><Relationship Id="rId44" Type="http://schemas.openxmlformats.org/officeDocument/2006/relationships/slide" Target="slides/slide42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130" Type="http://schemas.openxmlformats.org/officeDocument/2006/relationships/slide" Target="slides/slide128.xml"/><Relationship Id="rId135" Type="http://schemas.openxmlformats.org/officeDocument/2006/relationships/notesMaster" Target="notesMasters/notesMaster1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109" Type="http://schemas.openxmlformats.org/officeDocument/2006/relationships/slide" Target="slides/slide10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04" Type="http://schemas.openxmlformats.org/officeDocument/2006/relationships/slide" Target="slides/slide102.xml"/><Relationship Id="rId120" Type="http://schemas.openxmlformats.org/officeDocument/2006/relationships/slide" Target="slides/slide118.xml"/><Relationship Id="rId125" Type="http://schemas.openxmlformats.org/officeDocument/2006/relationships/slide" Target="slides/slide123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110" Type="http://schemas.openxmlformats.org/officeDocument/2006/relationships/slide" Target="slides/slide108.xml"/><Relationship Id="rId115" Type="http://schemas.openxmlformats.org/officeDocument/2006/relationships/slide" Target="slides/slide113.xml"/><Relationship Id="rId131" Type="http://schemas.openxmlformats.org/officeDocument/2006/relationships/slide" Target="slides/slide129.xml"/><Relationship Id="rId136" Type="http://schemas.openxmlformats.org/officeDocument/2006/relationships/presProps" Target="presProps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105" Type="http://schemas.openxmlformats.org/officeDocument/2006/relationships/slide" Target="slides/slide103.xml"/><Relationship Id="rId126" Type="http://schemas.openxmlformats.org/officeDocument/2006/relationships/slide" Target="slides/slide124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98" Type="http://schemas.openxmlformats.org/officeDocument/2006/relationships/slide" Target="slides/slide96.xml"/><Relationship Id="rId121" Type="http://schemas.openxmlformats.org/officeDocument/2006/relationships/slide" Target="slides/slide119.xml"/><Relationship Id="rId3" Type="http://schemas.openxmlformats.org/officeDocument/2006/relationships/slide" Target="slides/slide1.xml"/><Relationship Id="rId25" Type="http://schemas.openxmlformats.org/officeDocument/2006/relationships/slide" Target="slides/slide23.xml"/><Relationship Id="rId46" Type="http://schemas.openxmlformats.org/officeDocument/2006/relationships/slide" Target="slides/slide44.xml"/><Relationship Id="rId67" Type="http://schemas.openxmlformats.org/officeDocument/2006/relationships/slide" Target="slides/slide65.xml"/><Relationship Id="rId116" Type="http://schemas.openxmlformats.org/officeDocument/2006/relationships/slide" Target="slides/slide114.xml"/><Relationship Id="rId137" Type="http://schemas.openxmlformats.org/officeDocument/2006/relationships/viewProps" Target="viewProps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62" Type="http://schemas.openxmlformats.org/officeDocument/2006/relationships/slide" Target="slides/slide60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111" Type="http://schemas.openxmlformats.org/officeDocument/2006/relationships/slide" Target="slides/slide109.xml"/><Relationship Id="rId132" Type="http://schemas.openxmlformats.org/officeDocument/2006/relationships/slide" Target="slides/slide130.xml"/><Relationship Id="rId15" Type="http://schemas.openxmlformats.org/officeDocument/2006/relationships/slide" Target="slides/slide13.xml"/><Relationship Id="rId36" Type="http://schemas.openxmlformats.org/officeDocument/2006/relationships/slide" Target="slides/slide34.xml"/><Relationship Id="rId57" Type="http://schemas.openxmlformats.org/officeDocument/2006/relationships/slide" Target="slides/slide55.xml"/><Relationship Id="rId106" Type="http://schemas.openxmlformats.org/officeDocument/2006/relationships/slide" Target="slides/slide104.xml"/><Relationship Id="rId127" Type="http://schemas.openxmlformats.org/officeDocument/2006/relationships/slide" Target="slides/slide125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52" Type="http://schemas.openxmlformats.org/officeDocument/2006/relationships/slide" Target="slides/slide50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94" Type="http://schemas.openxmlformats.org/officeDocument/2006/relationships/slide" Target="slides/slide92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122" Type="http://schemas.openxmlformats.org/officeDocument/2006/relationships/slide" Target="slides/slide120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26" Type="http://schemas.openxmlformats.org/officeDocument/2006/relationships/slide" Target="slides/slide24.xml"/><Relationship Id="rId47" Type="http://schemas.openxmlformats.org/officeDocument/2006/relationships/slide" Target="slides/slide45.xml"/><Relationship Id="rId68" Type="http://schemas.openxmlformats.org/officeDocument/2006/relationships/slide" Target="slides/slide66.xml"/><Relationship Id="rId89" Type="http://schemas.openxmlformats.org/officeDocument/2006/relationships/slide" Target="slides/slide87.xml"/><Relationship Id="rId112" Type="http://schemas.openxmlformats.org/officeDocument/2006/relationships/slide" Target="slides/slide110.xml"/><Relationship Id="rId133" Type="http://schemas.openxmlformats.org/officeDocument/2006/relationships/slide" Target="slides/slide13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9/4/25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4820586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2253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>
              <a:latin typeface="Times New Roman" charset="0"/>
            </a:endParaRPr>
          </a:p>
        </p:txBody>
      </p:sp>
      <p:sp>
        <p:nvSpPr>
          <p:cNvPr id="2253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fld id="{91959AA0-5934-5145-B756-9277945F4AE4}" type="slidenum">
              <a:rPr lang="en-US" sz="1300">
                <a:latin typeface="Times New Roman" charset="0"/>
              </a:rPr>
              <a:pPr/>
              <a:t>2</a:t>
            </a:fld>
            <a:endParaRPr 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8169277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7879514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5124607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668299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7720021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8756175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6903900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2398617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9403253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b="1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3885094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5946465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0101200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8591154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7183533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25247615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5717086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3A611D-A429-1B36-509C-12F2CD8B4F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6437834-1BC8-B507-53B2-28BBE99AE8E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CDFC460-300D-191A-79F8-F52D780EA97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D13F924-688E-1CA4-6305-8B5162D238A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6216882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3FFDBD-241B-C858-2715-03925985C6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6E12D0F-5CE8-9618-1D52-0172DED7731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01FD186-44C8-1E9C-4C47-044974C0FEF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B95F8A2-FA0C-8BF3-57E8-CC6C2685497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0130646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6F3189-4D59-B62F-564B-9317C4D37B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52BE80F-6220-2A0D-127F-599962FC24E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AAF0853-4A5A-DF12-8F3C-BE0737AF13E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FE24497-00A1-6471-7469-0C31B1492C9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59136741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1184312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16898345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28282042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4336578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50244797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98747489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38622166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0071919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B64F51-0784-D5DD-3C1F-D412FC794E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FF36887-2460-4DA3-6E32-16ECF19DF9F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27F8C48-0BC3-3E0E-BC07-7D0768778EF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5F0B63F-4668-89E8-8B3C-815D6FEFA92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59722767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02681270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93594397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98361504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83378450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A0580C-A05C-DD64-3ED1-7187F97EAF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ED98AD8-EA70-4DCA-9BE1-F44EBC0CB3E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D2F9235-F077-29D3-14E4-7B9C0D74FC4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95D0E79-64CA-DA82-0D87-A02EED9240C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61800268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70093083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6501802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77105858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83101760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39146625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A9FF967-9036-3C43-933A-5173BD7F6F44}" type="slidenum">
              <a:rPr lang="en-US" smtClean="0"/>
              <a:pPr>
                <a:defRPr/>
              </a:pPr>
              <a:t>42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70483589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68649445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9790195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24268993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0379230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6CF841B-2E0C-D644-8ADE-1DB30A60E6F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9986256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6CF841B-2E0C-D644-8ADE-1DB30A60E6F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79432943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6CF841B-2E0C-D644-8ADE-1DB30A60E6F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52694204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6CF841B-2E0C-D644-8ADE-1DB30A60E6F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22803148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6CF841B-2E0C-D644-8ADE-1DB30A60E6F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11580187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92231890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re:</a:t>
            </a:r>
            <a:r>
              <a:rPr lang="en-US" baseline="0" dirty="0"/>
              <a:t> poor content providers – like in real-estate, location is everything.  servers want to be close to clients.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34248577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explain why minutes (recall earlier delay versus arrival rate curve from Chapter 1)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98543873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64009341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73164570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89331150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22395555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69292895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0170204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28394136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shortest job first: decreased average delay!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45729976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31080324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53106488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14794933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75808978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51408029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72971362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29792473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15193921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81832107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65379206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44878657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80928377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23474438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1687373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22808771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49090308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56232243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29944218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48716300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84302127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86647351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D9AE53-7F6D-18FC-7785-9B23D65F9D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33B61FF-60CE-645D-4D25-F49AF5A00C0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3E214CE-5635-3B8A-4B0E-378A162F005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7D73371-BF9D-A136-B049-476FAD55201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82956124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74749988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66249864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A9FF967-9036-3C43-933A-5173BD7F6F44}" type="slidenum">
              <a:rPr lang="en-US" smtClean="0"/>
              <a:pPr>
                <a:defRPr/>
              </a:pPr>
              <a:t>88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78584577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09948356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29447037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96639167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1532616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3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82274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dirty="0">
                <a:latin typeface="Times New Roman" charset="0"/>
              </a:rPr>
              <a:t>As discussed before, in P2P arch, each peer is equal. </a:t>
            </a:r>
          </a:p>
          <a:p>
            <a:r>
              <a:rPr lang="en-US" dirty="0">
                <a:latin typeface="Times New Roman" charset="0"/>
              </a:rPr>
              <a:t>1.   No always-online server </a:t>
            </a:r>
          </a:p>
          <a:p>
            <a:r>
              <a:rPr lang="en-US" dirty="0">
                <a:latin typeface="Times New Roman" charset="0"/>
              </a:rPr>
              <a:t>2.</a:t>
            </a:r>
          </a:p>
          <a:p>
            <a:r>
              <a:rPr lang="en-US" dirty="0">
                <a:latin typeface="Times New Roman" charset="0"/>
              </a:rPr>
              <a:t>3. </a:t>
            </a:r>
          </a:p>
          <a:p>
            <a:endParaRPr lang="en-US" dirty="0">
              <a:latin typeface="Times New Roman" charset="0"/>
            </a:endParaRPr>
          </a:p>
          <a:p>
            <a:r>
              <a:rPr lang="en-US" dirty="0">
                <a:latin typeface="Times New Roman" charset="0"/>
              </a:rPr>
              <a:t>There are many popular P2P applications, such as, ….</a:t>
            </a:r>
          </a:p>
          <a:p>
            <a:endParaRPr lang="en-US" dirty="0">
              <a:latin typeface="Times New Roman" charset="0"/>
            </a:endParaRPr>
          </a:p>
          <a:p>
            <a:r>
              <a:rPr lang="en-US" dirty="0">
                <a:latin typeface="Times New Roman" charset="0"/>
              </a:rPr>
              <a:t>In the following, we will address three issues: </a:t>
            </a:r>
          </a:p>
          <a:p>
            <a:r>
              <a:rPr lang="en-US" dirty="0">
                <a:latin typeface="Times New Roman" charset="0"/>
              </a:rPr>
              <a:t>1.  How to distribute files (Bit Torrent)</a:t>
            </a:r>
          </a:p>
          <a:p>
            <a:r>
              <a:rPr lang="en-US" dirty="0">
                <a:latin typeface="Times New Roman" charset="0"/>
              </a:rPr>
              <a:t>2. How to search for information (DHT)</a:t>
            </a:r>
          </a:p>
          <a:p>
            <a:r>
              <a:rPr lang="en-US" dirty="0">
                <a:latin typeface="Times New Roman" charset="0"/>
              </a:rPr>
              <a:t>3. Finally, case study via Skype</a:t>
            </a:r>
          </a:p>
        </p:txBody>
      </p:sp>
      <p:sp>
        <p:nvSpPr>
          <p:cNvPr id="18227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fld id="{518F5432-0BD1-D54A-A25C-032D614DC38F}" type="slidenum">
              <a:rPr lang="en-US" sz="1300">
                <a:latin typeface="Times New Roman" charset="0"/>
              </a:rPr>
              <a:pPr/>
              <a:t>94</a:t>
            </a:fld>
            <a:endParaRPr 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64095060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2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8432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>
                <a:latin typeface="Times New Roman" charset="0"/>
              </a:rPr>
              <a:t>Distribution time: total time to distribute a file to all the clients.</a:t>
            </a:r>
          </a:p>
          <a:p>
            <a:endParaRPr lang="en-US">
              <a:latin typeface="Times New Roman" charset="0"/>
            </a:endParaRPr>
          </a:p>
          <a:p>
            <a:r>
              <a:rPr lang="en-US">
                <a:latin typeface="Times New Roman" charset="0"/>
              </a:rPr>
              <a:t>[Explain the parameters:  file size, server upload rate (capacity), client download/upload rate)</a:t>
            </a:r>
          </a:p>
        </p:txBody>
      </p:sp>
      <p:sp>
        <p:nvSpPr>
          <p:cNvPr id="184323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fld id="{51F5D489-8E6C-7045-81F5-985FB6E5D61A}" type="slidenum">
              <a:rPr lang="en-US" sz="1300">
                <a:latin typeface="Times New Roman" charset="0"/>
              </a:rPr>
              <a:pPr/>
              <a:t>95</a:t>
            </a:fld>
            <a:endParaRPr 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11549676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6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8637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>
                <a:latin typeface="Times New Roman" charset="0"/>
              </a:rPr>
              <a:t>Let us look at the client-server model first.</a:t>
            </a:r>
          </a:p>
          <a:p>
            <a:r>
              <a:rPr lang="en-US">
                <a:latin typeface="Times New Roman" charset="0"/>
              </a:rPr>
              <a:t>[We only learn the lower bound from the contraints]</a:t>
            </a:r>
          </a:p>
          <a:p>
            <a:r>
              <a:rPr lang="en-US">
                <a:latin typeface="Times New Roman" charset="0"/>
              </a:rPr>
              <a:t>[see my math derivation in handout]</a:t>
            </a:r>
          </a:p>
          <a:p>
            <a:endParaRPr lang="en-US">
              <a:latin typeface="Times New Roman" charset="0"/>
            </a:endParaRPr>
          </a:p>
          <a:p>
            <a:r>
              <a:rPr lang="en-US">
                <a:latin typeface="Times New Roman" charset="0"/>
              </a:rPr>
              <a:t>The first constraint …</a:t>
            </a:r>
          </a:p>
          <a:p>
            <a:endParaRPr lang="en-US">
              <a:latin typeface="Times New Roman" charset="0"/>
            </a:endParaRPr>
          </a:p>
          <a:p>
            <a:r>
              <a:rPr lang="en-US">
                <a:latin typeface="Times New Roman" charset="0"/>
              </a:rPr>
              <a:t>The second constraint …</a:t>
            </a:r>
          </a:p>
          <a:p>
            <a:endParaRPr lang="en-US">
              <a:latin typeface="Times New Roman" charset="0"/>
            </a:endParaRPr>
          </a:p>
          <a:p>
            <a:endParaRPr lang="en-US">
              <a:latin typeface="Times New Roman" charset="0"/>
            </a:endParaRPr>
          </a:p>
        </p:txBody>
      </p:sp>
      <p:sp>
        <p:nvSpPr>
          <p:cNvPr id="18637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fld id="{43C12E28-573B-F846-BC1F-99BCAC256992}" type="slidenum">
              <a:rPr lang="en-US" sz="1300">
                <a:latin typeface="Times New Roman" charset="0"/>
              </a:rPr>
              <a:pPr/>
              <a:t>96</a:t>
            </a:fld>
            <a:endParaRPr 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43993368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417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88418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dirty="0">
                <a:latin typeface="Times New Roman" charset="0"/>
              </a:rPr>
              <a:t>[derive the procedure, only for a lower bound] we only learn the bounds from three constraints </a:t>
            </a:r>
          </a:p>
          <a:p>
            <a:r>
              <a:rPr lang="en-US" dirty="0">
                <a:latin typeface="Times New Roman" charset="0"/>
              </a:rPr>
              <a:t>….</a:t>
            </a:r>
          </a:p>
          <a:p>
            <a:r>
              <a:rPr lang="en-US" dirty="0">
                <a:latin typeface="Times New Roman" charset="0"/>
              </a:rPr>
              <a:t>….</a:t>
            </a:r>
          </a:p>
          <a:p>
            <a:r>
              <a:rPr lang="en-US" dirty="0">
                <a:latin typeface="Times New Roman" charset="0"/>
              </a:rPr>
              <a:t>…</a:t>
            </a:r>
          </a:p>
          <a:p>
            <a:r>
              <a:rPr lang="en-US" dirty="0">
                <a:latin typeface="Times New Roman" charset="0"/>
              </a:rPr>
              <a:t>Note: the the third assume that each bit received by the peer can be directly used for uploading </a:t>
            </a:r>
          </a:p>
          <a:p>
            <a:r>
              <a:rPr lang="en-US" dirty="0">
                <a:latin typeface="Times New Roman" charset="0"/>
              </a:rPr>
              <a:t>(it is an ideal case. Usually it should be store-and-upload))</a:t>
            </a:r>
          </a:p>
        </p:txBody>
      </p:sp>
      <p:sp>
        <p:nvSpPr>
          <p:cNvPr id="188419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fld id="{DF2EA058-D9CC-4740-B57B-523617C5D8AA}" type="slidenum">
              <a:rPr lang="en-US" sz="1300">
                <a:latin typeface="Times New Roman" charset="0"/>
              </a:rPr>
              <a:pPr/>
              <a:t>97</a:t>
            </a:fld>
            <a:endParaRPr 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43947739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46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9046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>
                <a:latin typeface="Times New Roman" charset="0"/>
              </a:rPr>
              <a:t>This plot compare the minimal distribution time by C-S and P2P. </a:t>
            </a:r>
          </a:p>
          <a:p>
            <a:endParaRPr lang="en-US">
              <a:latin typeface="Times New Roman" charset="0"/>
            </a:endParaRPr>
          </a:p>
          <a:p>
            <a:r>
              <a:rPr lang="en-US">
                <a:latin typeface="Times New Roman" charset="0"/>
              </a:rPr>
              <a:t>Here we can see, P2P is scalable. As N increases, the distribution time doesn’t increase as fast as C-S. </a:t>
            </a:r>
          </a:p>
          <a:p>
            <a:r>
              <a:rPr lang="en-US">
                <a:latin typeface="Times New Roman" charset="0"/>
              </a:rPr>
              <a:t>(it is because the in C-S, the server is the bottleneck and totoal capacity doesn’t increases as N increases)</a:t>
            </a:r>
          </a:p>
        </p:txBody>
      </p:sp>
      <p:sp>
        <p:nvSpPr>
          <p:cNvPr id="19046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fld id="{14FE2EC2-E093-4A4B-A1C3-F8B99CB43126}" type="slidenum">
              <a:rPr lang="en-US" sz="1300">
                <a:latin typeface="Times New Roman" charset="0"/>
              </a:rPr>
              <a:pPr/>
              <a:t>98</a:t>
            </a:fld>
            <a:endParaRPr 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55636226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3" name="Slide Image Placeholder 1">
            <a:extLst>
              <a:ext uri="{FF2B5EF4-FFF2-40B4-BE49-F238E27FC236}">
                <a16:creationId xmlns:a16="http://schemas.microsoft.com/office/drawing/2014/main" id="{DFE2ED6F-A6DC-2248-9AF1-FE9D56A0BB0D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77154" name="Notes Placeholder 2">
            <a:extLst>
              <a:ext uri="{FF2B5EF4-FFF2-40B4-BE49-F238E27FC236}">
                <a16:creationId xmlns:a16="http://schemas.microsoft.com/office/drawing/2014/main" id="{C9742084-496A-8247-988D-23F972540EF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Now let us move to a P2P file distribution application, BitTorrent.</a:t>
            </a:r>
          </a:p>
          <a:p>
            <a:endParaRPr lang="en-US" altLang="en-US">
              <a:ea typeface="ＭＳ Ｐゴシック" panose="020B0600070205080204" pitchFamily="34" charset="-128"/>
            </a:endParaRPr>
          </a:p>
          <a:p>
            <a:r>
              <a:rPr lang="en-US" altLang="en-US">
                <a:ea typeface="ＭＳ Ｐゴシック" panose="020B0600070205080204" pitchFamily="34" charset="-128"/>
              </a:rPr>
              <a:t>This is one most popular P2P application. It uses P2P idea to speed up file distribution. In addition, it defines its own mechanism.</a:t>
            </a:r>
          </a:p>
          <a:p>
            <a:endParaRPr lang="en-US" altLang="en-US">
              <a:ea typeface="ＭＳ Ｐゴシック" panose="020B0600070205080204" pitchFamily="34" charset="-128"/>
            </a:endParaRPr>
          </a:p>
          <a:p>
            <a:r>
              <a:rPr lang="en-US" altLang="en-US">
                <a:ea typeface="ＭＳ Ｐゴシック" panose="020B0600070205080204" pitchFamily="34" charset="-128"/>
              </a:rPr>
              <a:t>First: fixed chunk size (divide each files into the same size chunks)</a:t>
            </a:r>
          </a:p>
          <a:p>
            <a:r>
              <a:rPr lang="en-US" altLang="en-US">
                <a:ea typeface="ＭＳ Ｐゴシック" panose="020B0600070205080204" pitchFamily="34" charset="-128"/>
              </a:rPr>
              <a:t>Second:     tracker </a:t>
            </a:r>
          </a:p>
          <a:p>
            <a:r>
              <a:rPr lang="en-US" altLang="en-US">
                <a:ea typeface="ＭＳ Ｐゴシック" panose="020B0600070205080204" pitchFamily="34" charset="-128"/>
              </a:rPr>
              <a:t>Third:         torrent  (group of peers exchange chunks of a file)</a:t>
            </a:r>
          </a:p>
          <a:p>
            <a:endParaRPr lang="en-US" altLang="en-US">
              <a:ea typeface="ＭＳ Ｐゴシック" panose="020B0600070205080204" pitchFamily="34" charset="-128"/>
            </a:endParaRPr>
          </a:p>
          <a:p>
            <a:r>
              <a:rPr lang="en-US" altLang="en-US">
                <a:ea typeface="ＭＳ Ｐゴシック" panose="020B0600070205080204" pitchFamily="34" charset="-128"/>
              </a:rPr>
              <a:t>[more: incentive mechanism (not shown here)]</a:t>
            </a:r>
          </a:p>
          <a:p>
            <a:endParaRPr lang="en-US" altLang="en-US">
              <a:ea typeface="ＭＳ Ｐゴシック" panose="020B0600070205080204" pitchFamily="34" charset="-128"/>
            </a:endParaRPr>
          </a:p>
          <a:p>
            <a:r>
              <a:rPr lang="en-US" altLang="en-US">
                <a:ea typeface="ＭＳ Ｐゴシック" panose="020B0600070205080204" pitchFamily="34" charset="-128"/>
              </a:rPr>
              <a:t>    </a:t>
            </a:r>
          </a:p>
        </p:txBody>
      </p:sp>
      <p:sp>
        <p:nvSpPr>
          <p:cNvPr id="177155" name="Slide Number Placeholder 3">
            <a:extLst>
              <a:ext uri="{FF2B5EF4-FFF2-40B4-BE49-F238E27FC236}">
                <a16:creationId xmlns:a16="http://schemas.microsoft.com/office/drawing/2014/main" id="{342DF8E0-0494-D74D-A584-7DFCFC64403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48B716B5-2AAF-3C4B-A476-3538A186577F}" type="slidenum">
              <a:rPr lang="en-US" altLang="en-US" sz="1300" smtClean="0">
                <a:latin typeface="Times New Roman" panose="02020603050405020304" pitchFamily="18" charset="0"/>
              </a:rPr>
              <a:pPr/>
              <a:t>99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50203306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01" name="Slide Image Placeholder 1">
            <a:extLst>
              <a:ext uri="{FF2B5EF4-FFF2-40B4-BE49-F238E27FC236}">
                <a16:creationId xmlns:a16="http://schemas.microsoft.com/office/drawing/2014/main" id="{39107A3C-3FA2-E645-8545-8B9CF4488223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92514" name="Notes Placeholder 2">
            <a:extLst>
              <a:ext uri="{FF2B5EF4-FFF2-40B4-BE49-F238E27FC236}">
                <a16:creationId xmlns:a16="http://schemas.microsoft.com/office/drawing/2014/main" id="{5B46E103-7A63-784C-B7F1-49770B6A1EB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ln/>
          <a:extLst>
            <a:ext uri="{FAA26D3D-D897-4be2-8F04-BA451C77F1D7}">
              <ma14:placeholderFlag xmlns="" xmlns:ma14="http://schemas.microsoft.com/office/mac/drawingml/2011/main" val="1"/>
            </a:ext>
            <a:ext uri="{909E8E84-426E-40dd-AFC4-6F175D3DCCD1}"/>
            <a:ext uri="{91240B29-F687-4f45-9708-019B960494DF}"/>
          </a:extLst>
        </p:spPr>
        <p:txBody>
          <a:bodyPr/>
          <a:lstStyle/>
          <a:p>
            <a:pPr>
              <a:defRPr/>
            </a:pPr>
            <a:r>
              <a:rPr lang="en-US" dirty="0">
                <a:latin typeface="Times New Roman" charset="0"/>
              </a:rPr>
              <a:t>[Example how </a:t>
            </a:r>
            <a:r>
              <a:rPr lang="en-US" dirty="0" err="1">
                <a:latin typeface="Times New Roman" charset="0"/>
              </a:rPr>
              <a:t>BitTorrent</a:t>
            </a:r>
            <a:r>
              <a:rPr lang="en-US" dirty="0">
                <a:latin typeface="Times New Roman" charset="0"/>
              </a:rPr>
              <a:t> works]</a:t>
            </a:r>
          </a:p>
          <a:p>
            <a:pPr>
              <a:defRPr/>
            </a:pPr>
            <a:endParaRPr lang="en-US" dirty="0">
              <a:latin typeface="Times New Roman" charset="0"/>
            </a:endParaRPr>
          </a:p>
          <a:p>
            <a:pPr marL="228600" indent="-228600">
              <a:buFontTx/>
              <a:buAutoNum type="arabicPeriod"/>
              <a:defRPr/>
            </a:pPr>
            <a:r>
              <a:rPr lang="en-US" dirty="0">
                <a:latin typeface="Times New Roman" charset="0"/>
              </a:rPr>
              <a:t>Join</a:t>
            </a:r>
          </a:p>
          <a:p>
            <a:pPr marL="228600" indent="-228600">
              <a:buFontTx/>
              <a:buAutoNum type="arabicPeriod"/>
              <a:defRPr/>
            </a:pPr>
            <a:r>
              <a:rPr lang="en-US" dirty="0">
                <a:latin typeface="Times New Roman" charset="0"/>
              </a:rPr>
              <a:t>Download + upload at the same time </a:t>
            </a:r>
          </a:p>
          <a:p>
            <a:pPr marL="228600" indent="-228600">
              <a:buFontTx/>
              <a:buAutoNum type="arabicPeriod"/>
              <a:defRPr/>
            </a:pPr>
            <a:r>
              <a:rPr lang="en-US" dirty="0">
                <a:latin typeface="Times New Roman" charset="0"/>
              </a:rPr>
              <a:t>Change the peers (depends)</a:t>
            </a:r>
          </a:p>
          <a:p>
            <a:pPr marL="228600" indent="-228600">
              <a:buFontTx/>
              <a:buAutoNum type="arabicPeriod"/>
              <a:defRPr/>
            </a:pPr>
            <a:r>
              <a:rPr lang="en-US" dirty="0">
                <a:latin typeface="Times New Roman" charset="0"/>
              </a:rPr>
              <a:t>Come and go (freedom)</a:t>
            </a:r>
          </a:p>
          <a:p>
            <a:pPr marL="228600" indent="-228600">
              <a:buFontTx/>
              <a:buAutoNum type="arabicPeriod"/>
              <a:defRPr/>
            </a:pPr>
            <a:r>
              <a:rPr lang="en-US" dirty="0">
                <a:latin typeface="Times New Roman" charset="0"/>
              </a:rPr>
              <a:t>Leave or remain (when done) </a:t>
            </a:r>
          </a:p>
        </p:txBody>
      </p:sp>
      <p:sp>
        <p:nvSpPr>
          <p:cNvPr id="179203" name="Slide Number Placeholder 3">
            <a:extLst>
              <a:ext uri="{FF2B5EF4-FFF2-40B4-BE49-F238E27FC236}">
                <a16:creationId xmlns:a16="http://schemas.microsoft.com/office/drawing/2014/main" id="{A73531E5-A699-A841-B33A-BAACE3E7F5B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D2320D95-87D4-6B44-8D74-45B9E876028D}" type="slidenum">
              <a:rPr lang="en-US" altLang="en-US" sz="1300" smtClean="0">
                <a:latin typeface="Times New Roman" panose="02020603050405020304" pitchFamily="18" charset="0"/>
              </a:rPr>
              <a:pPr/>
              <a:t>100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3714572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49" name="Slide Image Placeholder 1">
            <a:extLst>
              <a:ext uri="{FF2B5EF4-FFF2-40B4-BE49-F238E27FC236}">
                <a16:creationId xmlns:a16="http://schemas.microsoft.com/office/drawing/2014/main" id="{46487E92-BD9F-FB41-81ED-2097E1806436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81250" name="Notes Placeholder 2">
            <a:extLst>
              <a:ext uri="{FF2B5EF4-FFF2-40B4-BE49-F238E27FC236}">
                <a16:creationId xmlns:a16="http://schemas.microsoft.com/office/drawing/2014/main" id="{02E22331-660F-C848-9B3F-3F88C994420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Request a chunk: </a:t>
            </a:r>
          </a:p>
          <a:p>
            <a:r>
              <a:rPr lang="en-US" altLang="en-US">
                <a:ea typeface="ＭＳ Ｐゴシック" panose="020B0600070205080204" pitchFamily="34" charset="-128"/>
              </a:rPr>
              <a:t>   1. diversity of available chunks at different peers</a:t>
            </a:r>
          </a:p>
          <a:p>
            <a:r>
              <a:rPr lang="en-US" altLang="en-US">
                <a:ea typeface="ＭＳ Ｐゴシック" panose="020B0600070205080204" pitchFamily="34" charset="-128"/>
              </a:rPr>
              <a:t>   2. periodic update</a:t>
            </a:r>
          </a:p>
          <a:p>
            <a:r>
              <a:rPr lang="en-US" altLang="en-US">
                <a:ea typeface="ＭＳ Ｐゴシック" panose="020B0600070205080204" pitchFamily="34" charset="-128"/>
              </a:rPr>
              <a:t>   3. rarest first </a:t>
            </a:r>
          </a:p>
          <a:p>
            <a:endParaRPr lang="en-US" altLang="en-US">
              <a:ea typeface="ＭＳ Ｐゴシック" panose="020B0600070205080204" pitchFamily="34" charset="-128"/>
            </a:endParaRPr>
          </a:p>
          <a:p>
            <a:r>
              <a:rPr lang="en-US" altLang="en-US">
                <a:ea typeface="ＭＳ Ｐゴシック" panose="020B0600070205080204" pitchFamily="34" charset="-128"/>
              </a:rPr>
              <a:t>Sending a chunk</a:t>
            </a:r>
          </a:p>
          <a:p>
            <a:r>
              <a:rPr lang="en-US" altLang="en-US">
                <a:ea typeface="ＭＳ Ｐゴシック" panose="020B0600070205080204" pitchFamily="34" charset="-128"/>
              </a:rPr>
              <a:t>  1.  send at highest rate   (re-evaluation if being chocked)</a:t>
            </a:r>
          </a:p>
          <a:p>
            <a:r>
              <a:rPr lang="en-US" altLang="en-US">
                <a:ea typeface="ＭＳ Ｐゴシック" panose="020B0600070205080204" pitchFamily="34" charset="-128"/>
              </a:rPr>
              <a:t>   2. randomness  (optimistically unchoke, 4 peers)</a:t>
            </a:r>
          </a:p>
        </p:txBody>
      </p:sp>
      <p:sp>
        <p:nvSpPr>
          <p:cNvPr id="181251" name="Slide Number Placeholder 3">
            <a:extLst>
              <a:ext uri="{FF2B5EF4-FFF2-40B4-BE49-F238E27FC236}">
                <a16:creationId xmlns:a16="http://schemas.microsoft.com/office/drawing/2014/main" id="{20FFD4FC-09A8-A944-A43C-BA91B2B29AD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C26C72C1-CD40-8D4F-AADC-6F4EDDFA794E}" type="slidenum">
              <a:rPr lang="en-US" altLang="en-US" sz="1300" smtClean="0">
                <a:latin typeface="Times New Roman" panose="02020603050405020304" pitchFamily="18" charset="0"/>
              </a:rPr>
              <a:pPr/>
              <a:t>101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23109279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97" name="Slide Image Placeholder 1">
            <a:extLst>
              <a:ext uri="{FF2B5EF4-FFF2-40B4-BE49-F238E27FC236}">
                <a16:creationId xmlns:a16="http://schemas.microsoft.com/office/drawing/2014/main" id="{FFB8056E-3FB8-5E41-9630-D907C3420E75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83298" name="Notes Placeholder 2">
            <a:extLst>
              <a:ext uri="{FF2B5EF4-FFF2-40B4-BE49-F238E27FC236}">
                <a16:creationId xmlns:a16="http://schemas.microsoft.com/office/drawing/2014/main" id="{9E7B613C-A16D-EA42-A1D5-65F6A82A3B1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[Tit-for-tat]: </a:t>
            </a:r>
          </a:p>
          <a:p>
            <a:endParaRPr lang="en-US" altLang="en-US">
              <a:ea typeface="ＭＳ Ｐゴシック" panose="020B0600070205080204" pitchFamily="34" charset="-128"/>
            </a:endParaRPr>
          </a:p>
          <a:p>
            <a:r>
              <a:rPr lang="en-US" altLang="en-US">
                <a:ea typeface="ＭＳ Ｐゴシック" panose="020B0600070205080204" pitchFamily="34" charset="-128"/>
              </a:rPr>
              <a:t>(sort of incentive mechanism)</a:t>
            </a:r>
          </a:p>
        </p:txBody>
      </p:sp>
      <p:sp>
        <p:nvSpPr>
          <p:cNvPr id="183299" name="Slide Number Placeholder 3">
            <a:extLst>
              <a:ext uri="{FF2B5EF4-FFF2-40B4-BE49-F238E27FC236}">
                <a16:creationId xmlns:a16="http://schemas.microsoft.com/office/drawing/2014/main" id="{1304BDC8-D030-B743-BE17-10754C9A9D9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949E2061-02C6-5C4C-8843-FB138A8E4577}" type="slidenum">
              <a:rPr lang="en-US" altLang="en-US" sz="1300" smtClean="0">
                <a:latin typeface="Times New Roman" panose="02020603050405020304" pitchFamily="18" charset="0"/>
              </a:rPr>
              <a:pPr/>
              <a:t>102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59337283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07514672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31093240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30277861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64226056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25625315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77659677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65488509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40105676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14477718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84119369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11219760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53630257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3" name="Rectangle 7">
            <a:extLst>
              <a:ext uri="{FF2B5EF4-FFF2-40B4-BE49-F238E27FC236}">
                <a16:creationId xmlns:a16="http://schemas.microsoft.com/office/drawing/2014/main" id="{F97C318A-17ED-1542-9AD9-7A2248F12DFC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8888FC7-8584-A54F-A1F0-E9C044658D3E}" type="slidenum">
              <a:rPr kumimoji="0" lang="en-US" altLang="en-US" sz="13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116</a:t>
            </a:fld>
            <a:endParaRPr kumimoji="0" lang="en-US" altLang="en-US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2994" name="Rectangle 2">
            <a:extLst>
              <a:ext uri="{FF2B5EF4-FFF2-40B4-BE49-F238E27FC236}">
                <a16:creationId xmlns:a16="http://schemas.microsoft.com/office/drawing/2014/main" id="{927CF829-8DED-9448-A937-FB315CAB3C7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2995" name="Rectangle 3">
            <a:extLst>
              <a:ext uri="{FF2B5EF4-FFF2-40B4-BE49-F238E27FC236}">
                <a16:creationId xmlns:a16="http://schemas.microsoft.com/office/drawing/2014/main" id="{8C1486BF-9C4F-0F43-9A4E-0E1429CFECC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Akamai: 100,000+ servers in 1000+ clusters in 1000+ networks in 70+ countries serving trillions of requests a day.</a:t>
            </a:r>
          </a:p>
          <a:p>
            <a:endParaRPr lang="en-US" altLang="en-US">
              <a:ea typeface="ＭＳ Ｐゴシック" panose="020B0600070205080204" pitchFamily="34" charset="-128"/>
            </a:endParaRPr>
          </a:p>
          <a:p>
            <a:r>
              <a:rPr lang="en-US" altLang="en-US">
                <a:ea typeface="ＭＳ Ｐゴシック" panose="020B0600070205080204" pitchFamily="34" charset="-128"/>
              </a:rPr>
              <a:t>How many people use Netflix?</a:t>
            </a:r>
          </a:p>
        </p:txBody>
      </p:sp>
    </p:spTree>
    <p:extLst>
      <p:ext uri="{BB962C8B-B14F-4D97-AF65-F5344CB8AC3E}">
        <p14:creationId xmlns:p14="http://schemas.microsoft.com/office/powerpoint/2010/main" val="1694864206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41" name="Rectangle 7">
            <a:extLst>
              <a:ext uri="{FF2B5EF4-FFF2-40B4-BE49-F238E27FC236}">
                <a16:creationId xmlns:a16="http://schemas.microsoft.com/office/drawing/2014/main" id="{9FA4490D-D4A4-034B-9842-2AED96A6F67A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157223-41AB-CB48-9D29-70289FC738BB}" type="slidenum"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117</a:t>
            </a:fld>
            <a:endParaRPr kumimoji="0" lang="en-US" altLang="en-US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5042" name="Rectangle 2">
            <a:extLst>
              <a:ext uri="{FF2B5EF4-FFF2-40B4-BE49-F238E27FC236}">
                <a16:creationId xmlns:a16="http://schemas.microsoft.com/office/drawing/2014/main" id="{740F7F93-FBC6-4742-87DD-5B7FB7D2E71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5043" name="Rectangle 3">
            <a:extLst>
              <a:ext uri="{FF2B5EF4-FFF2-40B4-BE49-F238E27FC236}">
                <a16:creationId xmlns:a16="http://schemas.microsoft.com/office/drawing/2014/main" id="{E9D157F1-6907-8241-A7D1-F5F4F28FEB6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peak load: 7million viewers, 2 Tbytes via </a:t>
            </a:r>
          </a:p>
        </p:txBody>
      </p:sp>
    </p:spTree>
    <p:extLst>
      <p:ext uri="{BB962C8B-B14F-4D97-AF65-F5344CB8AC3E}">
        <p14:creationId xmlns:p14="http://schemas.microsoft.com/office/powerpoint/2010/main" val="3392445344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089" name="Rectangle 7">
            <a:extLst>
              <a:ext uri="{FF2B5EF4-FFF2-40B4-BE49-F238E27FC236}">
                <a16:creationId xmlns:a16="http://schemas.microsoft.com/office/drawing/2014/main" id="{B32831DA-9476-745A-ECDF-51E6AC6BE93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FA99A57A-58C3-484A-BEED-7E5C22A1894E}" type="slidenum">
              <a:rPr lang="en-US" altLang="en-US" sz="1300">
                <a:latin typeface="Times New Roman" panose="02020603050405020304" pitchFamily="18" charset="0"/>
              </a:rPr>
              <a:pPr/>
              <a:t>118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217090" name="Rectangle 2">
            <a:extLst>
              <a:ext uri="{FF2B5EF4-FFF2-40B4-BE49-F238E27FC236}">
                <a16:creationId xmlns:a16="http://schemas.microsoft.com/office/drawing/2014/main" id="{8401C3BD-A4B1-F209-868D-C4700FBBD06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7091" name="Rectangle 3">
            <a:extLst>
              <a:ext uri="{FF2B5EF4-FFF2-40B4-BE49-F238E27FC236}">
                <a16:creationId xmlns:a16="http://schemas.microsoft.com/office/drawing/2014/main" id="{A54244A6-A1F3-130C-1B6B-AEAE3B8B5A1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137" name="Rectangle 7">
            <a:extLst>
              <a:ext uri="{FF2B5EF4-FFF2-40B4-BE49-F238E27FC236}">
                <a16:creationId xmlns:a16="http://schemas.microsoft.com/office/drawing/2014/main" id="{78FDFFEB-8C85-B473-18E7-6C030C3DAE4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666EAAB2-C0D2-1547-BF90-DDA486BEF793}" type="slidenum">
              <a:rPr lang="en-US" altLang="en-US" sz="1300">
                <a:latin typeface="Times New Roman" panose="02020603050405020304" pitchFamily="18" charset="0"/>
              </a:rPr>
              <a:pPr/>
              <a:t>119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219138" name="Rectangle 2">
            <a:extLst>
              <a:ext uri="{FF2B5EF4-FFF2-40B4-BE49-F238E27FC236}">
                <a16:creationId xmlns:a16="http://schemas.microsoft.com/office/drawing/2014/main" id="{4F8CBCD8-7E65-F378-387C-1BE563F80B5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9139" name="Rectangle 3">
            <a:extLst>
              <a:ext uri="{FF2B5EF4-FFF2-40B4-BE49-F238E27FC236}">
                <a16:creationId xmlns:a16="http://schemas.microsoft.com/office/drawing/2014/main" id="{D0327997-61E9-C022-CED1-8185C2C00C3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2BE5AA-01FE-10AC-CAFF-691DDAA122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7EBACE4-B779-A369-5004-163D57E54BD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8EB1F1A-CABC-58E1-BD61-5E557B789D7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02ACE6B-9928-5848-D302-0C571CBCD6C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53357518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23222125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0813186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F7F1199A-45E4-9E4D-95C0-396A8A9C6F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41717D89-2D64-4E49-A8B8-D7B9326607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2E873D4E-4EDA-1349-AB14-5DC995BFCD3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11200" y="228600"/>
            <a:ext cx="103632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711200" y="1600200"/>
            <a:ext cx="508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994400" y="1600200"/>
            <a:ext cx="508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66C26F2-E87B-B840-B75C-737CD5A1A470}" type="datetime1">
              <a:rPr lang="en-US" smtClean="0"/>
              <a:t>9/4/25</a:t>
            </a:fld>
            <a:endParaRPr lang="en-US"/>
          </a:p>
        </p:txBody>
      </p:sp>
      <p:sp>
        <p:nvSpPr>
          <p:cNvPr id="7" name="Rectangle 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F5170A0-52D5-1B41-B29A-4B6C4813F48B}" type="slidenum">
              <a:rPr lang="en-US" smtClean="0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8615324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3EFAB40-4C90-EA40-8412-BE31268A8759}" type="datetime1">
              <a:rPr lang="en-US" smtClean="0"/>
              <a:t>9/4/25</a:t>
            </a:fld>
            <a:endParaRPr lang="en-US"/>
          </a:p>
        </p:txBody>
      </p:sp>
      <p:sp>
        <p:nvSpPr>
          <p:cNvPr id="4" name="Rectangle 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3339835-B4E9-D841-8D94-7CA42FBEC1EA}" type="slidenum">
              <a:rPr lang="en-US" smtClean="0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8246032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F7F1199A-45E4-9E4D-95C0-396A8A9C6F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6803074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41717D89-2D64-4E49-A8B8-D7B9326607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336427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2E873D4E-4EDA-1349-AB14-5DC995BFCD3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8985695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377385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9.xml"/><Relationship Id="rId2" Type="http://schemas.openxmlformats.org/officeDocument/2006/relationships/slideLayout" Target="../slideLayouts/slideLayout8.xml"/><Relationship Id="rId1" Type="http://schemas.openxmlformats.org/officeDocument/2006/relationships/slideLayout" Target="../slideLayouts/slideLayout7.xml"/><Relationship Id="rId5" Type="http://schemas.openxmlformats.org/officeDocument/2006/relationships/theme" Target="../theme/theme2.xml"/><Relationship Id="rId4" Type="http://schemas.openxmlformats.org/officeDocument/2006/relationships/slideLayout" Target="../slideLayouts/slideLayout1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87C6EBB-9D5E-E84A-9BCA-EA7E05FD1C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  <p:sldLayoutId id="2147483660" r:id="rId5"/>
    <p:sldLayoutId id="2147483661" r:id="rId6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87C6EBB-9D5E-E84A-9BCA-EA7E05FD1C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2844878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6" r:id="rId1"/>
    <p:sldLayoutId id="2147483657" r:id="rId2"/>
    <p:sldLayoutId id="2147483658" r:id="rId3"/>
    <p:sldLayoutId id="2147483659" r:id="rId4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b="1" kern="1200">
          <a:solidFill>
            <a:srgbClr val="0000A3"/>
          </a:solidFill>
          <a:latin typeface="+mn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8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9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0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4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8.png"/><Relationship Id="rId4" Type="http://schemas.openxmlformats.org/officeDocument/2006/relationships/image" Target="../media/image6.png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4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4.png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4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4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4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4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4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4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4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4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4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4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4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4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4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tutorialspoint.com/http/http_responses.htm" TargetMode="External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9.png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4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4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4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7" Type="http://schemas.openxmlformats.org/officeDocument/2006/relationships/image" Target="../media/image13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2.png"/><Relationship Id="rId5" Type="http://schemas.openxmlformats.org/officeDocument/2006/relationships/image" Target="../media/image4.png"/><Relationship Id="rId4" Type="http://schemas.openxmlformats.org/officeDocument/2006/relationships/image" Target="../media/image11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2.png"/><Relationship Id="rId5" Type="http://schemas.openxmlformats.org/officeDocument/2006/relationships/image" Target="../media/image4.png"/><Relationship Id="rId4" Type="http://schemas.openxmlformats.org/officeDocument/2006/relationships/image" Target="../media/image11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4.png"/><Relationship Id="rId5" Type="http://schemas.openxmlformats.org/officeDocument/2006/relationships/image" Target="../media/image12.png"/><Relationship Id="rId4" Type="http://schemas.openxmlformats.org/officeDocument/2006/relationships/image" Target="../media/image4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7" Type="http://schemas.openxmlformats.org/officeDocument/2006/relationships/image" Target="../media/image15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4.png"/><Relationship Id="rId5" Type="http://schemas.openxmlformats.org/officeDocument/2006/relationships/image" Target="../media/image12.png"/><Relationship Id="rId4" Type="http://schemas.openxmlformats.org/officeDocument/2006/relationships/image" Target="../media/image4.png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6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8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4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4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4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4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4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4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4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4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4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4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4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4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4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23.png"/><Relationship Id="rId4" Type="http://schemas.openxmlformats.org/officeDocument/2006/relationships/image" Target="../media/image22.png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4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4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4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4.png"/><Relationship Id="rId4" Type="http://schemas.openxmlformats.org/officeDocument/2006/relationships/image" Target="../media/image23.png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4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4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4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jpe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4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4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4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4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4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4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4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4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4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4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4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4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4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4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4.xml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.png"/><Relationship Id="rId13" Type="http://schemas.openxmlformats.org/officeDocument/2006/relationships/image" Target="../media/image37.png"/><Relationship Id="rId18" Type="http://schemas.openxmlformats.org/officeDocument/2006/relationships/image" Target="../media/image42.png"/><Relationship Id="rId3" Type="http://schemas.openxmlformats.org/officeDocument/2006/relationships/image" Target="../media/image27.png"/><Relationship Id="rId21" Type="http://schemas.openxmlformats.org/officeDocument/2006/relationships/image" Target="../media/image45.png"/><Relationship Id="rId7" Type="http://schemas.openxmlformats.org/officeDocument/2006/relationships/image" Target="../media/image31.png"/><Relationship Id="rId12" Type="http://schemas.openxmlformats.org/officeDocument/2006/relationships/image" Target="../media/image36.png"/><Relationship Id="rId17" Type="http://schemas.openxmlformats.org/officeDocument/2006/relationships/image" Target="../media/image41.png"/><Relationship Id="rId2" Type="http://schemas.openxmlformats.org/officeDocument/2006/relationships/notesSlide" Target="../notesSlides/notesSlide90.xml"/><Relationship Id="rId16" Type="http://schemas.openxmlformats.org/officeDocument/2006/relationships/image" Target="../media/image40.png"/><Relationship Id="rId20" Type="http://schemas.openxmlformats.org/officeDocument/2006/relationships/image" Target="../media/image4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0.png"/><Relationship Id="rId11" Type="http://schemas.openxmlformats.org/officeDocument/2006/relationships/image" Target="../media/image35.png"/><Relationship Id="rId5" Type="http://schemas.openxmlformats.org/officeDocument/2006/relationships/image" Target="../media/image29.png"/><Relationship Id="rId15" Type="http://schemas.openxmlformats.org/officeDocument/2006/relationships/image" Target="../media/image39.png"/><Relationship Id="rId10" Type="http://schemas.openxmlformats.org/officeDocument/2006/relationships/image" Target="../media/image34.png"/><Relationship Id="rId19" Type="http://schemas.openxmlformats.org/officeDocument/2006/relationships/image" Target="../media/image43.png"/><Relationship Id="rId4" Type="http://schemas.openxmlformats.org/officeDocument/2006/relationships/image" Target="../media/image28.png"/><Relationship Id="rId9" Type="http://schemas.openxmlformats.org/officeDocument/2006/relationships/image" Target="../media/image33.png"/><Relationship Id="rId14" Type="http://schemas.openxmlformats.org/officeDocument/2006/relationships/image" Target="../media/image38.png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6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46.emf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7.png"/><Relationship Id="rId4" Type="http://schemas.openxmlformats.org/officeDocument/2006/relationships/image" Target="../media/image4.png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49.png"/><Relationship Id="rId4" Type="http://schemas.openxmlformats.org/officeDocument/2006/relationships/image" Target="../media/image48.png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3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4.png"/><Relationship Id="rId4" Type="http://schemas.openxmlformats.org/officeDocument/2006/relationships/image" Target="../media/image23.png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4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3.png"/><Relationship Id="rId5" Type="http://schemas.openxmlformats.org/officeDocument/2006/relationships/image" Target="../media/image52.png"/><Relationship Id="rId4" Type="http://schemas.openxmlformats.org/officeDocument/2006/relationships/image" Target="../media/image51.png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3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3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6.jpeg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6.jpeg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jpeg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9.png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2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1.png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bin"/><Relationship Id="rId7" Type="http://schemas.openxmlformats.org/officeDocument/2006/relationships/image" Target="../media/image65.jpeg"/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4.png"/><Relationship Id="rId5" Type="http://schemas.openxmlformats.org/officeDocument/2006/relationships/image" Target="../media/image63.png"/><Relationship Id="rId4" Type="http://schemas.openxmlformats.org/officeDocument/2006/relationships/image" Target="../media/image62.png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4.png"/><Relationship Id="rId4" Type="http://schemas.openxmlformats.org/officeDocument/2006/relationships/image" Target="../media/image63.png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3.png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3.png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4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4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2.xml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Title 46">
            <a:extLst>
              <a:ext uri="{FF2B5EF4-FFF2-40B4-BE49-F238E27FC236}">
                <a16:creationId xmlns:a16="http://schemas.microsoft.com/office/drawing/2014/main" id="{52D93B9A-31D3-37ED-7B7A-77B4E94326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b="1" dirty="0">
                <a:solidFill>
                  <a:srgbClr val="000099"/>
                </a:solidFill>
                <a:latin typeface="+mj-lt"/>
              </a:rPr>
              <a:t>Chapter 2</a:t>
            </a:r>
            <a:r>
              <a:rPr lang="en-US" altLang="en-US" sz="4800" b="1" dirty="0">
                <a:solidFill>
                  <a:srgbClr val="000099"/>
                </a:solidFill>
                <a:latin typeface="+mj-lt"/>
              </a:rPr>
              <a:t>: </a:t>
            </a:r>
            <a:r>
              <a:rPr lang="en-US" altLang="en-US" sz="4400" b="1" dirty="0">
                <a:solidFill>
                  <a:srgbClr val="000099"/>
                </a:solidFill>
                <a:latin typeface="+mj-lt"/>
              </a:rPr>
              <a:t>Application Layer</a:t>
            </a:r>
            <a:endParaRPr lang="en-US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28DF0E6E-AA3B-EEC8-E3BF-B223373376F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</a:t>
            </a:fld>
            <a:endParaRPr lang="en-US" dirty="0"/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22F41A1F-4173-65A0-74EB-A62E6866C770}"/>
              </a:ext>
            </a:extLst>
          </p:cNvPr>
          <p:cNvSpPr txBox="1">
            <a:spLocks noChangeArrowheads="1"/>
          </p:cNvSpPr>
          <p:nvPr/>
        </p:nvSpPr>
        <p:spPr>
          <a:xfrm>
            <a:off x="1613953" y="1236918"/>
            <a:ext cx="5554663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Wingdings" pitchFamily="2" charset="2"/>
              <a:buNone/>
            </a:pPr>
            <a:r>
              <a:rPr lang="en-US" altLang="en-US" b="1" dirty="0">
                <a:latin typeface="Times New Roman" charset="0"/>
                <a:ea typeface="ＭＳ Ｐゴシック" charset="-128"/>
              </a:rPr>
              <a:t>Applications</a:t>
            </a:r>
          </a:p>
          <a:p>
            <a:pPr marL="0" indent="0" algn="ctr">
              <a:buFont typeface="Wingdings" pitchFamily="2" charset="2"/>
              <a:buNone/>
            </a:pPr>
            <a:r>
              <a:rPr lang="is-IS" altLang="en-US" dirty="0">
                <a:latin typeface="Times New Roman" charset="0"/>
                <a:ea typeface="ＭＳ Ｐゴシック" charset="-128"/>
              </a:rPr>
              <a:t>… built on ...</a:t>
            </a:r>
          </a:p>
          <a:p>
            <a:pPr marL="0" indent="0" algn="ctr">
              <a:buFont typeface="Wingdings" pitchFamily="2" charset="2"/>
              <a:buNone/>
            </a:pPr>
            <a:r>
              <a:rPr lang="en-US" altLang="en-US" b="1" dirty="0">
                <a:solidFill>
                  <a:schemeClr val="bg1">
                    <a:lumMod val="85000"/>
                  </a:schemeClr>
                </a:solidFill>
                <a:latin typeface="Times New Roman" charset="0"/>
                <a:ea typeface="ＭＳ Ｐゴシック" charset="-128"/>
              </a:rPr>
              <a:t>R</a:t>
            </a:r>
            <a:r>
              <a:rPr lang="is-IS" altLang="en-US" b="1" dirty="0">
                <a:solidFill>
                  <a:schemeClr val="bg1">
                    <a:lumMod val="85000"/>
                  </a:schemeClr>
                </a:solidFill>
                <a:latin typeface="Times New Roman" charset="0"/>
                <a:ea typeface="ＭＳ Ｐゴシック" charset="-128"/>
              </a:rPr>
              <a:t>eliable (or unreliable) transport </a:t>
            </a:r>
          </a:p>
          <a:p>
            <a:pPr marL="0" indent="0" algn="ctr">
              <a:buFont typeface="Wingdings" pitchFamily="2" charset="2"/>
              <a:buNone/>
            </a:pPr>
            <a:r>
              <a:rPr lang="is-IS" altLang="en-US" dirty="0">
                <a:solidFill>
                  <a:schemeClr val="bg1">
                    <a:lumMod val="85000"/>
                  </a:schemeClr>
                </a:solidFill>
                <a:latin typeface="Times New Roman" charset="0"/>
                <a:ea typeface="ＭＳ Ｐゴシック" charset="-128"/>
              </a:rPr>
              <a:t>… built on ...</a:t>
            </a:r>
          </a:p>
          <a:p>
            <a:pPr marL="0" indent="0" algn="ctr">
              <a:buFont typeface="Wingdings" pitchFamily="2" charset="2"/>
              <a:buNone/>
            </a:pPr>
            <a:r>
              <a:rPr lang="en-US" altLang="en-US" b="1" dirty="0">
                <a:solidFill>
                  <a:schemeClr val="bg1">
                    <a:lumMod val="85000"/>
                  </a:schemeClr>
                </a:solidFill>
                <a:latin typeface="Times New Roman" charset="0"/>
                <a:ea typeface="ＭＳ Ｐゴシック" charset="-128"/>
              </a:rPr>
              <a:t>Best-effort global packet delivery </a:t>
            </a:r>
          </a:p>
          <a:p>
            <a:pPr marL="0" indent="0" algn="ctr">
              <a:buFont typeface="Wingdings" pitchFamily="2" charset="2"/>
              <a:buNone/>
            </a:pPr>
            <a:r>
              <a:rPr lang="is-IS" altLang="en-US" dirty="0">
                <a:solidFill>
                  <a:schemeClr val="bg1">
                    <a:lumMod val="85000"/>
                  </a:schemeClr>
                </a:solidFill>
                <a:latin typeface="Times New Roman" charset="0"/>
                <a:ea typeface="ＭＳ Ｐゴシック" charset="-128"/>
              </a:rPr>
              <a:t>… built on ...</a:t>
            </a:r>
          </a:p>
          <a:p>
            <a:pPr marL="0" indent="0" algn="ctr">
              <a:buFont typeface="Wingdings" pitchFamily="2" charset="2"/>
              <a:buNone/>
            </a:pPr>
            <a:r>
              <a:rPr lang="en-US" altLang="en-US" b="1" dirty="0">
                <a:solidFill>
                  <a:schemeClr val="bg1">
                    <a:lumMod val="85000"/>
                  </a:schemeClr>
                </a:solidFill>
                <a:latin typeface="Times New Roman" charset="0"/>
                <a:ea typeface="ＭＳ Ｐゴシック" charset="-128"/>
              </a:rPr>
              <a:t>Best-effort local packet delivery </a:t>
            </a:r>
          </a:p>
          <a:p>
            <a:pPr marL="0" indent="0" algn="ctr">
              <a:buFont typeface="Wingdings" pitchFamily="2" charset="2"/>
              <a:buNone/>
            </a:pPr>
            <a:r>
              <a:rPr lang="is-IS" altLang="en-US" dirty="0">
                <a:solidFill>
                  <a:schemeClr val="bg1">
                    <a:lumMod val="85000"/>
                  </a:schemeClr>
                </a:solidFill>
                <a:latin typeface="Times New Roman" charset="0"/>
                <a:ea typeface="ＭＳ Ｐゴシック" charset="-128"/>
              </a:rPr>
              <a:t>… built on ...</a:t>
            </a:r>
          </a:p>
          <a:p>
            <a:pPr marL="0" indent="0" algn="ctr">
              <a:buFont typeface="Wingdings" pitchFamily="2" charset="2"/>
              <a:buNone/>
            </a:pPr>
            <a:r>
              <a:rPr lang="en-US" altLang="en-US" dirty="0">
                <a:solidFill>
                  <a:schemeClr val="bg1">
                    <a:lumMod val="85000"/>
                  </a:schemeClr>
                </a:solidFill>
                <a:latin typeface="Times New Roman" charset="0"/>
                <a:ea typeface="ＭＳ Ｐゴシック" charset="-128"/>
              </a:rPr>
              <a:t>Physical transfer of bits </a:t>
            </a:r>
          </a:p>
          <a:p>
            <a:pPr marL="0" indent="0">
              <a:lnSpc>
                <a:spcPct val="80000"/>
              </a:lnSpc>
              <a:buFont typeface="Wingdings" pitchFamily="2" charset="2"/>
              <a:buNone/>
            </a:pPr>
            <a:endParaRPr lang="en-US" altLang="en-US" dirty="0">
              <a:latin typeface="Gill Sans MT" charset="0"/>
              <a:ea typeface="ＭＳ Ｐゴシック" charset="-128"/>
            </a:endParaRPr>
          </a:p>
        </p:txBody>
      </p:sp>
      <p:sp>
        <p:nvSpPr>
          <p:cNvPr id="5" name="Freeform 10">
            <a:extLst>
              <a:ext uri="{FF2B5EF4-FFF2-40B4-BE49-F238E27FC236}">
                <a16:creationId xmlns:a16="http://schemas.microsoft.com/office/drawing/2014/main" id="{E95AEB64-FDB7-E25B-D52C-9B06D5AA06A5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012187" y="140040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" name="Group 950">
            <a:extLst>
              <a:ext uri="{FF2B5EF4-FFF2-40B4-BE49-F238E27FC236}">
                <a16:creationId xmlns:a16="http://schemas.microsoft.com/office/drawing/2014/main" id="{5FA1BF02-5C42-DD6D-F910-3E73863ECC8B}"/>
              </a:ext>
            </a:extLst>
          </p:cNvPr>
          <p:cNvGrpSpPr>
            <a:grpSpLocks/>
          </p:cNvGrpSpPr>
          <p:nvPr/>
        </p:nvGrpSpPr>
        <p:grpSpPr bwMode="auto">
          <a:xfrm>
            <a:off x="10203293" y="4785114"/>
            <a:ext cx="374754" cy="833726"/>
            <a:chOff x="4140" y="429"/>
            <a:chExt cx="1425" cy="2396"/>
          </a:xfrm>
        </p:grpSpPr>
        <p:sp>
          <p:nvSpPr>
            <p:cNvPr id="7" name="Freeform 951">
              <a:extLst>
                <a:ext uri="{FF2B5EF4-FFF2-40B4-BE49-F238E27FC236}">
                  <a16:creationId xmlns:a16="http://schemas.microsoft.com/office/drawing/2014/main" id="{BFCABE1B-FAFC-7E1D-154B-8B928C70C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" name="Rectangle 952">
              <a:extLst>
                <a:ext uri="{FF2B5EF4-FFF2-40B4-BE49-F238E27FC236}">
                  <a16:creationId xmlns:a16="http://schemas.microsoft.com/office/drawing/2014/main" id="{15054CA4-3FDF-620D-27E2-1BB457D24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9" name="Freeform 953">
              <a:extLst>
                <a:ext uri="{FF2B5EF4-FFF2-40B4-BE49-F238E27FC236}">
                  <a16:creationId xmlns:a16="http://schemas.microsoft.com/office/drawing/2014/main" id="{66C54FEE-EB3B-6A13-2732-195C51CB9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Freeform 954">
              <a:extLst>
                <a:ext uri="{FF2B5EF4-FFF2-40B4-BE49-F238E27FC236}">
                  <a16:creationId xmlns:a16="http://schemas.microsoft.com/office/drawing/2014/main" id="{2314E321-E6B1-66A5-5811-560402565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" name="Rectangle 955">
              <a:extLst>
                <a:ext uri="{FF2B5EF4-FFF2-40B4-BE49-F238E27FC236}">
                  <a16:creationId xmlns:a16="http://schemas.microsoft.com/office/drawing/2014/main" id="{99423124-C200-6168-354A-CA3A157423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2" name="Group 956">
              <a:extLst>
                <a:ext uri="{FF2B5EF4-FFF2-40B4-BE49-F238E27FC236}">
                  <a16:creationId xmlns:a16="http://schemas.microsoft.com/office/drawing/2014/main" id="{C5294683-0B19-A662-C394-A3515A9CEE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7" name="AutoShape 957">
                <a:extLst>
                  <a:ext uri="{FF2B5EF4-FFF2-40B4-BE49-F238E27FC236}">
                    <a16:creationId xmlns:a16="http://schemas.microsoft.com/office/drawing/2014/main" id="{A2872C49-12C3-09C1-6F58-A5915BD550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8" name="AutoShape 958">
                <a:extLst>
                  <a:ext uri="{FF2B5EF4-FFF2-40B4-BE49-F238E27FC236}">
                    <a16:creationId xmlns:a16="http://schemas.microsoft.com/office/drawing/2014/main" id="{6E7921BF-0CE5-FB6A-0FFF-196995E45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Rectangle 959">
              <a:extLst>
                <a:ext uri="{FF2B5EF4-FFF2-40B4-BE49-F238E27FC236}">
                  <a16:creationId xmlns:a16="http://schemas.microsoft.com/office/drawing/2014/main" id="{B0485E57-AC81-5795-DA7C-00BBCA35E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4" name="Group 960">
              <a:extLst>
                <a:ext uri="{FF2B5EF4-FFF2-40B4-BE49-F238E27FC236}">
                  <a16:creationId xmlns:a16="http://schemas.microsoft.com/office/drawing/2014/main" id="{49AB8F27-6DD2-200B-3380-1553554541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5" name="AutoShape 961">
                <a:extLst>
                  <a:ext uri="{FF2B5EF4-FFF2-40B4-BE49-F238E27FC236}">
                    <a16:creationId xmlns:a16="http://schemas.microsoft.com/office/drawing/2014/main" id="{F7501550-9DA2-1DF1-803E-F8763ACC3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6" name="AutoShape 962">
                <a:extLst>
                  <a:ext uri="{FF2B5EF4-FFF2-40B4-BE49-F238E27FC236}">
                    <a16:creationId xmlns:a16="http://schemas.microsoft.com/office/drawing/2014/main" id="{9FAEBC2F-EA5D-6B93-28CA-33FB2EF54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Rectangle 963">
              <a:extLst>
                <a:ext uri="{FF2B5EF4-FFF2-40B4-BE49-F238E27FC236}">
                  <a16:creationId xmlns:a16="http://schemas.microsoft.com/office/drawing/2014/main" id="{4EB9BC82-75A2-D51A-8EF6-536887168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6" name="Rectangle 964">
              <a:extLst>
                <a:ext uri="{FF2B5EF4-FFF2-40B4-BE49-F238E27FC236}">
                  <a16:creationId xmlns:a16="http://schemas.microsoft.com/office/drawing/2014/main" id="{88FF9308-D266-4C5D-E9D6-863227C2A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" name="Group 965">
              <a:extLst>
                <a:ext uri="{FF2B5EF4-FFF2-40B4-BE49-F238E27FC236}">
                  <a16:creationId xmlns:a16="http://schemas.microsoft.com/office/drawing/2014/main" id="{3AA307B2-6BE5-9CD6-DDB9-DF2670A6D4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3" name="AutoShape 966">
                <a:extLst>
                  <a:ext uri="{FF2B5EF4-FFF2-40B4-BE49-F238E27FC236}">
                    <a16:creationId xmlns:a16="http://schemas.microsoft.com/office/drawing/2014/main" id="{9982FFC5-B588-915B-AB63-B67A73AA21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4" name="AutoShape 967">
                <a:extLst>
                  <a:ext uri="{FF2B5EF4-FFF2-40B4-BE49-F238E27FC236}">
                    <a16:creationId xmlns:a16="http://schemas.microsoft.com/office/drawing/2014/main" id="{987C22C5-720D-0299-A16B-D1931A7A73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" name="Freeform 968">
              <a:extLst>
                <a:ext uri="{FF2B5EF4-FFF2-40B4-BE49-F238E27FC236}">
                  <a16:creationId xmlns:a16="http://schemas.microsoft.com/office/drawing/2014/main" id="{AB1E33D2-900B-8F82-03AD-C05772D1D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9" name="Group 969">
              <a:extLst>
                <a:ext uri="{FF2B5EF4-FFF2-40B4-BE49-F238E27FC236}">
                  <a16:creationId xmlns:a16="http://schemas.microsoft.com/office/drawing/2014/main" id="{B170BD30-8857-5CC9-C389-25987B3EF0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" name="AutoShape 970">
                <a:extLst>
                  <a:ext uri="{FF2B5EF4-FFF2-40B4-BE49-F238E27FC236}">
                    <a16:creationId xmlns:a16="http://schemas.microsoft.com/office/drawing/2014/main" id="{5ED6DC4F-EB12-4F56-8E26-4654E127A9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2" name="AutoShape 971">
                <a:extLst>
                  <a:ext uri="{FF2B5EF4-FFF2-40B4-BE49-F238E27FC236}">
                    <a16:creationId xmlns:a16="http://schemas.microsoft.com/office/drawing/2014/main" id="{E4E347CF-CF2E-87A8-07BE-1F27BEAC25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0" name="Rectangle 972">
              <a:extLst>
                <a:ext uri="{FF2B5EF4-FFF2-40B4-BE49-F238E27FC236}">
                  <a16:creationId xmlns:a16="http://schemas.microsoft.com/office/drawing/2014/main" id="{5F1896C8-4421-476C-BA9E-6B2DE5624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" name="Freeform 973">
              <a:extLst>
                <a:ext uri="{FF2B5EF4-FFF2-40B4-BE49-F238E27FC236}">
                  <a16:creationId xmlns:a16="http://schemas.microsoft.com/office/drawing/2014/main" id="{258A76F4-7509-7114-59D8-495B3BDF7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" name="Freeform 974">
              <a:extLst>
                <a:ext uri="{FF2B5EF4-FFF2-40B4-BE49-F238E27FC236}">
                  <a16:creationId xmlns:a16="http://schemas.microsoft.com/office/drawing/2014/main" id="{709E752C-6443-F08A-27CD-48632E823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" name="Oval 975">
              <a:extLst>
                <a:ext uri="{FF2B5EF4-FFF2-40B4-BE49-F238E27FC236}">
                  <a16:creationId xmlns:a16="http://schemas.microsoft.com/office/drawing/2014/main" id="{4339FC2C-9CD6-A0D4-610F-1C8BC688D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4" name="Freeform 976">
              <a:extLst>
                <a:ext uri="{FF2B5EF4-FFF2-40B4-BE49-F238E27FC236}">
                  <a16:creationId xmlns:a16="http://schemas.microsoft.com/office/drawing/2014/main" id="{9AB21E6C-8519-DB0B-C4AC-663F5D524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" name="AutoShape 977">
              <a:extLst>
                <a:ext uri="{FF2B5EF4-FFF2-40B4-BE49-F238E27FC236}">
                  <a16:creationId xmlns:a16="http://schemas.microsoft.com/office/drawing/2014/main" id="{34689C98-109D-7864-8CFC-B2223086E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6" name="AutoShape 978">
              <a:extLst>
                <a:ext uri="{FF2B5EF4-FFF2-40B4-BE49-F238E27FC236}">
                  <a16:creationId xmlns:a16="http://schemas.microsoft.com/office/drawing/2014/main" id="{E670EB26-D52B-1342-9177-94BE4FBCD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7" name="Oval 979">
              <a:extLst>
                <a:ext uri="{FF2B5EF4-FFF2-40B4-BE49-F238E27FC236}">
                  <a16:creationId xmlns:a16="http://schemas.microsoft.com/office/drawing/2014/main" id="{B97660B9-AE8D-8944-B2C1-AFFD9C7D17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8" name="Oval 980">
              <a:extLst>
                <a:ext uri="{FF2B5EF4-FFF2-40B4-BE49-F238E27FC236}">
                  <a16:creationId xmlns:a16="http://schemas.microsoft.com/office/drawing/2014/main" id="{45A8A82E-4FB2-1933-C17C-08F17F59D3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9" name="Oval 981">
              <a:extLst>
                <a:ext uri="{FF2B5EF4-FFF2-40B4-BE49-F238E27FC236}">
                  <a16:creationId xmlns:a16="http://schemas.microsoft.com/office/drawing/2014/main" id="{43833DC2-B634-A3D6-C880-8D03AAFCB5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0" name="Rectangle 982">
              <a:extLst>
                <a:ext uri="{FF2B5EF4-FFF2-40B4-BE49-F238E27FC236}">
                  <a16:creationId xmlns:a16="http://schemas.microsoft.com/office/drawing/2014/main" id="{26991209-8195-484E-F83A-9D6922ED7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D7EFEE17-EE91-B2ED-42F6-C898674D0BBE}"/>
              </a:ext>
            </a:extLst>
          </p:cNvPr>
          <p:cNvGrpSpPr/>
          <p:nvPr/>
        </p:nvGrpSpPr>
        <p:grpSpPr>
          <a:xfrm>
            <a:off x="8317030" y="1236918"/>
            <a:ext cx="1765726" cy="4034752"/>
            <a:chOff x="1484027" y="1706480"/>
            <a:chExt cx="1765726" cy="4034752"/>
          </a:xfrm>
        </p:grpSpPr>
        <p:sp>
          <p:nvSpPr>
            <p:cNvPr id="40" name="Rectangle 24">
              <a:extLst>
                <a:ext uri="{FF2B5EF4-FFF2-40B4-BE49-F238E27FC236}">
                  <a16:creationId xmlns:a16="http://schemas.microsoft.com/office/drawing/2014/main" id="{EFB97C61-C87C-F1EC-D416-4880D0779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1" name="Text Box 26">
              <a:extLst>
                <a:ext uri="{FF2B5EF4-FFF2-40B4-BE49-F238E27FC236}">
                  <a16:creationId xmlns:a16="http://schemas.microsoft.com/office/drawing/2014/main" id="{D3D80EA6-250D-D74B-C28B-7F25C77FEF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8AD1F0B8-B850-2242-DC7F-CBA17DF4867E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089010DC-46E9-C32A-1814-DB789043A434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3B220E-87D7-6D22-E870-302DCD70BA5C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E7E1DAD7-AA1B-054D-0BBC-253CD42CA31F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" name="Rectangle 45">
            <a:extLst>
              <a:ext uri="{FF2B5EF4-FFF2-40B4-BE49-F238E27FC236}">
                <a16:creationId xmlns:a16="http://schemas.microsoft.com/office/drawing/2014/main" id="{886CE080-9660-607A-480D-17F044D483F4}"/>
              </a:ext>
            </a:extLst>
          </p:cNvPr>
          <p:cNvSpPr/>
          <p:nvPr/>
        </p:nvSpPr>
        <p:spPr>
          <a:xfrm>
            <a:off x="-3161" y="6915988"/>
            <a:ext cx="121920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en-US" dirty="0">
                <a:solidFill>
                  <a:srgbClr val="FF0000"/>
                </a:solidFill>
                <a:latin typeface="Gill Sans MT" charset="0"/>
                <a:ea typeface="Gill Sans MT" charset="0"/>
                <a:cs typeface="Gill Sans MT" charset="0"/>
              </a:rPr>
              <a:t>Source: Scott </a:t>
            </a:r>
            <a:r>
              <a:rPr lang="en-US" altLang="en-US" dirty="0" err="1">
                <a:solidFill>
                  <a:srgbClr val="FF0000"/>
                </a:solidFill>
                <a:latin typeface="Gill Sans MT" charset="0"/>
                <a:ea typeface="Gill Sans MT" charset="0"/>
                <a:cs typeface="Gill Sans MT" charset="0"/>
              </a:rPr>
              <a:t>Shenker</a:t>
            </a:r>
            <a:r>
              <a:rPr lang="en-US" altLang="en-US" dirty="0">
                <a:solidFill>
                  <a:srgbClr val="FF0000"/>
                </a:solidFill>
                <a:latin typeface="Gill Sans MT" charset="0"/>
                <a:ea typeface="Gill Sans MT" charset="0"/>
                <a:cs typeface="Gill Sans MT" charset="0"/>
              </a:rPr>
              <a:t> (UC Berkeley): slide 7 at </a:t>
            </a:r>
            <a:r>
              <a:rPr lang="en-US" dirty="0">
                <a:solidFill>
                  <a:srgbClr val="FF0000"/>
                </a:solidFill>
                <a:latin typeface="Gill Sans MT" charset="0"/>
                <a:ea typeface="Gill Sans MT" charset="0"/>
                <a:cs typeface="Gill Sans MT" charset="0"/>
              </a:rPr>
              <a:t>The Future of Networking, and the Past of Protocols</a:t>
            </a:r>
            <a:endParaRPr lang="en-US" altLang="en-US" dirty="0">
              <a:solidFill>
                <a:srgbClr val="FF0000"/>
              </a:solidFill>
              <a:latin typeface="Gill Sans MT" charset="0"/>
              <a:ea typeface="Gill Sans MT" charset="0"/>
              <a:cs typeface="Gill Sans MT" charset="0"/>
            </a:endParaRPr>
          </a:p>
          <a:p>
            <a:pPr algn="ctr"/>
            <a:r>
              <a:rPr lang="en-US" altLang="en-US" dirty="0">
                <a:solidFill>
                  <a:srgbClr val="FF0000"/>
                </a:solidFill>
                <a:latin typeface="Gill Sans MT" charset="0"/>
                <a:ea typeface="Gill Sans MT" charset="0"/>
                <a:cs typeface="Gill Sans MT" charset="0"/>
              </a:rPr>
              <a:t>https://</a:t>
            </a:r>
            <a:r>
              <a:rPr lang="en-US" altLang="en-US" dirty="0" err="1">
                <a:solidFill>
                  <a:srgbClr val="FF0000"/>
                </a:solidFill>
                <a:latin typeface="Gill Sans MT" charset="0"/>
                <a:ea typeface="Gill Sans MT" charset="0"/>
                <a:cs typeface="Gill Sans MT" charset="0"/>
              </a:rPr>
              <a:t>www.youtube.com</a:t>
            </a:r>
            <a:r>
              <a:rPr lang="en-US" altLang="en-US" dirty="0">
                <a:solidFill>
                  <a:srgbClr val="FF0000"/>
                </a:solidFill>
                <a:latin typeface="Gill Sans MT" charset="0"/>
                <a:ea typeface="Gill Sans MT" charset="0"/>
                <a:cs typeface="Gill Sans MT" charset="0"/>
              </a:rPr>
              <a:t>/</a:t>
            </a:r>
            <a:r>
              <a:rPr lang="en-US" altLang="en-US" dirty="0" err="1">
                <a:solidFill>
                  <a:srgbClr val="FF0000"/>
                </a:solidFill>
                <a:latin typeface="Gill Sans MT" charset="0"/>
                <a:ea typeface="Gill Sans MT" charset="0"/>
                <a:cs typeface="Gill Sans MT" charset="0"/>
              </a:rPr>
              <a:t>watch?v</a:t>
            </a:r>
            <a:r>
              <a:rPr lang="en-US" altLang="en-US" dirty="0">
                <a:solidFill>
                  <a:srgbClr val="FF0000"/>
                </a:solidFill>
                <a:latin typeface="Gill Sans MT" charset="0"/>
                <a:ea typeface="Gill Sans MT" charset="0"/>
                <a:cs typeface="Gill Sans MT" charset="0"/>
              </a:rPr>
              <a:t>=YHeyuD89n1Y&amp;t=111s</a:t>
            </a:r>
          </a:p>
          <a:p>
            <a:pPr algn="ctr"/>
            <a:endParaRPr lang="en-US" altLang="en-US" dirty="0">
              <a:solidFill>
                <a:srgbClr val="FF0000"/>
              </a:solidFill>
              <a:latin typeface="Gill Sans MT" charset="0"/>
              <a:ea typeface="Gill Sans MT" charset="0"/>
              <a:cs typeface="Gill Sans MT" charset="0"/>
            </a:endParaRPr>
          </a:p>
        </p:txBody>
      </p:sp>
      <p:sp>
        <p:nvSpPr>
          <p:cNvPr id="2" name="Rectangle 3">
            <a:extLst>
              <a:ext uri="{FF2B5EF4-FFF2-40B4-BE49-F238E27FC236}">
                <a16:creationId xmlns:a16="http://schemas.microsoft.com/office/drawing/2014/main" id="{2FDFDDCC-C19C-AD86-853D-3D5F241BD4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8183" y="-278792"/>
            <a:ext cx="7780865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endParaRPr lang="en-US" altLang="en-US" sz="5400" b="1" dirty="0">
              <a:solidFill>
                <a:srgbClr val="000099"/>
              </a:solidFill>
              <a:latin typeface="+mj-lt"/>
            </a:endParaRPr>
          </a:p>
        </p:txBody>
      </p:sp>
      <p:sp>
        <p:nvSpPr>
          <p:cNvPr id="49" name="Text Box 6">
            <a:extLst>
              <a:ext uri="{FF2B5EF4-FFF2-40B4-BE49-F238E27FC236}">
                <a16:creationId xmlns:a16="http://schemas.microsoft.com/office/drawing/2014/main" id="{F8B967B4-F5F3-D024-3F66-E1F2A3A62C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161" y="5993493"/>
            <a:ext cx="8132096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>
                <a:solidFill>
                  <a:srgbClr val="FF0000"/>
                </a:solidFill>
                <a:latin typeface="+mn-lt"/>
              </a:rPr>
              <a:t>The source PowerPoint slides are public available, provided by Authors (JFK/KWR). They are revised for CS536@Purdue. </a:t>
            </a:r>
            <a:endParaRPr lang="en-US" altLang="en-US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8235467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4400" dirty="0">
                <a:cs typeface="Calibri" panose="020F0502020204030204" pitchFamily="34" charset="0"/>
              </a:rPr>
              <a:t>Application layer: goals</a:t>
            </a:r>
            <a:endParaRPr lang="en-US" dirty="0"/>
          </a:p>
        </p:txBody>
      </p:sp>
      <p:sp>
        <p:nvSpPr>
          <p:cNvPr id="21509" name="Rectangle 3"/>
          <p:cNvSpPr>
            <a:spLocks noGrp="1" noChangeArrowheads="1"/>
          </p:cNvSpPr>
          <p:nvPr>
            <p:ph sz="half" idx="1"/>
          </p:nvPr>
        </p:nvSpPr>
        <p:spPr/>
        <p:txBody>
          <a:bodyPr/>
          <a:lstStyle/>
          <a:p>
            <a:r>
              <a:rPr lang="en-US" dirty="0">
                <a:latin typeface="Gill Sans MT" charset="0"/>
              </a:rPr>
              <a:t>conceptual, implementation aspects of network application protocols</a:t>
            </a:r>
          </a:p>
          <a:p>
            <a:pPr lvl="1"/>
            <a:r>
              <a:rPr lang="en-US" dirty="0">
                <a:latin typeface="Gill Sans MT" charset="0"/>
              </a:rPr>
              <a:t>transport-layer service models</a:t>
            </a:r>
          </a:p>
          <a:p>
            <a:pPr lvl="1"/>
            <a:r>
              <a:rPr lang="en-US" dirty="0">
                <a:latin typeface="Gill Sans MT" charset="0"/>
              </a:rPr>
              <a:t>client-server paradigm</a:t>
            </a:r>
          </a:p>
          <a:p>
            <a:pPr lvl="1"/>
            <a:r>
              <a:rPr lang="en-US" dirty="0">
                <a:latin typeface="Gill Sans MT" charset="0"/>
              </a:rPr>
              <a:t>peer-to-peer paradigm</a:t>
            </a:r>
            <a:endParaRPr lang="en-US" sz="2000" dirty="0">
              <a:latin typeface="Gill Sans MT" charset="0"/>
            </a:endParaRPr>
          </a:p>
        </p:txBody>
      </p:sp>
      <p:sp>
        <p:nvSpPr>
          <p:cNvPr id="21510" name="Rectangle 4"/>
          <p:cNvSpPr>
            <a:spLocks noGrp="1" noChangeArrowheads="1"/>
          </p:cNvSpPr>
          <p:nvPr>
            <p:ph sz="half" idx="2"/>
          </p:nvPr>
        </p:nvSpPr>
        <p:spPr/>
        <p:txBody>
          <a:bodyPr/>
          <a:lstStyle/>
          <a:p>
            <a:r>
              <a:rPr lang="en-US" dirty="0">
                <a:latin typeface="Gill Sans MT" charset="0"/>
              </a:rPr>
              <a:t>learn about protocols by examining popular application-level protocols</a:t>
            </a:r>
          </a:p>
          <a:p>
            <a:pPr lvl="1"/>
            <a:r>
              <a:rPr lang="en-US" sz="2000" dirty="0">
                <a:latin typeface="Gill Sans MT" charset="0"/>
              </a:rPr>
              <a:t>HTTP</a:t>
            </a:r>
          </a:p>
          <a:p>
            <a:pPr lvl="1"/>
            <a:r>
              <a:rPr lang="en-US" sz="2000" dirty="0">
                <a:latin typeface="Gill Sans MT" charset="0"/>
              </a:rPr>
              <a:t>SMTP / POP3 / IMAP</a:t>
            </a:r>
          </a:p>
          <a:p>
            <a:pPr lvl="1"/>
            <a:r>
              <a:rPr lang="en-US" sz="2000" dirty="0">
                <a:latin typeface="Gill Sans MT" charset="0"/>
              </a:rPr>
              <a:t>DNS</a:t>
            </a:r>
          </a:p>
          <a:p>
            <a:pPr lvl="1"/>
            <a:r>
              <a:rPr lang="en-US" sz="2000" strike="sngStrike" dirty="0">
                <a:latin typeface="Gill Sans MT" charset="0"/>
              </a:rPr>
              <a:t>P2P</a:t>
            </a:r>
          </a:p>
          <a:p>
            <a:pPr lvl="1"/>
            <a:r>
              <a:rPr lang="en-US" sz="2000" dirty="0">
                <a:latin typeface="Gill Sans MT" charset="0"/>
              </a:rPr>
              <a:t>Video streaming</a:t>
            </a:r>
          </a:p>
          <a:p>
            <a:pPr marL="457200" lvl="1" indent="0">
              <a:buNone/>
            </a:pPr>
            <a:endParaRPr lang="en-US" sz="2000" dirty="0">
              <a:latin typeface="Gill Sans MT" charset="0"/>
            </a:endParaRPr>
          </a:p>
          <a:p>
            <a:r>
              <a:rPr lang="en-US" dirty="0">
                <a:latin typeface="Gill Sans MT" charset="0"/>
              </a:rPr>
              <a:t>creating network applications</a:t>
            </a:r>
          </a:p>
          <a:p>
            <a:pPr lvl="1"/>
            <a:r>
              <a:rPr lang="en-US" dirty="0">
                <a:latin typeface="Gill Sans MT" charset="0"/>
              </a:rPr>
              <a:t>socket API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67AF236F-66A8-B544-BBE0-9AB42A2BBF49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 bwMode="auto">
          <a:xfrm>
            <a:off x="11515725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sz="1200" kern="1200">
                <a:solidFill>
                  <a:schemeClr val="tx1"/>
                </a:solidFill>
                <a:latin typeface="Tahoma" charset="0"/>
                <a:ea typeface="ＭＳ Ｐゴシック" charset="0"/>
                <a:cs typeface="ＭＳ Ｐゴシック" charset="0"/>
              </a:defRPr>
            </a:lvl1pPr>
            <a:lvl2pPr marL="4572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2pPr>
            <a:lvl3pPr marL="9144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3pPr>
            <a:lvl4pPr marL="1371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4pPr>
            <a:lvl5pPr marL="18288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9pPr>
          </a:lstStyle>
          <a:p>
            <a:pPr>
              <a:defRPr/>
            </a:pPr>
            <a:fld id="{F9CF3EC9-FCE7-224A-A96A-1847684BB860}" type="slidenum">
              <a:rPr lang="en-US" smtClean="0"/>
              <a:pPr>
                <a:defRPr/>
              </a:pPr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16372192"/>
      </p:ext>
    </p:extLst>
  </p:cSld>
  <p:clrMapOvr>
    <a:masterClrMapping/>
  </p:clrMapOvr>
  <p:transition spd="slow"/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Application layer: overview</a:t>
            </a:r>
            <a:endParaRPr lang="en-US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809242" y="1870563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Principles of network applications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Web and HTTP</a:t>
            </a:r>
          </a:p>
          <a:p>
            <a:pPr marL="401638" indent="-401638">
              <a:buClr>
                <a:srgbClr val="0000A8"/>
              </a:buClr>
              <a:defRPr/>
            </a:pPr>
            <a:r>
              <a:rPr 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E-mail, SMTP, IMAP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The Domain Name System DNS</a:t>
            </a:r>
          </a:p>
          <a:p>
            <a:endParaRPr lang="en-US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FE695BD-369F-8C4A-ACAD-42671E1C0719}"/>
              </a:ext>
            </a:extLst>
          </p:cNvPr>
          <p:cNvSpPr txBox="1">
            <a:spLocks noChangeArrowheads="1"/>
          </p:cNvSpPr>
          <p:nvPr/>
        </p:nvSpPr>
        <p:spPr>
          <a:xfrm>
            <a:off x="6557554" y="1422888"/>
            <a:ext cx="5405262" cy="4799013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strike="sngStrike" dirty="0">
                <a:ea typeface="ＭＳ Ｐゴシック" panose="020B0600070205080204" pitchFamily="34" charset="-128"/>
              </a:rPr>
              <a:t>P2P applications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video streaming and content distribution networks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socket programming with UDP and TCP</a:t>
            </a:r>
          </a:p>
          <a:p>
            <a:pPr>
              <a:buFont typeface="Wingdings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  <p:pic>
        <p:nvPicPr>
          <p:cNvPr id="2" name="Picture 1" descr="Kurose&amp;Ross 8th edition photo">
            <a:extLst>
              <a:ext uri="{FF2B5EF4-FFF2-40B4-BE49-F238E27FC236}">
                <a16:creationId xmlns:a16="http://schemas.microsoft.com/office/drawing/2014/main" id="{9A5ACF32-D696-6E5C-97D2-6D99A5DBFD6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7391" y="4125913"/>
            <a:ext cx="3087757" cy="23158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73294308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803" name="Group 802">
            <a:extLst>
              <a:ext uri="{FF2B5EF4-FFF2-40B4-BE49-F238E27FC236}">
                <a16:creationId xmlns:a16="http://schemas.microsoft.com/office/drawing/2014/main" id="{4429D23B-C424-D54E-A99F-D3FC646B3D08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grpSp>
          <p:nvGrpSpPr>
            <p:cNvPr id="800" name="Group 799">
              <a:extLst>
                <a:ext uri="{FF2B5EF4-FFF2-40B4-BE49-F238E27FC236}">
                  <a16:creationId xmlns:a16="http://schemas.microsoft.com/office/drawing/2014/main" id="{C0FB38C4-8D4E-FD46-8BA5-A01F983C9AF5}"/>
                </a:ext>
              </a:extLst>
            </p:cNvPr>
            <p:cNvGrpSpPr/>
            <p:nvPr/>
          </p:nvGrpSpPr>
          <p:grpSpPr>
            <a:xfrm>
              <a:off x="7857253" y="2127325"/>
              <a:ext cx="3283852" cy="3640283"/>
              <a:chOff x="7881336" y="2104198"/>
              <a:chExt cx="3283852" cy="3640283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13692" y="5228612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" name="Line 430">
                <a:extLst>
                  <a:ext uri="{FF2B5EF4-FFF2-40B4-BE49-F238E27FC236}">
                    <a16:creationId xmlns:a16="http://schemas.microsoft.com/office/drawing/2014/main" id="{3188928B-5976-7142-B509-B67C32631B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34009" y="5382159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" name="Line 431">
                <a:extLst>
                  <a:ext uri="{FF2B5EF4-FFF2-40B4-BE49-F238E27FC236}">
                    <a16:creationId xmlns:a16="http://schemas.microsoft.com/office/drawing/2014/main" id="{B61C3274-819B-1A4B-9892-BC7A0AB4BF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7042" y="4815390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" name="Line 432">
                <a:extLst>
                  <a:ext uri="{FF2B5EF4-FFF2-40B4-BE49-F238E27FC236}">
                    <a16:creationId xmlns:a16="http://schemas.microsoft.com/office/drawing/2014/main" id="{6434324A-C183-F645-84E8-7170D215D0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4149" y="4815390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Line 433">
                <a:extLst>
                  <a:ext uri="{FF2B5EF4-FFF2-40B4-BE49-F238E27FC236}">
                    <a16:creationId xmlns:a16="http://schemas.microsoft.com/office/drawing/2014/main" id="{4326369B-7050-F54A-9B61-51FBE98316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827" y="5085749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290" y="5094207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" name="Line 436">
                <a:extLst>
                  <a:ext uri="{FF2B5EF4-FFF2-40B4-BE49-F238E27FC236}">
                    <a16:creationId xmlns:a16="http://schemas.microsoft.com/office/drawing/2014/main" id="{CAD2281A-59A4-DA4C-A9DC-E37CA49919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2450" y="5267343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" name="Line 439">
                <a:extLst>
                  <a:ext uri="{FF2B5EF4-FFF2-40B4-BE49-F238E27FC236}">
                    <a16:creationId xmlns:a16="http://schemas.microsoft.com/office/drawing/2014/main" id="{59746900-72D7-BF46-8B59-62F2A5D479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97900" y="5259125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" name="Line 440">
                <a:extLst>
                  <a:ext uri="{FF2B5EF4-FFF2-40B4-BE49-F238E27FC236}">
                    <a16:creationId xmlns:a16="http://schemas.microsoft.com/office/drawing/2014/main" id="{76AA107C-4028-5D4D-B986-E7C4D7058C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12814" y="5284804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Line 441">
                <a:extLst>
                  <a:ext uri="{FF2B5EF4-FFF2-40B4-BE49-F238E27FC236}">
                    <a16:creationId xmlns:a16="http://schemas.microsoft.com/office/drawing/2014/main" id="{AF797424-05E8-8345-847C-94DA81395A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2814" y="5234921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" name="Line 443">
                <a:extLst>
                  <a:ext uri="{FF2B5EF4-FFF2-40B4-BE49-F238E27FC236}">
                    <a16:creationId xmlns:a16="http://schemas.microsoft.com/office/drawing/2014/main" id="{BCDF073B-F330-A345-A512-B85DFD399D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71861" y="3806843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" name="Line 449">
                <a:extLst>
                  <a:ext uri="{FF2B5EF4-FFF2-40B4-BE49-F238E27FC236}">
                    <a16:creationId xmlns:a16="http://schemas.microsoft.com/office/drawing/2014/main" id="{53CD988A-3515-7242-9C29-87AF281086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336" y="4017980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8" name="Line 428">
                <a:extLst>
                  <a:ext uri="{FF2B5EF4-FFF2-40B4-BE49-F238E27FC236}">
                    <a16:creationId xmlns:a16="http://schemas.microsoft.com/office/drawing/2014/main" id="{538963BA-E603-D94F-A908-92C50EC393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909628" y="5560344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3508" y="5013435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564" name="Straight Connector 563">
                <a:extLst>
                  <a:ext uri="{FF2B5EF4-FFF2-40B4-BE49-F238E27FC236}">
                    <a16:creationId xmlns:a16="http://schemas.microsoft.com/office/drawing/2014/main" id="{CE6E1140-BC2F-9947-9B51-91DC5079ABB1}"/>
                  </a:ext>
                </a:extLst>
              </p:cNvPr>
              <p:cNvCxnSpPr/>
              <p:nvPr/>
            </p:nvCxnSpPr>
            <p:spPr>
              <a:xfrm flipH="1">
                <a:off x="10124718" y="2146305"/>
                <a:ext cx="761467" cy="57735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5" name="Straight Connector 564">
                <a:extLst>
                  <a:ext uri="{FF2B5EF4-FFF2-40B4-BE49-F238E27FC236}">
                    <a16:creationId xmlns:a16="http://schemas.microsoft.com/office/drawing/2014/main" id="{9EF5B4FA-3960-F54C-936B-C64147078447}"/>
                  </a:ext>
                </a:extLst>
              </p:cNvPr>
              <p:cNvCxnSpPr/>
              <p:nvPr/>
            </p:nvCxnSpPr>
            <p:spPr>
              <a:xfrm flipH="1">
                <a:off x="10124718" y="2245186"/>
                <a:ext cx="397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Straight Connector 565">
                <a:extLst>
                  <a:ext uri="{FF2B5EF4-FFF2-40B4-BE49-F238E27FC236}">
                    <a16:creationId xmlns:a16="http://schemas.microsoft.com/office/drawing/2014/main" id="{691B45AC-C5E3-D24E-9C63-05D00B08C71D}"/>
                  </a:ext>
                </a:extLst>
              </p:cNvPr>
              <p:cNvCxnSpPr/>
              <p:nvPr/>
            </p:nvCxnSpPr>
            <p:spPr>
              <a:xfrm flipH="1">
                <a:off x="10696218" y="2177379"/>
                <a:ext cx="14936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Straight Connector 566">
                <a:extLst>
                  <a:ext uri="{FF2B5EF4-FFF2-40B4-BE49-F238E27FC236}">
                    <a16:creationId xmlns:a16="http://schemas.microsoft.com/office/drawing/2014/main" id="{59EB46BB-F3EA-4248-B631-AC80BEB74EF0}"/>
                  </a:ext>
                </a:extLst>
              </p:cNvPr>
              <p:cNvCxnSpPr/>
              <p:nvPr/>
            </p:nvCxnSpPr>
            <p:spPr>
              <a:xfrm flipH="1">
                <a:off x="10166249" y="2695840"/>
                <a:ext cx="574283" cy="278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8" name="Straight Connector 567">
                <a:extLst>
                  <a:ext uri="{FF2B5EF4-FFF2-40B4-BE49-F238E27FC236}">
                    <a16:creationId xmlns:a16="http://schemas.microsoft.com/office/drawing/2014/main" id="{C562C7DD-3FD1-0E4C-B308-744C6C87FC79}"/>
                  </a:ext>
                </a:extLst>
              </p:cNvPr>
              <p:cNvCxnSpPr/>
              <p:nvPr/>
            </p:nvCxnSpPr>
            <p:spPr>
              <a:xfrm flipH="1">
                <a:off x="10093625" y="2146305"/>
                <a:ext cx="788589" cy="9888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9" name="Straight Connector 568">
                <a:extLst>
                  <a:ext uri="{FF2B5EF4-FFF2-40B4-BE49-F238E27FC236}">
                    <a16:creationId xmlns:a16="http://schemas.microsoft.com/office/drawing/2014/main" id="{6793D61B-AD50-A246-A5C0-38DF48C17738}"/>
                  </a:ext>
                </a:extLst>
              </p:cNvPr>
              <p:cNvCxnSpPr/>
              <p:nvPr/>
            </p:nvCxnSpPr>
            <p:spPr>
              <a:xfrm flipH="1">
                <a:off x="10886186" y="2104198"/>
                <a:ext cx="279002" cy="421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0" name="Straight Connector 569">
                <a:extLst>
                  <a:ext uri="{FF2B5EF4-FFF2-40B4-BE49-F238E27FC236}">
                    <a16:creationId xmlns:a16="http://schemas.microsoft.com/office/drawing/2014/main" id="{EDD09B84-3AA8-0948-AB6C-1D5CBFFC5293}"/>
                  </a:ext>
                </a:extLst>
              </p:cNvPr>
              <p:cNvCxnSpPr/>
              <p:nvPr/>
            </p:nvCxnSpPr>
            <p:spPr>
              <a:xfrm flipH="1" flipV="1">
                <a:off x="10706077" y="2695840"/>
                <a:ext cx="353541" cy="678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4" name="Straight Connector 573">
                <a:extLst>
                  <a:ext uri="{FF2B5EF4-FFF2-40B4-BE49-F238E27FC236}">
                    <a16:creationId xmlns:a16="http://schemas.microsoft.com/office/drawing/2014/main" id="{C777BA08-17B1-254B-BCB6-583E10254EC6}"/>
                  </a:ext>
                </a:extLst>
              </p:cNvPr>
              <p:cNvCxnSpPr/>
              <p:nvPr/>
            </p:nvCxnSpPr>
            <p:spPr>
              <a:xfrm flipH="1">
                <a:off x="8793306" y="2245186"/>
                <a:ext cx="1300319" cy="60662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" name="Line 541">
                <a:extLst>
                  <a:ext uri="{FF2B5EF4-FFF2-40B4-BE49-F238E27FC236}">
                    <a16:creationId xmlns:a16="http://schemas.microsoft.com/office/drawing/2014/main" id="{C44ADC96-78DA-C64F-AF97-4FFA68D2ED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2788" y="4090252"/>
                <a:ext cx="429324" cy="70560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" name="Line 424">
                <a:extLst>
                  <a:ext uri="{FF2B5EF4-FFF2-40B4-BE49-F238E27FC236}">
                    <a16:creationId xmlns:a16="http://schemas.microsoft.com/office/drawing/2014/main" id="{845B46BE-685D-2D4E-AD26-5684794D19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637" y="4024329"/>
                <a:ext cx="969051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62" name="Picture 778" descr="antenna_radiation_stylized">
              <a:extLst>
                <a:ext uri="{FF2B5EF4-FFF2-40B4-BE49-F238E27FC236}">
                  <a16:creationId xmlns:a16="http://schemas.microsoft.com/office/drawing/2014/main" id="{B73E5F98-BC74-DB47-BA02-5F29DC6757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38" y="3813930"/>
              <a:ext cx="506412" cy="106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0" name="Picture 781" descr="antenna_radiation_stylized">
              <a:extLst>
                <a:ext uri="{FF2B5EF4-FFF2-40B4-BE49-F238E27FC236}">
                  <a16:creationId xmlns:a16="http://schemas.microsoft.com/office/drawing/2014/main" id="{5F858A2F-D0F0-7E47-8EF1-4C37898F9C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42073" y="5480938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2" name="Picture 799" descr="cell_tower_radiation copy">
              <a:extLst>
                <a:ext uri="{FF2B5EF4-FFF2-40B4-BE49-F238E27FC236}">
                  <a16:creationId xmlns:a16="http://schemas.microsoft.com/office/drawing/2014/main" id="{B5B28CD6-3076-384D-8180-86543C59B6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3" name="Oval 800">
              <a:extLst>
                <a:ext uri="{FF2B5EF4-FFF2-40B4-BE49-F238E27FC236}">
                  <a16:creationId xmlns:a16="http://schemas.microsoft.com/office/drawing/2014/main" id="{271D03F6-D85B-EC41-803D-EFAA96DAE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92995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39" name="Line 426">
            <a:extLst>
              <a:ext uri="{FF2B5EF4-FFF2-40B4-BE49-F238E27FC236}">
                <a16:creationId xmlns:a16="http://schemas.microsoft.com/office/drawing/2014/main" id="{DDAEB50C-98DD-DA43-B9C4-9AB7F9ED5BFD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7860" y="2700359"/>
            <a:ext cx="227964" cy="1743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1" name="Group 783">
            <a:extLst>
              <a:ext uri="{FF2B5EF4-FFF2-40B4-BE49-F238E27FC236}">
                <a16:creationId xmlns:a16="http://schemas.microsoft.com/office/drawing/2014/main" id="{02FEAFB4-9831-B64A-9F54-92C532E8F36E}"/>
              </a:ext>
            </a:extLst>
          </p:cNvPr>
          <p:cNvGrpSpPr>
            <a:grpSpLocks/>
          </p:cNvGrpSpPr>
          <p:nvPr/>
        </p:nvGrpSpPr>
        <p:grpSpPr bwMode="auto">
          <a:xfrm>
            <a:off x="8050698" y="2309376"/>
            <a:ext cx="298450" cy="464008"/>
            <a:chOff x="3130" y="3288"/>
            <a:chExt cx="410" cy="742"/>
          </a:xfrm>
        </p:grpSpPr>
        <p:sp>
          <p:nvSpPr>
            <p:cNvPr id="244" name="Line 270">
              <a:extLst>
                <a:ext uri="{FF2B5EF4-FFF2-40B4-BE49-F238E27FC236}">
                  <a16:creationId xmlns:a16="http://schemas.microsoft.com/office/drawing/2014/main" id="{A9300902-94F3-8949-9A54-8B95986ACB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" name="Line 271">
              <a:extLst>
                <a:ext uri="{FF2B5EF4-FFF2-40B4-BE49-F238E27FC236}">
                  <a16:creationId xmlns:a16="http://schemas.microsoft.com/office/drawing/2014/main" id="{B93F32E3-8690-BD4B-B848-94E1FAAB5E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6" name="Line 272">
              <a:extLst>
                <a:ext uri="{FF2B5EF4-FFF2-40B4-BE49-F238E27FC236}">
                  <a16:creationId xmlns:a16="http://schemas.microsoft.com/office/drawing/2014/main" id="{AB0BEDC3-F0F0-4E42-A55F-57AC0548D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7" name="Line 273">
              <a:extLst>
                <a:ext uri="{FF2B5EF4-FFF2-40B4-BE49-F238E27FC236}">
                  <a16:creationId xmlns:a16="http://schemas.microsoft.com/office/drawing/2014/main" id="{3AF299DE-8F54-D84C-B398-5B3B44C53A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8" name="Line 274">
              <a:extLst>
                <a:ext uri="{FF2B5EF4-FFF2-40B4-BE49-F238E27FC236}">
                  <a16:creationId xmlns:a16="http://schemas.microsoft.com/office/drawing/2014/main" id="{C2005C3C-C4BA-FD44-A127-E5C4FE594D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Line 275">
              <a:extLst>
                <a:ext uri="{FF2B5EF4-FFF2-40B4-BE49-F238E27FC236}">
                  <a16:creationId xmlns:a16="http://schemas.microsoft.com/office/drawing/2014/main" id="{948DF918-9246-AF45-A55F-C5B7436635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Line 276">
              <a:extLst>
                <a:ext uri="{FF2B5EF4-FFF2-40B4-BE49-F238E27FC236}">
                  <a16:creationId xmlns:a16="http://schemas.microsoft.com/office/drawing/2014/main" id="{3D1534AB-9253-A140-B4C5-81F085C452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1" name="Line 277">
              <a:extLst>
                <a:ext uri="{FF2B5EF4-FFF2-40B4-BE49-F238E27FC236}">
                  <a16:creationId xmlns:a16="http://schemas.microsoft.com/office/drawing/2014/main" id="{3BA377A2-6A51-F64B-AA8B-4FB90FAA7D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" name="Line 278">
              <a:extLst>
                <a:ext uri="{FF2B5EF4-FFF2-40B4-BE49-F238E27FC236}">
                  <a16:creationId xmlns:a16="http://schemas.microsoft.com/office/drawing/2014/main" id="{FA310FA6-4B1E-0047-8066-8AF44673F2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Line 279">
              <a:extLst>
                <a:ext uri="{FF2B5EF4-FFF2-40B4-BE49-F238E27FC236}">
                  <a16:creationId xmlns:a16="http://schemas.microsoft.com/office/drawing/2014/main" id="{254B094E-F3D3-0F46-BF4E-A226644B01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4" name="Line 280">
              <a:extLst>
                <a:ext uri="{FF2B5EF4-FFF2-40B4-BE49-F238E27FC236}">
                  <a16:creationId xmlns:a16="http://schemas.microsoft.com/office/drawing/2014/main" id="{9805319A-9CA5-7340-811A-8DBCB5A2BA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Line 281">
              <a:extLst>
                <a:ext uri="{FF2B5EF4-FFF2-40B4-BE49-F238E27FC236}">
                  <a16:creationId xmlns:a16="http://schemas.microsoft.com/office/drawing/2014/main" id="{6042C4DF-7427-904B-A064-26708AF480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Line 282">
              <a:extLst>
                <a:ext uri="{FF2B5EF4-FFF2-40B4-BE49-F238E27FC236}">
                  <a16:creationId xmlns:a16="http://schemas.microsoft.com/office/drawing/2014/main" id="{21FF36A4-E56F-C94A-8E67-9A6E4DA844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Line 283">
              <a:extLst>
                <a:ext uri="{FF2B5EF4-FFF2-40B4-BE49-F238E27FC236}">
                  <a16:creationId xmlns:a16="http://schemas.microsoft.com/office/drawing/2014/main" id="{C6A0831D-FA2C-E744-8FE0-FDFDDB5FDD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Line 284">
              <a:extLst>
                <a:ext uri="{FF2B5EF4-FFF2-40B4-BE49-F238E27FC236}">
                  <a16:creationId xmlns:a16="http://schemas.microsoft.com/office/drawing/2014/main" id="{65548550-729A-4849-9DC4-127F8FE86B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261" name="Picture 777" descr="access_point_stylized_small">
            <a:extLst>
              <a:ext uri="{FF2B5EF4-FFF2-40B4-BE49-F238E27FC236}">
                <a16:creationId xmlns:a16="http://schemas.microsoft.com/office/drawing/2014/main" id="{FA9A412B-D725-D449-8707-A3626DCB481A}"/>
              </a:ext>
            </a:extLst>
          </p:cNvPr>
          <p:cNvPicPr>
            <a:picLocks noChangeAspect="1" noChangeArrowheads="1"/>
          </p:cNvPicPr>
          <p:nvPr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3882" y="3861899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59" name="Picture 780" descr="access_point_stylized_small">
            <a:extLst>
              <a:ext uri="{FF2B5EF4-FFF2-40B4-BE49-F238E27FC236}">
                <a16:creationId xmlns:a16="http://schemas.microsoft.com/office/drawing/2014/main" id="{AC22920E-0555-BA45-9B6A-B76172153C8D}"/>
              </a:ext>
            </a:extLst>
          </p:cNvPr>
          <p:cNvPicPr>
            <a:picLocks noChangeAspect="1" noChangeArrowheads="1"/>
          </p:cNvPicPr>
          <p:nvPr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90610" y="5524232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71" name="Group 470">
            <a:extLst>
              <a:ext uri="{FF2B5EF4-FFF2-40B4-BE49-F238E27FC236}">
                <a16:creationId xmlns:a16="http://schemas.microsoft.com/office/drawing/2014/main" id="{DE035BC7-2762-3044-BE80-C91EC827E65C}"/>
              </a:ext>
            </a:extLst>
          </p:cNvPr>
          <p:cNvGrpSpPr/>
          <p:nvPr/>
        </p:nvGrpSpPr>
        <p:grpSpPr>
          <a:xfrm>
            <a:off x="9783558" y="4989983"/>
            <a:ext cx="393760" cy="218578"/>
            <a:chOff x="7493876" y="2774731"/>
            <a:chExt cx="1481958" cy="894622"/>
          </a:xfrm>
        </p:grpSpPr>
        <p:sp>
          <p:nvSpPr>
            <p:cNvPr id="472" name="Freeform 471">
              <a:extLst>
                <a:ext uri="{FF2B5EF4-FFF2-40B4-BE49-F238E27FC236}">
                  <a16:creationId xmlns:a16="http://schemas.microsoft.com/office/drawing/2014/main" id="{BEE06200-7AF9-4A43-9447-2349DCBFF94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73" name="Oval 472">
              <a:extLst>
                <a:ext uri="{FF2B5EF4-FFF2-40B4-BE49-F238E27FC236}">
                  <a16:creationId xmlns:a16="http://schemas.microsoft.com/office/drawing/2014/main" id="{3340A80C-5091-6D49-89E5-375F02E9486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B2821126-95C5-B044-AEBC-BA333FAF6B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B76A81D4-5DC8-C241-B209-B819BC6D74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6F6ED06A-086C-754C-BE82-59E2830CF0D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A32340AB-4CC3-5442-987B-A47EF2040F1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id="{AC0AB71B-FD2B-9C4A-AE22-B586FC3356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60B6F784-668B-5D4B-A622-66CCE6350B84}"/>
              </a:ext>
            </a:extLst>
          </p:cNvPr>
          <p:cNvGrpSpPr/>
          <p:nvPr/>
        </p:nvGrpSpPr>
        <p:grpSpPr>
          <a:xfrm>
            <a:off x="9849365" y="5339037"/>
            <a:ext cx="309740" cy="190838"/>
            <a:chOff x="3668110" y="2448910"/>
            <a:chExt cx="3794234" cy="2165130"/>
          </a:xfrm>
        </p:grpSpPr>
        <p:sp>
          <p:nvSpPr>
            <p:cNvPr id="521" name="Rectangle 520">
              <a:extLst>
                <a:ext uri="{FF2B5EF4-FFF2-40B4-BE49-F238E27FC236}">
                  <a16:creationId xmlns:a16="http://schemas.microsoft.com/office/drawing/2014/main" id="{275B9F34-60F1-4A43-AAD4-D58802DAAC8F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778A1510-2C69-F848-B6B3-6C73FF16369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85BFF772-B3A6-F548-BDE0-8AEB95F33FB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24" name="Freeform 523">
                <a:extLst>
                  <a:ext uri="{FF2B5EF4-FFF2-40B4-BE49-F238E27FC236}">
                    <a16:creationId xmlns:a16="http://schemas.microsoft.com/office/drawing/2014/main" id="{B37A32DB-8119-5447-A58C-87AD1FDF0EB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58EF4D92-6D83-864D-92A9-A1264053688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79E03014-7882-0546-B7FE-50715AB5359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530508B2-B7B9-B347-8151-5F7967C6BED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11A03BFE-097D-3B42-AA2B-11FFEA70FF5B}"/>
              </a:ext>
            </a:extLst>
          </p:cNvPr>
          <p:cNvGrpSpPr/>
          <p:nvPr/>
        </p:nvGrpSpPr>
        <p:grpSpPr>
          <a:xfrm>
            <a:off x="8676619" y="4967420"/>
            <a:ext cx="393760" cy="218578"/>
            <a:chOff x="7493876" y="2774731"/>
            <a:chExt cx="1481958" cy="894622"/>
          </a:xfrm>
        </p:grpSpPr>
        <p:sp>
          <p:nvSpPr>
            <p:cNvPr id="480" name="Freeform 479">
              <a:extLst>
                <a:ext uri="{FF2B5EF4-FFF2-40B4-BE49-F238E27FC236}">
                  <a16:creationId xmlns:a16="http://schemas.microsoft.com/office/drawing/2014/main" id="{89B10910-D4AF-3246-860A-25F1D908938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1" name="Oval 480">
              <a:extLst>
                <a:ext uri="{FF2B5EF4-FFF2-40B4-BE49-F238E27FC236}">
                  <a16:creationId xmlns:a16="http://schemas.microsoft.com/office/drawing/2014/main" id="{F9BAB47F-DDD3-BE44-9A9E-FC2F670519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2" name="Group 481">
              <a:extLst>
                <a:ext uri="{FF2B5EF4-FFF2-40B4-BE49-F238E27FC236}">
                  <a16:creationId xmlns:a16="http://schemas.microsoft.com/office/drawing/2014/main" id="{753018A5-48AB-6D40-BB99-E6281192F8D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BD7DB5A0-40AC-504F-93F8-89A5617E2AE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DBEBB83D-40BF-8849-BAAA-59AB22EA085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18930CC0-2525-0C49-9555-463122A4FBB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0C651989-7B8A-F043-A1B6-F47D8764FCE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29" name="Group 528">
            <a:extLst>
              <a:ext uri="{FF2B5EF4-FFF2-40B4-BE49-F238E27FC236}">
                <a16:creationId xmlns:a16="http://schemas.microsoft.com/office/drawing/2014/main" id="{DE45D3AB-47E3-364E-81D6-324D69CE101C}"/>
              </a:ext>
            </a:extLst>
          </p:cNvPr>
          <p:cNvGrpSpPr/>
          <p:nvPr/>
        </p:nvGrpSpPr>
        <p:grpSpPr>
          <a:xfrm>
            <a:off x="8311520" y="5194433"/>
            <a:ext cx="309740" cy="190838"/>
            <a:chOff x="3668110" y="2448910"/>
            <a:chExt cx="3794234" cy="2165130"/>
          </a:xfrm>
        </p:grpSpPr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72425686-3D93-0646-A923-6ADF75485CD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6ADFF160-CF04-7049-A6D4-1C789FDD39A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AFDD9D33-8D17-F840-A9A5-3807DD3BA31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33" name="Freeform 532">
                <a:extLst>
                  <a:ext uri="{FF2B5EF4-FFF2-40B4-BE49-F238E27FC236}">
                    <a16:creationId xmlns:a16="http://schemas.microsoft.com/office/drawing/2014/main" id="{3AF3452D-972F-6944-8123-ECA4288786D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BA43E42C-CD9B-1744-BEEC-9E664114AC8E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42EF7BB0-4257-F646-805E-AFBA92B62F9D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95AEC175-56C0-C14B-9DC5-693400B124AB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CBD7A282-C22D-714A-88F1-C7D4EDD107F8}"/>
              </a:ext>
            </a:extLst>
          </p:cNvPr>
          <p:cNvGrpSpPr/>
          <p:nvPr/>
        </p:nvGrpSpPr>
        <p:grpSpPr>
          <a:xfrm>
            <a:off x="8439827" y="2812309"/>
            <a:ext cx="353678" cy="168275"/>
            <a:chOff x="7493876" y="2774731"/>
            <a:chExt cx="1481958" cy="894622"/>
          </a:xfrm>
        </p:grpSpPr>
        <p:sp>
          <p:nvSpPr>
            <p:cNvPr id="408" name="Freeform 407">
              <a:extLst>
                <a:ext uri="{FF2B5EF4-FFF2-40B4-BE49-F238E27FC236}">
                  <a16:creationId xmlns:a16="http://schemas.microsoft.com/office/drawing/2014/main" id="{3C206862-9269-EE48-877D-EE261101A44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9B69A2C6-F31C-E749-B77A-1818B15E1B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10" name="Group 409">
              <a:extLst>
                <a:ext uri="{FF2B5EF4-FFF2-40B4-BE49-F238E27FC236}">
                  <a16:creationId xmlns:a16="http://schemas.microsoft.com/office/drawing/2014/main" id="{08BE9AB8-F5DA-4D4A-9621-9AB05D691F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1" name="Freeform 410">
                <a:extLst>
                  <a:ext uri="{FF2B5EF4-FFF2-40B4-BE49-F238E27FC236}">
                    <a16:creationId xmlns:a16="http://schemas.microsoft.com/office/drawing/2014/main" id="{56E730F0-5BB3-6446-9D5B-82D51B9EDA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5BA37E27-2FC6-BA43-8A97-14171CB51FD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3" name="Freeform 412">
                <a:extLst>
                  <a:ext uri="{FF2B5EF4-FFF2-40B4-BE49-F238E27FC236}">
                    <a16:creationId xmlns:a16="http://schemas.microsoft.com/office/drawing/2014/main" id="{CCB37CB3-304F-6144-85D0-8B420BDD08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4" name="Freeform 413">
                <a:extLst>
                  <a:ext uri="{FF2B5EF4-FFF2-40B4-BE49-F238E27FC236}">
                    <a16:creationId xmlns:a16="http://schemas.microsoft.com/office/drawing/2014/main" id="{BD0CA8E5-A033-834A-A402-E2EFB2FBBFC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F0DE4078-0801-A244-9A82-F7502B8B24A0}"/>
              </a:ext>
            </a:extLst>
          </p:cNvPr>
          <p:cNvGrpSpPr/>
          <p:nvPr/>
        </p:nvGrpSpPr>
        <p:grpSpPr>
          <a:xfrm>
            <a:off x="8050070" y="3965994"/>
            <a:ext cx="354986" cy="175668"/>
            <a:chOff x="7493876" y="2774731"/>
            <a:chExt cx="1481958" cy="894622"/>
          </a:xfrm>
        </p:grpSpPr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EA784F43-D793-4342-92F3-EBC3632212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17" name="Oval 416">
              <a:extLst>
                <a:ext uri="{FF2B5EF4-FFF2-40B4-BE49-F238E27FC236}">
                  <a16:creationId xmlns:a16="http://schemas.microsoft.com/office/drawing/2014/main" id="{75841943-4184-5D4E-AAD4-8FEAC9D7330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18" name="Group 417">
              <a:extLst>
                <a:ext uri="{FF2B5EF4-FFF2-40B4-BE49-F238E27FC236}">
                  <a16:creationId xmlns:a16="http://schemas.microsoft.com/office/drawing/2014/main" id="{23FBC748-DCBA-AA41-A6F7-895374D50CD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96DA1F2B-2063-8C40-BF46-086C20D317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8A1EF987-02EE-DA4D-8224-02537D5034D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1" name="Freeform 420">
                <a:extLst>
                  <a:ext uri="{FF2B5EF4-FFF2-40B4-BE49-F238E27FC236}">
                    <a16:creationId xmlns:a16="http://schemas.microsoft.com/office/drawing/2014/main" id="{1FC5854A-AF8F-6841-92AD-B18DDAF1E99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2" name="Freeform 421">
                <a:extLst>
                  <a:ext uri="{FF2B5EF4-FFF2-40B4-BE49-F238E27FC236}">
                    <a16:creationId xmlns:a16="http://schemas.microsoft.com/office/drawing/2014/main" id="{A510FA68-BEB6-B54A-A1D4-984168F8571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52B7B73B-1125-084D-8669-C68CC371DDC6}"/>
              </a:ext>
            </a:extLst>
          </p:cNvPr>
          <p:cNvGrpSpPr/>
          <p:nvPr/>
        </p:nvGrpSpPr>
        <p:grpSpPr>
          <a:xfrm>
            <a:off x="10884085" y="3601365"/>
            <a:ext cx="170989" cy="97052"/>
            <a:chOff x="7493876" y="2774731"/>
            <a:chExt cx="1481958" cy="894622"/>
          </a:xfrm>
        </p:grpSpPr>
        <p:sp>
          <p:nvSpPr>
            <p:cNvPr id="456" name="Freeform 455">
              <a:extLst>
                <a:ext uri="{FF2B5EF4-FFF2-40B4-BE49-F238E27FC236}">
                  <a16:creationId xmlns:a16="http://schemas.microsoft.com/office/drawing/2014/main" id="{3196A4F9-B139-4D4B-B210-0318216604F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7" name="Oval 456">
              <a:extLst>
                <a:ext uri="{FF2B5EF4-FFF2-40B4-BE49-F238E27FC236}">
                  <a16:creationId xmlns:a16="http://schemas.microsoft.com/office/drawing/2014/main" id="{1D1C7F3A-BE45-014B-AF9C-58CA77DA02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58" name="Group 457">
              <a:extLst>
                <a:ext uri="{FF2B5EF4-FFF2-40B4-BE49-F238E27FC236}">
                  <a16:creationId xmlns:a16="http://schemas.microsoft.com/office/drawing/2014/main" id="{83DFFE47-64E8-F54C-8ABC-E896DA957F0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2A9F0EE2-8F99-EB4D-9331-7AE3BDCBE9C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2E314A90-8DB8-2A49-8BB6-D51C2DAE9CF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7D8C0277-204E-2B4D-B954-94739B9DE7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id="{69955D3C-6D1B-EA40-8228-73DF015641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63" name="Group 462">
            <a:extLst>
              <a:ext uri="{FF2B5EF4-FFF2-40B4-BE49-F238E27FC236}">
                <a16:creationId xmlns:a16="http://schemas.microsoft.com/office/drawing/2014/main" id="{A8C4B740-B92E-8942-8EF4-347710C32F2C}"/>
              </a:ext>
            </a:extLst>
          </p:cNvPr>
          <p:cNvGrpSpPr/>
          <p:nvPr/>
        </p:nvGrpSpPr>
        <p:grpSpPr>
          <a:xfrm>
            <a:off x="9247893" y="4775686"/>
            <a:ext cx="393760" cy="218578"/>
            <a:chOff x="7493876" y="2774731"/>
            <a:chExt cx="1481958" cy="894622"/>
          </a:xfrm>
        </p:grpSpPr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71A9C1C2-E4A0-D74C-8C05-2AD307E7B3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5" name="Oval 464">
              <a:extLst>
                <a:ext uri="{FF2B5EF4-FFF2-40B4-BE49-F238E27FC236}">
                  <a16:creationId xmlns:a16="http://schemas.microsoft.com/office/drawing/2014/main" id="{0F366A03-D9E7-9F45-99D3-1CAC10EE2C7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6" name="Group 465">
              <a:extLst>
                <a:ext uri="{FF2B5EF4-FFF2-40B4-BE49-F238E27FC236}">
                  <a16:creationId xmlns:a16="http://schemas.microsoft.com/office/drawing/2014/main" id="{10CB8A50-A713-2549-9F44-B792D2C30CA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DC4E3153-8354-1145-82FC-C287EF5FE6C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99B3C81B-87BA-1A4F-BCAD-DF0EF9C582C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DEEA64E4-A29A-E742-B32E-C111E6BF42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43676372-2E7B-9445-80AD-B31686FE67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47" name="Group 446">
            <a:extLst>
              <a:ext uri="{FF2B5EF4-FFF2-40B4-BE49-F238E27FC236}">
                <a16:creationId xmlns:a16="http://schemas.microsoft.com/office/drawing/2014/main" id="{314E0C43-2359-9440-BEF9-9E1924BED605}"/>
              </a:ext>
            </a:extLst>
          </p:cNvPr>
          <p:cNvGrpSpPr/>
          <p:nvPr/>
        </p:nvGrpSpPr>
        <p:grpSpPr>
          <a:xfrm>
            <a:off x="10925982" y="4369125"/>
            <a:ext cx="228295" cy="120400"/>
            <a:chOff x="7493876" y="2774731"/>
            <a:chExt cx="1481958" cy="894622"/>
          </a:xfrm>
        </p:grpSpPr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id="{9737FFD7-2DCB-A148-A405-977351501C2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49" name="Oval 448">
              <a:extLst>
                <a:ext uri="{FF2B5EF4-FFF2-40B4-BE49-F238E27FC236}">
                  <a16:creationId xmlns:a16="http://schemas.microsoft.com/office/drawing/2014/main" id="{9739DB09-38E5-A347-93BF-13C80AD8453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50" name="Group 449">
              <a:extLst>
                <a:ext uri="{FF2B5EF4-FFF2-40B4-BE49-F238E27FC236}">
                  <a16:creationId xmlns:a16="http://schemas.microsoft.com/office/drawing/2014/main" id="{04079280-378E-384D-9681-BF41B82BF6C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914AA044-3657-1448-A5E9-2F003DC03F6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2" name="Freeform 451">
                <a:extLst>
                  <a:ext uri="{FF2B5EF4-FFF2-40B4-BE49-F238E27FC236}">
                    <a16:creationId xmlns:a16="http://schemas.microsoft.com/office/drawing/2014/main" id="{29FDF0B8-7E9A-1F4D-8C99-CE1C68A1345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3" name="Freeform 452">
                <a:extLst>
                  <a:ext uri="{FF2B5EF4-FFF2-40B4-BE49-F238E27FC236}">
                    <a16:creationId xmlns:a16="http://schemas.microsoft.com/office/drawing/2014/main" id="{49A96193-2E73-4C43-843C-2C8C4DCEE47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4" name="Freeform 453">
                <a:extLst>
                  <a:ext uri="{FF2B5EF4-FFF2-40B4-BE49-F238E27FC236}">
                    <a16:creationId xmlns:a16="http://schemas.microsoft.com/office/drawing/2014/main" id="{F5358318-953E-E249-9021-E0B5DF66E3B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85" name="Group 784">
            <a:extLst>
              <a:ext uri="{FF2B5EF4-FFF2-40B4-BE49-F238E27FC236}">
                <a16:creationId xmlns:a16="http://schemas.microsoft.com/office/drawing/2014/main" id="{91E02B81-5B35-4545-A954-B7E923AB7286}"/>
              </a:ext>
            </a:extLst>
          </p:cNvPr>
          <p:cNvGrpSpPr/>
          <p:nvPr/>
        </p:nvGrpSpPr>
        <p:grpSpPr>
          <a:xfrm>
            <a:off x="7439074" y="2356613"/>
            <a:ext cx="534987" cy="407988"/>
            <a:chOff x="7432700" y="2327293"/>
            <a:chExt cx="534987" cy="407988"/>
          </a:xfrm>
        </p:grpSpPr>
        <p:pic>
          <p:nvPicPr>
            <p:cNvPr id="73" name="Picture 1017" descr="antenna_stylized">
              <a:extLst>
                <a:ext uri="{FF2B5EF4-FFF2-40B4-BE49-F238E27FC236}">
                  <a16:creationId xmlns:a16="http://schemas.microsoft.com/office/drawing/2014/main" id="{27A537F5-5D99-BF4C-9B11-E9782673F1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1018" descr="laptop_keyboard">
              <a:extLst>
                <a:ext uri="{FF2B5EF4-FFF2-40B4-BE49-F238E27FC236}">
                  <a16:creationId xmlns:a16="http://schemas.microsoft.com/office/drawing/2014/main" id="{7087B8D0-FFCB-0746-A889-28909002C2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5" name="Freeform 1019">
              <a:extLst>
                <a:ext uri="{FF2B5EF4-FFF2-40B4-BE49-F238E27FC236}">
                  <a16:creationId xmlns:a16="http://schemas.microsoft.com/office/drawing/2014/main" id="{7C75BC30-0808-D44D-AF7A-A72B4A529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76" name="Picture 1020" descr="screen">
              <a:extLst>
                <a:ext uri="{FF2B5EF4-FFF2-40B4-BE49-F238E27FC236}">
                  <a16:creationId xmlns:a16="http://schemas.microsoft.com/office/drawing/2014/main" id="{2D732B7A-74CB-D547-ADB5-C721526D5E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" name="Freeform 1021">
              <a:extLst>
                <a:ext uri="{FF2B5EF4-FFF2-40B4-BE49-F238E27FC236}">
                  <a16:creationId xmlns:a16="http://schemas.microsoft.com/office/drawing/2014/main" id="{FBD1A429-9B8F-F940-AD09-4638CC316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" name="Freeform 1022">
              <a:extLst>
                <a:ext uri="{FF2B5EF4-FFF2-40B4-BE49-F238E27FC236}">
                  <a16:creationId xmlns:a16="http://schemas.microsoft.com/office/drawing/2014/main" id="{376C8B48-3441-F643-B92D-5DC759EDA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" name="Freeform 1023">
              <a:extLst>
                <a:ext uri="{FF2B5EF4-FFF2-40B4-BE49-F238E27FC236}">
                  <a16:creationId xmlns:a16="http://schemas.microsoft.com/office/drawing/2014/main" id="{4DFECD03-4AF0-1342-8138-6CEC8249A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" name="Freeform 1024">
              <a:extLst>
                <a:ext uri="{FF2B5EF4-FFF2-40B4-BE49-F238E27FC236}">
                  <a16:creationId xmlns:a16="http://schemas.microsoft.com/office/drawing/2014/main" id="{8AA57D4B-3E9B-994B-AF13-DB646178B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" name="Freeform 1025">
              <a:extLst>
                <a:ext uri="{FF2B5EF4-FFF2-40B4-BE49-F238E27FC236}">
                  <a16:creationId xmlns:a16="http://schemas.microsoft.com/office/drawing/2014/main" id="{59DA24E7-1981-0E44-8060-2B7CE58EB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" name="Freeform 1026">
              <a:extLst>
                <a:ext uri="{FF2B5EF4-FFF2-40B4-BE49-F238E27FC236}">
                  <a16:creationId xmlns:a16="http://schemas.microsoft.com/office/drawing/2014/main" id="{DB3D3129-2B70-5643-96C2-83638DE5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3" name="Group 1027">
              <a:extLst>
                <a:ext uri="{FF2B5EF4-FFF2-40B4-BE49-F238E27FC236}">
                  <a16:creationId xmlns:a16="http://schemas.microsoft.com/office/drawing/2014/main" id="{8C6DEC60-5C97-D546-9977-EBD182221D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69" name="Freeform 1028">
                <a:extLst>
                  <a:ext uri="{FF2B5EF4-FFF2-40B4-BE49-F238E27FC236}">
                    <a16:creationId xmlns:a16="http://schemas.microsoft.com/office/drawing/2014/main" id="{5D16627E-DE34-BC4F-9513-7A7D4707F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029">
                <a:extLst>
                  <a:ext uri="{FF2B5EF4-FFF2-40B4-BE49-F238E27FC236}">
                    <a16:creationId xmlns:a16="http://schemas.microsoft.com/office/drawing/2014/main" id="{D8D65D68-18A4-E54D-8916-1DEF36844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reeform 1030">
                <a:extLst>
                  <a:ext uri="{FF2B5EF4-FFF2-40B4-BE49-F238E27FC236}">
                    <a16:creationId xmlns:a16="http://schemas.microsoft.com/office/drawing/2014/main" id="{3C79D147-9974-F341-96E9-F9AD19F14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2" name="Freeform 1031">
                <a:extLst>
                  <a:ext uri="{FF2B5EF4-FFF2-40B4-BE49-F238E27FC236}">
                    <a16:creationId xmlns:a16="http://schemas.microsoft.com/office/drawing/2014/main" id="{5E0CE9D2-21FD-2644-9691-743CC3E13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3" name="Freeform 1032">
                <a:extLst>
                  <a:ext uri="{FF2B5EF4-FFF2-40B4-BE49-F238E27FC236}">
                    <a16:creationId xmlns:a16="http://schemas.microsoft.com/office/drawing/2014/main" id="{5691098F-1432-0D44-8573-312C3A566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Freeform 1033">
                <a:extLst>
                  <a:ext uri="{FF2B5EF4-FFF2-40B4-BE49-F238E27FC236}">
                    <a16:creationId xmlns:a16="http://schemas.microsoft.com/office/drawing/2014/main" id="{2D4A77A2-D0F1-164A-A67D-A50954386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84" name="Freeform 1034">
              <a:extLst>
                <a:ext uri="{FF2B5EF4-FFF2-40B4-BE49-F238E27FC236}">
                  <a16:creationId xmlns:a16="http://schemas.microsoft.com/office/drawing/2014/main" id="{A283BD8E-0AD2-B743-8237-483C3A6A6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" name="Freeform 1035">
              <a:extLst>
                <a:ext uri="{FF2B5EF4-FFF2-40B4-BE49-F238E27FC236}">
                  <a16:creationId xmlns:a16="http://schemas.microsoft.com/office/drawing/2014/main" id="{AA215C2D-4069-DE48-884E-A1816F7D4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" name="Freeform 1036">
              <a:extLst>
                <a:ext uri="{FF2B5EF4-FFF2-40B4-BE49-F238E27FC236}">
                  <a16:creationId xmlns:a16="http://schemas.microsoft.com/office/drawing/2014/main" id="{421821F5-5AD5-4D4E-A4F9-5D46E41A4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" name="Freeform 1037">
              <a:extLst>
                <a:ext uri="{FF2B5EF4-FFF2-40B4-BE49-F238E27FC236}">
                  <a16:creationId xmlns:a16="http://schemas.microsoft.com/office/drawing/2014/main" id="{499D2FC7-7022-A944-98B2-E74E9B2E5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" name="Freeform 1038">
              <a:extLst>
                <a:ext uri="{FF2B5EF4-FFF2-40B4-BE49-F238E27FC236}">
                  <a16:creationId xmlns:a16="http://schemas.microsoft.com/office/drawing/2014/main" id="{37918171-6E71-A846-A2B5-7C65DD745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Freeform 1039">
              <a:extLst>
                <a:ext uri="{FF2B5EF4-FFF2-40B4-BE49-F238E27FC236}">
                  <a16:creationId xmlns:a16="http://schemas.microsoft.com/office/drawing/2014/main" id="{68ECFF60-AA48-2D4C-9A67-90DB18F81D4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40" name="Group 739">
            <a:extLst>
              <a:ext uri="{FF2B5EF4-FFF2-40B4-BE49-F238E27FC236}">
                <a16:creationId xmlns:a16="http://schemas.microsoft.com/office/drawing/2014/main" id="{504BAA5F-BBD8-8242-BC48-7D0E761F340A}"/>
              </a:ext>
            </a:extLst>
          </p:cNvPr>
          <p:cNvGrpSpPr/>
          <p:nvPr/>
        </p:nvGrpSpPr>
        <p:grpSpPr>
          <a:xfrm>
            <a:off x="8637781" y="2319727"/>
            <a:ext cx="530702" cy="478009"/>
            <a:chOff x="8631407" y="2290407"/>
            <a:chExt cx="530702" cy="478009"/>
          </a:xfrm>
        </p:grpSpPr>
        <p:pic>
          <p:nvPicPr>
            <p:cNvPr id="110" name="Picture 568" descr="light2.png">
              <a:extLst>
                <a:ext uri="{FF2B5EF4-FFF2-40B4-BE49-F238E27FC236}">
                  <a16:creationId xmlns:a16="http://schemas.microsoft.com/office/drawing/2014/main" id="{D96B693D-26FC-E443-A112-C4AFFE90DC3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1017" descr="antenna_stylized">
              <a:extLst>
                <a:ext uri="{FF2B5EF4-FFF2-40B4-BE49-F238E27FC236}">
                  <a16:creationId xmlns:a16="http://schemas.microsoft.com/office/drawing/2014/main" id="{F4E4C4C0-89A6-D74D-B25C-228CE5BC1D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86" name="Group 785">
            <a:extLst>
              <a:ext uri="{FF2B5EF4-FFF2-40B4-BE49-F238E27FC236}">
                <a16:creationId xmlns:a16="http://schemas.microsoft.com/office/drawing/2014/main" id="{46F998A3-3B85-214A-927A-3BF067B7C2A0}"/>
              </a:ext>
            </a:extLst>
          </p:cNvPr>
          <p:cNvGrpSpPr/>
          <p:nvPr/>
        </p:nvGrpSpPr>
        <p:grpSpPr>
          <a:xfrm>
            <a:off x="8499539" y="2059124"/>
            <a:ext cx="849312" cy="226109"/>
            <a:chOff x="8493165" y="2029804"/>
            <a:chExt cx="849312" cy="226109"/>
          </a:xfrm>
        </p:grpSpPr>
        <p:pic>
          <p:nvPicPr>
            <p:cNvPr id="48" name="Picture 603" descr="car_icon_small">
              <a:extLst>
                <a:ext uri="{FF2B5EF4-FFF2-40B4-BE49-F238E27FC236}">
                  <a16:creationId xmlns:a16="http://schemas.microsoft.com/office/drawing/2014/main" id="{147E2796-D425-6645-93B3-B97E69B146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" name="Picture 1017" descr="antenna_stylized">
              <a:extLst>
                <a:ext uri="{FF2B5EF4-FFF2-40B4-BE49-F238E27FC236}">
                  <a16:creationId xmlns:a16="http://schemas.microsoft.com/office/drawing/2014/main" id="{F0886BE8-9B0B-F046-92AA-1AC818378E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93518" y="3325424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64947" y="3428485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201681" y="5852809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534746" y="5795138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5" name="Freeform 984">
            <a:extLst>
              <a:ext uri="{FF2B5EF4-FFF2-40B4-BE49-F238E27FC236}">
                <a16:creationId xmlns:a16="http://schemas.microsoft.com/office/drawing/2014/main" id="{69921432-2526-D74B-B1B3-EF4990D573EA}"/>
              </a:ext>
            </a:extLst>
          </p:cNvPr>
          <p:cNvSpPr>
            <a:spLocks/>
          </p:cNvSpPr>
          <p:nvPr/>
        </p:nvSpPr>
        <p:spPr bwMode="auto">
          <a:xfrm>
            <a:off x="10153593" y="5636971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7" name="Freeform 986">
            <a:extLst>
              <a:ext uri="{FF2B5EF4-FFF2-40B4-BE49-F238E27FC236}">
                <a16:creationId xmlns:a16="http://schemas.microsoft.com/office/drawing/2014/main" id="{210AB56E-8E3A-464C-BA90-E5EE13DE14AA}"/>
              </a:ext>
            </a:extLst>
          </p:cNvPr>
          <p:cNvSpPr>
            <a:spLocks/>
          </p:cNvSpPr>
          <p:nvPr/>
        </p:nvSpPr>
        <p:spPr bwMode="auto">
          <a:xfrm>
            <a:off x="10159970" y="5656923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8" name="Freeform 987">
            <a:extLst>
              <a:ext uri="{FF2B5EF4-FFF2-40B4-BE49-F238E27FC236}">
                <a16:creationId xmlns:a16="http://schemas.microsoft.com/office/drawing/2014/main" id="{4B6304D8-37E4-9743-9663-D2140A3373CD}"/>
              </a:ext>
            </a:extLst>
          </p:cNvPr>
          <p:cNvSpPr>
            <a:spLocks/>
          </p:cNvSpPr>
          <p:nvPr/>
        </p:nvSpPr>
        <p:spPr bwMode="auto">
          <a:xfrm>
            <a:off x="10155518" y="5812753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9" name="Rectangle 988">
            <a:extLst>
              <a:ext uri="{FF2B5EF4-FFF2-40B4-BE49-F238E27FC236}">
                <a16:creationId xmlns:a16="http://schemas.microsoft.com/office/drawing/2014/main" id="{01DA0D94-4858-4748-835A-0A295C76DA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674399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80" name="Group 989">
            <a:extLst>
              <a:ext uri="{FF2B5EF4-FFF2-40B4-BE49-F238E27FC236}">
                <a16:creationId xmlns:a16="http://schemas.microsoft.com/office/drawing/2014/main" id="{653C7E87-1F7F-B94B-970F-8043BE6AD494}"/>
              </a:ext>
            </a:extLst>
          </p:cNvPr>
          <p:cNvGrpSpPr>
            <a:grpSpLocks/>
          </p:cNvGrpSpPr>
          <p:nvPr/>
        </p:nvGrpSpPr>
        <p:grpSpPr bwMode="auto">
          <a:xfrm>
            <a:off x="10091149" y="5671195"/>
            <a:ext cx="69903" cy="21117"/>
            <a:chOff x="614" y="2568"/>
            <a:chExt cx="725" cy="139"/>
          </a:xfrm>
        </p:grpSpPr>
        <p:sp>
          <p:nvSpPr>
            <p:cNvPr id="205" name="AutoShape 990">
              <a:extLst>
                <a:ext uri="{FF2B5EF4-FFF2-40B4-BE49-F238E27FC236}">
                  <a16:creationId xmlns:a16="http://schemas.microsoft.com/office/drawing/2014/main" id="{9E8BF054-B12E-C746-9DCC-FFC0FBE11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6" name="AutoShape 991">
              <a:extLst>
                <a:ext uri="{FF2B5EF4-FFF2-40B4-BE49-F238E27FC236}">
                  <a16:creationId xmlns:a16="http://schemas.microsoft.com/office/drawing/2014/main" id="{60A26098-3AC3-5F48-AF12-0376133BA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81" name="Rectangle 992">
            <a:extLst>
              <a:ext uri="{FF2B5EF4-FFF2-40B4-BE49-F238E27FC236}">
                <a16:creationId xmlns:a16="http://schemas.microsoft.com/office/drawing/2014/main" id="{AB0AE9A0-AEC6-B542-BAA1-AD6A9E2574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22750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82" name="Group 993">
            <a:extLst>
              <a:ext uri="{FF2B5EF4-FFF2-40B4-BE49-F238E27FC236}">
                <a16:creationId xmlns:a16="http://schemas.microsoft.com/office/drawing/2014/main" id="{2E23BBDE-93A3-014A-8AD9-509F2B133316}"/>
              </a:ext>
            </a:extLst>
          </p:cNvPr>
          <p:cNvGrpSpPr>
            <a:grpSpLocks/>
          </p:cNvGrpSpPr>
          <p:nvPr/>
        </p:nvGrpSpPr>
        <p:grpSpPr bwMode="auto">
          <a:xfrm>
            <a:off x="10090909" y="5718672"/>
            <a:ext cx="69903" cy="19515"/>
            <a:chOff x="614" y="2568"/>
            <a:chExt cx="725" cy="139"/>
          </a:xfrm>
        </p:grpSpPr>
        <p:sp>
          <p:nvSpPr>
            <p:cNvPr id="203" name="AutoShape 994">
              <a:extLst>
                <a:ext uri="{FF2B5EF4-FFF2-40B4-BE49-F238E27FC236}">
                  <a16:creationId xmlns:a16="http://schemas.microsoft.com/office/drawing/2014/main" id="{CF10A6D2-6E36-BA46-8AB3-2A153E9EC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4" name="AutoShape 995">
              <a:extLst>
                <a:ext uri="{FF2B5EF4-FFF2-40B4-BE49-F238E27FC236}">
                  <a16:creationId xmlns:a16="http://schemas.microsoft.com/office/drawing/2014/main" id="{964D14B2-2639-5A46-B2D5-48A8B0C31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83" name="Rectangle 996">
            <a:extLst>
              <a:ext uri="{FF2B5EF4-FFF2-40B4-BE49-F238E27FC236}">
                <a16:creationId xmlns:a16="http://schemas.microsoft.com/office/drawing/2014/main" id="{426E7337-36DD-B64A-88F7-00D5A742F9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71101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84" name="Rectangle 997">
            <a:extLst>
              <a:ext uri="{FF2B5EF4-FFF2-40B4-BE49-F238E27FC236}">
                <a16:creationId xmlns:a16="http://schemas.microsoft.com/office/drawing/2014/main" id="{BE4D7353-7D2D-9F42-8A6A-65BAA6259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8705" y="5814938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85" name="Group 998">
            <a:extLst>
              <a:ext uri="{FF2B5EF4-FFF2-40B4-BE49-F238E27FC236}">
                <a16:creationId xmlns:a16="http://schemas.microsoft.com/office/drawing/2014/main" id="{10644FFB-BF70-614B-94F5-58CB99D12E0E}"/>
              </a:ext>
            </a:extLst>
          </p:cNvPr>
          <p:cNvGrpSpPr>
            <a:grpSpLocks/>
          </p:cNvGrpSpPr>
          <p:nvPr/>
        </p:nvGrpSpPr>
        <p:grpSpPr bwMode="auto">
          <a:xfrm>
            <a:off x="10089465" y="5810860"/>
            <a:ext cx="70024" cy="21991"/>
            <a:chOff x="614" y="2568"/>
            <a:chExt cx="725" cy="139"/>
          </a:xfrm>
        </p:grpSpPr>
        <p:sp>
          <p:nvSpPr>
            <p:cNvPr id="201" name="AutoShape 999">
              <a:extLst>
                <a:ext uri="{FF2B5EF4-FFF2-40B4-BE49-F238E27FC236}">
                  <a16:creationId xmlns:a16="http://schemas.microsoft.com/office/drawing/2014/main" id="{2EEDFBCE-8402-0442-A96B-A6412C51C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2" name="AutoShape 1000">
              <a:extLst>
                <a:ext uri="{FF2B5EF4-FFF2-40B4-BE49-F238E27FC236}">
                  <a16:creationId xmlns:a16="http://schemas.microsoft.com/office/drawing/2014/main" id="{5BBF678C-8365-374C-8592-2F4010918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86" name="Freeform 1001">
            <a:extLst>
              <a:ext uri="{FF2B5EF4-FFF2-40B4-BE49-F238E27FC236}">
                <a16:creationId xmlns:a16="http://schemas.microsoft.com/office/drawing/2014/main" id="{43320BBC-6D3F-CE4C-AE57-EE45F3319F3F}"/>
              </a:ext>
            </a:extLst>
          </p:cNvPr>
          <p:cNvSpPr>
            <a:spLocks/>
          </p:cNvSpPr>
          <p:nvPr/>
        </p:nvSpPr>
        <p:spPr bwMode="auto">
          <a:xfrm>
            <a:off x="10156000" y="5771101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7" name="Group 1002">
            <a:extLst>
              <a:ext uri="{FF2B5EF4-FFF2-40B4-BE49-F238E27FC236}">
                <a16:creationId xmlns:a16="http://schemas.microsoft.com/office/drawing/2014/main" id="{4ED748C4-471F-B74E-9328-2437DB94B8F7}"/>
              </a:ext>
            </a:extLst>
          </p:cNvPr>
          <p:cNvGrpSpPr>
            <a:grpSpLocks/>
          </p:cNvGrpSpPr>
          <p:nvPr/>
        </p:nvGrpSpPr>
        <p:grpSpPr bwMode="auto">
          <a:xfrm>
            <a:off x="10089946" y="5767169"/>
            <a:ext cx="70024" cy="20243"/>
            <a:chOff x="614" y="2568"/>
            <a:chExt cx="725" cy="139"/>
          </a:xfrm>
        </p:grpSpPr>
        <p:sp>
          <p:nvSpPr>
            <p:cNvPr id="199" name="AutoShape 1003">
              <a:extLst>
                <a:ext uri="{FF2B5EF4-FFF2-40B4-BE49-F238E27FC236}">
                  <a16:creationId xmlns:a16="http://schemas.microsoft.com/office/drawing/2014/main" id="{DE163CA4-FABE-9B4C-973B-7160FB0CA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0" name="AutoShape 1004">
              <a:extLst>
                <a:ext uri="{FF2B5EF4-FFF2-40B4-BE49-F238E27FC236}">
                  <a16:creationId xmlns:a16="http://schemas.microsoft.com/office/drawing/2014/main" id="{D50A283A-2FFB-A24F-A406-2910EEA8C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88" name="Rectangle 1005">
            <a:extLst>
              <a:ext uri="{FF2B5EF4-FFF2-40B4-BE49-F238E27FC236}">
                <a16:creationId xmlns:a16="http://schemas.microsoft.com/office/drawing/2014/main" id="{42659E43-E287-8942-BD23-94141CB4B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0946" y="5636388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89" name="Freeform 1006">
            <a:extLst>
              <a:ext uri="{FF2B5EF4-FFF2-40B4-BE49-F238E27FC236}">
                <a16:creationId xmlns:a16="http://schemas.microsoft.com/office/drawing/2014/main" id="{48DEF8E3-26E3-0E48-88EA-BAB435AE5150}"/>
              </a:ext>
            </a:extLst>
          </p:cNvPr>
          <p:cNvSpPr>
            <a:spLocks/>
          </p:cNvSpPr>
          <p:nvPr/>
        </p:nvSpPr>
        <p:spPr bwMode="auto">
          <a:xfrm>
            <a:off x="10158887" y="5720566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0" name="Freeform 1007">
            <a:extLst>
              <a:ext uri="{FF2B5EF4-FFF2-40B4-BE49-F238E27FC236}">
                <a16:creationId xmlns:a16="http://schemas.microsoft.com/office/drawing/2014/main" id="{7869EB64-11F6-624E-9B28-6986DD9D076F}"/>
              </a:ext>
            </a:extLst>
          </p:cNvPr>
          <p:cNvSpPr>
            <a:spLocks/>
          </p:cNvSpPr>
          <p:nvPr/>
        </p:nvSpPr>
        <p:spPr bwMode="auto">
          <a:xfrm>
            <a:off x="10159248" y="5672943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1" name="Oval 1008">
            <a:extLst>
              <a:ext uri="{FF2B5EF4-FFF2-40B4-BE49-F238E27FC236}">
                <a16:creationId xmlns:a16="http://schemas.microsoft.com/office/drawing/2014/main" id="{322E0F0C-40A1-7E43-B9BC-A271C6411E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83311" y="5954166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2" name="Freeform 1009">
            <a:extLst>
              <a:ext uri="{FF2B5EF4-FFF2-40B4-BE49-F238E27FC236}">
                <a16:creationId xmlns:a16="http://schemas.microsoft.com/office/drawing/2014/main" id="{2C34A91D-8DF1-DE40-8F88-B7AB2BE630CE}"/>
              </a:ext>
            </a:extLst>
          </p:cNvPr>
          <p:cNvSpPr>
            <a:spLocks/>
          </p:cNvSpPr>
          <p:nvPr/>
        </p:nvSpPr>
        <p:spPr bwMode="auto">
          <a:xfrm>
            <a:off x="10157684" y="5954603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3" name="AutoShape 1010">
            <a:extLst>
              <a:ext uri="{FF2B5EF4-FFF2-40B4-BE49-F238E27FC236}">
                <a16:creationId xmlns:a16="http://schemas.microsoft.com/office/drawing/2014/main" id="{C10585A3-5046-F44C-A720-1B5360D1A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7877" y="5963487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4" name="AutoShape 1011">
            <a:extLst>
              <a:ext uri="{FF2B5EF4-FFF2-40B4-BE49-F238E27FC236}">
                <a16:creationId xmlns:a16="http://schemas.microsoft.com/office/drawing/2014/main" id="{0F1CC371-A8A5-1146-9D54-06BA5783B2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969166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5" name="Oval 1012">
            <a:extLst>
              <a:ext uri="{FF2B5EF4-FFF2-40B4-BE49-F238E27FC236}">
                <a16:creationId xmlns:a16="http://schemas.microsoft.com/office/drawing/2014/main" id="{165ACFDB-EB0A-EF4A-A53B-E952BF38B2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8210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6" name="Oval 1013">
            <a:extLst>
              <a:ext uri="{FF2B5EF4-FFF2-40B4-BE49-F238E27FC236}">
                <a16:creationId xmlns:a16="http://schemas.microsoft.com/office/drawing/2014/main" id="{8E1C86F1-E8A5-AB43-9FBE-05329F11F8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59867" y="5920815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7" name="Oval 1014">
            <a:extLst>
              <a:ext uri="{FF2B5EF4-FFF2-40B4-BE49-F238E27FC236}">
                <a16:creationId xmlns:a16="http://schemas.microsoft.com/office/drawing/2014/main" id="{0C189499-8A09-3E4B-B216-1DBC5D3CDC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201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8" name="Rectangle 1015">
            <a:extLst>
              <a:ext uri="{FF2B5EF4-FFF2-40B4-BE49-F238E27FC236}">
                <a16:creationId xmlns:a16="http://schemas.microsoft.com/office/drawing/2014/main" id="{F801E0C5-03DC-4947-89BB-24F841D73C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29410" y="5841444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539916" y="1365914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41AB30C9-9641-104B-9006-CB16D4919778}"/>
              </a:ext>
            </a:extLst>
          </p:cNvPr>
          <p:cNvGrpSpPr/>
          <p:nvPr/>
        </p:nvGrpSpPr>
        <p:grpSpPr>
          <a:xfrm>
            <a:off x="7680324" y="1814171"/>
            <a:ext cx="2755429" cy="4250670"/>
            <a:chOff x="7680324" y="1814171"/>
            <a:chExt cx="2755429" cy="4250670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50224" y="185972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87" name="Group 590">
              <a:extLst>
                <a:ext uri="{FF2B5EF4-FFF2-40B4-BE49-F238E27FC236}">
                  <a16:creationId xmlns:a16="http://schemas.microsoft.com/office/drawing/2014/main" id="{B2AAF0C3-BD73-634D-B492-B7CCF9735ED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773981" y="5281060"/>
              <a:ext cx="345630" cy="320302"/>
              <a:chOff x="2839" y="3501"/>
              <a:chExt cx="755" cy="803"/>
            </a:xfrm>
          </p:grpSpPr>
          <p:pic>
            <p:nvPicPr>
              <p:cNvPr id="488" name="Picture 591" descr="desktop_computer_stylized_medium">
                <a:extLst>
                  <a:ext uri="{FF2B5EF4-FFF2-40B4-BE49-F238E27FC236}">
                    <a16:creationId xmlns:a16="http://schemas.microsoft.com/office/drawing/2014/main" id="{1B000E5D-AA79-9741-93EF-69776E79DC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89" name="Freeform 592">
                <a:extLst>
                  <a:ext uri="{FF2B5EF4-FFF2-40B4-BE49-F238E27FC236}">
                    <a16:creationId xmlns:a16="http://schemas.microsoft.com/office/drawing/2014/main" id="{E285DBFE-A1C0-DE49-94FA-3F8D49F9A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12" name="Oval 611">
              <a:extLst>
                <a:ext uri="{FF2B5EF4-FFF2-40B4-BE49-F238E27FC236}">
                  <a16:creationId xmlns:a16="http://schemas.microsoft.com/office/drawing/2014/main" id="{626C6AB3-E95B-4E45-912D-03BD50D0AB9E}"/>
                </a:ext>
              </a:extLst>
            </p:cNvPr>
            <p:cNvSpPr/>
            <p:nvPr/>
          </p:nvSpPr>
          <p:spPr>
            <a:xfrm>
              <a:off x="7689254" y="5160841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7680324" y="1814171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C1E7801D-A747-164C-BE12-1FDEB3DFE743}"/>
                </a:ext>
              </a:extLst>
            </p:cNvPr>
            <p:cNvSpPr/>
            <p:nvPr/>
          </p:nvSpPr>
          <p:spPr>
            <a:xfrm>
              <a:off x="9823450" y="5554772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71" name="Group 618">
            <a:extLst>
              <a:ext uri="{FF2B5EF4-FFF2-40B4-BE49-F238E27FC236}">
                <a16:creationId xmlns:a16="http://schemas.microsoft.com/office/drawing/2014/main" id="{580255E5-A809-CB45-994D-F69BD8D6F8D7}"/>
              </a:ext>
            </a:extLst>
          </p:cNvPr>
          <p:cNvGrpSpPr>
            <a:grpSpLocks/>
          </p:cNvGrpSpPr>
          <p:nvPr/>
        </p:nvGrpSpPr>
        <p:grpSpPr bwMode="auto">
          <a:xfrm>
            <a:off x="8005845" y="1168489"/>
            <a:ext cx="1065213" cy="965200"/>
            <a:chOff x="4047" y="420"/>
            <a:chExt cx="671" cy="608"/>
          </a:xfrm>
        </p:grpSpPr>
        <p:sp>
          <p:nvSpPr>
            <p:cNvPr id="572" name="Rectangle 227">
              <a:extLst>
                <a:ext uri="{FF2B5EF4-FFF2-40B4-BE49-F238E27FC236}">
                  <a16:creationId xmlns:a16="http://schemas.microsoft.com/office/drawing/2014/main" id="{B2F29371-16FD-D244-80BF-A52E1D7F8B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rgbClr val="000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5" name="Rectangle 228">
              <a:extLst>
                <a:ext uri="{FF2B5EF4-FFF2-40B4-BE49-F238E27FC236}">
                  <a16:creationId xmlns:a16="http://schemas.microsoft.com/office/drawing/2014/main" id="{E66B124A-4E8B-D846-A7C2-C34B559B7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6" name="Rectangle 229">
              <a:extLst>
                <a:ext uri="{FF2B5EF4-FFF2-40B4-BE49-F238E27FC236}">
                  <a16:creationId xmlns:a16="http://schemas.microsoft.com/office/drawing/2014/main" id="{80574F4D-DD94-2C4B-B4A1-D4DE0E2DC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9" name="Text Box 230">
              <a:extLst>
                <a:ext uri="{FF2B5EF4-FFF2-40B4-BE49-F238E27FC236}">
                  <a16:creationId xmlns:a16="http://schemas.microsoft.com/office/drawing/2014/main" id="{2EABDC18-53BF-7B40-AB0D-A755F80C07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5" y="421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 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0" name="Line 231">
              <a:extLst>
                <a:ext uri="{FF2B5EF4-FFF2-40B4-BE49-F238E27FC236}">
                  <a16:creationId xmlns:a16="http://schemas.microsoft.com/office/drawing/2014/main" id="{E5CDD0A1-21E2-6748-A493-24F315669C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1" name="Line 232">
              <a:extLst>
                <a:ext uri="{FF2B5EF4-FFF2-40B4-BE49-F238E27FC236}">
                  <a16:creationId xmlns:a16="http://schemas.microsoft.com/office/drawing/2014/main" id="{CDA63567-EA65-5A46-877E-710FE9AD1D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3" name="Line 233">
              <a:extLst>
                <a:ext uri="{FF2B5EF4-FFF2-40B4-BE49-F238E27FC236}">
                  <a16:creationId xmlns:a16="http://schemas.microsoft.com/office/drawing/2014/main" id="{7FE7B44D-4874-7642-8A70-AE45F5B800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4" name="Freeform 917">
              <a:extLst>
                <a:ext uri="{FF2B5EF4-FFF2-40B4-BE49-F238E27FC236}">
                  <a16:creationId xmlns:a16="http://schemas.microsoft.com/office/drawing/2014/main" id="{9FBAE6C1-0ABD-B849-B7B3-8C34910CE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31" name="Group 619">
            <a:extLst>
              <a:ext uri="{FF2B5EF4-FFF2-40B4-BE49-F238E27FC236}">
                <a16:creationId xmlns:a16="http://schemas.microsoft.com/office/drawing/2014/main" id="{14A407A0-EBD9-3449-9859-9B138D20D5AC}"/>
              </a:ext>
            </a:extLst>
          </p:cNvPr>
          <p:cNvGrpSpPr>
            <a:grpSpLocks/>
          </p:cNvGrpSpPr>
          <p:nvPr/>
        </p:nvGrpSpPr>
        <p:grpSpPr bwMode="auto">
          <a:xfrm>
            <a:off x="10104523" y="4743539"/>
            <a:ext cx="1050926" cy="974725"/>
            <a:chOff x="4047" y="414"/>
            <a:chExt cx="662" cy="614"/>
          </a:xfrm>
        </p:grpSpPr>
        <p:sp>
          <p:nvSpPr>
            <p:cNvPr id="632" name="Rectangle 227">
              <a:extLst>
                <a:ext uri="{FF2B5EF4-FFF2-40B4-BE49-F238E27FC236}">
                  <a16:creationId xmlns:a16="http://schemas.microsoft.com/office/drawing/2014/main" id="{875D12D0-0645-B449-8F48-0AC45EE18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rgbClr val="000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3" name="Rectangle 228">
              <a:extLst>
                <a:ext uri="{FF2B5EF4-FFF2-40B4-BE49-F238E27FC236}">
                  <a16:creationId xmlns:a16="http://schemas.microsoft.com/office/drawing/2014/main" id="{F233A0F6-C3A3-1D47-A777-BFAC1494E3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4" name="Rectangle 229">
              <a:extLst>
                <a:ext uri="{FF2B5EF4-FFF2-40B4-BE49-F238E27FC236}">
                  <a16:creationId xmlns:a16="http://schemas.microsoft.com/office/drawing/2014/main" id="{3B52AB0C-7235-834F-A249-28BBCC6D2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6" name="Text Box 230">
              <a:extLst>
                <a:ext uri="{FF2B5EF4-FFF2-40B4-BE49-F238E27FC236}">
                  <a16:creationId xmlns:a16="http://schemas.microsoft.com/office/drawing/2014/main" id="{9B5B5523-DD29-8F46-BF07-8ECCDD6C78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6" y="414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 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7" name="Line 231">
              <a:extLst>
                <a:ext uri="{FF2B5EF4-FFF2-40B4-BE49-F238E27FC236}">
                  <a16:creationId xmlns:a16="http://schemas.microsoft.com/office/drawing/2014/main" id="{00E57763-CBA1-1542-B749-A48E642E00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9" name="Line 232">
              <a:extLst>
                <a:ext uri="{FF2B5EF4-FFF2-40B4-BE49-F238E27FC236}">
                  <a16:creationId xmlns:a16="http://schemas.microsoft.com/office/drawing/2014/main" id="{E4657539-B4FE-304C-816A-A074251ABA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0" name="Line 233">
              <a:extLst>
                <a:ext uri="{FF2B5EF4-FFF2-40B4-BE49-F238E27FC236}">
                  <a16:creationId xmlns:a16="http://schemas.microsoft.com/office/drawing/2014/main" id="{DE0F6076-B3CE-C540-BD00-B77A1E45F5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1" name="Freeform 917">
              <a:extLst>
                <a:ext uri="{FF2B5EF4-FFF2-40B4-BE49-F238E27FC236}">
                  <a16:creationId xmlns:a16="http://schemas.microsoft.com/office/drawing/2014/main" id="{0111663E-DD9D-6043-8338-8C5285F74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42" name="Group 628">
            <a:extLst>
              <a:ext uri="{FF2B5EF4-FFF2-40B4-BE49-F238E27FC236}">
                <a16:creationId xmlns:a16="http://schemas.microsoft.com/office/drawing/2014/main" id="{F65FBC4E-EE37-D144-AFDB-E6C408428C1F}"/>
              </a:ext>
            </a:extLst>
          </p:cNvPr>
          <p:cNvGrpSpPr>
            <a:grpSpLocks/>
          </p:cNvGrpSpPr>
          <p:nvPr/>
        </p:nvGrpSpPr>
        <p:grpSpPr bwMode="auto">
          <a:xfrm>
            <a:off x="7962986" y="4374557"/>
            <a:ext cx="1060451" cy="965200"/>
            <a:chOff x="4047" y="420"/>
            <a:chExt cx="668" cy="608"/>
          </a:xfrm>
        </p:grpSpPr>
        <p:sp>
          <p:nvSpPr>
            <p:cNvPr id="643" name="Rectangle 227">
              <a:extLst>
                <a:ext uri="{FF2B5EF4-FFF2-40B4-BE49-F238E27FC236}">
                  <a16:creationId xmlns:a16="http://schemas.microsoft.com/office/drawing/2014/main" id="{E92C3AA2-F23F-C148-8F92-1D04CB500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rgbClr val="000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4" name="Rectangle 228">
              <a:extLst>
                <a:ext uri="{FF2B5EF4-FFF2-40B4-BE49-F238E27FC236}">
                  <a16:creationId xmlns:a16="http://schemas.microsoft.com/office/drawing/2014/main" id="{6330CAEB-E474-6241-9D9F-EEB5C5091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" name="Rectangle 229">
              <a:extLst>
                <a:ext uri="{FF2B5EF4-FFF2-40B4-BE49-F238E27FC236}">
                  <a16:creationId xmlns:a16="http://schemas.microsoft.com/office/drawing/2014/main" id="{AFA24D83-EF79-8246-AE25-393D0CCB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6" name="Text Box 230">
              <a:extLst>
                <a:ext uri="{FF2B5EF4-FFF2-40B4-BE49-F238E27FC236}">
                  <a16:creationId xmlns:a16="http://schemas.microsoft.com/office/drawing/2014/main" id="{3EEA565E-691A-5943-B9C1-2FBC1E5B7F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2" y="423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 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7" name="Line 231">
              <a:extLst>
                <a:ext uri="{FF2B5EF4-FFF2-40B4-BE49-F238E27FC236}">
                  <a16:creationId xmlns:a16="http://schemas.microsoft.com/office/drawing/2014/main" id="{8E2DC1D5-A1BA-E349-B4E3-5CB27DD1FF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8" name="Line 232">
              <a:extLst>
                <a:ext uri="{FF2B5EF4-FFF2-40B4-BE49-F238E27FC236}">
                  <a16:creationId xmlns:a16="http://schemas.microsoft.com/office/drawing/2014/main" id="{0D97E1EE-0440-9746-9909-8846196F33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9" name="Line 233">
              <a:extLst>
                <a:ext uri="{FF2B5EF4-FFF2-40B4-BE49-F238E27FC236}">
                  <a16:creationId xmlns:a16="http://schemas.microsoft.com/office/drawing/2014/main" id="{9453EBF5-7BBF-8943-8161-7DEB7997BF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0" name="Freeform 917">
              <a:extLst>
                <a:ext uri="{FF2B5EF4-FFF2-40B4-BE49-F238E27FC236}">
                  <a16:creationId xmlns:a16="http://schemas.microsoft.com/office/drawing/2014/main" id="{B9EE01B3-0624-134E-8FD0-E4ADEDFD2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51" name="Line 913">
            <a:extLst>
              <a:ext uri="{FF2B5EF4-FFF2-40B4-BE49-F238E27FC236}">
                <a16:creationId xmlns:a16="http://schemas.microsoft.com/office/drawing/2014/main" id="{47A3D5AF-94CC-B24F-922A-C603CC0A5A25}"/>
              </a:ext>
            </a:extLst>
          </p:cNvPr>
          <p:cNvSpPr>
            <a:spLocks noChangeShapeType="1"/>
          </p:cNvSpPr>
          <p:nvPr/>
        </p:nvSpPr>
        <p:spPr bwMode="auto">
          <a:xfrm>
            <a:off x="8998030" y="4451439"/>
            <a:ext cx="1290637" cy="541337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2" name="Line 911">
            <a:extLst>
              <a:ext uri="{FF2B5EF4-FFF2-40B4-BE49-F238E27FC236}">
                <a16:creationId xmlns:a16="http://schemas.microsoft.com/office/drawing/2014/main" id="{8E6A54E5-62F1-544B-AE41-5137E62BFCE9}"/>
              </a:ext>
            </a:extLst>
          </p:cNvPr>
          <p:cNvSpPr>
            <a:spLocks noChangeShapeType="1"/>
          </p:cNvSpPr>
          <p:nvPr/>
        </p:nvSpPr>
        <p:spPr bwMode="auto">
          <a:xfrm>
            <a:off x="9093280" y="1325651"/>
            <a:ext cx="1700212" cy="3386138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Creating a network </a:t>
            </a:r>
            <a:r>
              <a:rPr lang="en-US" altLang="en-US" dirty="0">
                <a:ea typeface="ＭＳ Ｐゴシック" panose="020B0600070205080204" pitchFamily="34" charset="-128"/>
              </a:rPr>
              <a:t>a</a:t>
            </a:r>
            <a:r>
              <a:rPr lang="en-US" altLang="en-US" sz="4400" dirty="0">
                <a:ea typeface="ＭＳ Ｐゴシック" panose="020B0600070205080204" pitchFamily="34" charset="-128"/>
              </a:rPr>
              <a:t>pp</a:t>
            </a:r>
            <a:endParaRPr lang="en-US" sz="4400" dirty="0"/>
          </a:p>
        </p:txBody>
      </p:sp>
      <p:sp>
        <p:nvSpPr>
          <p:cNvPr id="656" name="Content Placeholder 3">
            <a:extLst>
              <a:ext uri="{FF2B5EF4-FFF2-40B4-BE49-F238E27FC236}">
                <a16:creationId xmlns:a16="http://schemas.microsoft.com/office/drawing/2014/main" id="{97C6B0DF-3B81-1046-A02E-98C8247EB000}"/>
              </a:ext>
            </a:extLst>
          </p:cNvPr>
          <p:cNvSpPr txBox="1">
            <a:spLocks/>
          </p:cNvSpPr>
          <p:nvPr/>
        </p:nvSpPr>
        <p:spPr>
          <a:xfrm>
            <a:off x="889178" y="1334086"/>
            <a:ext cx="5309184" cy="497469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7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write programs that:</a:t>
            </a:r>
          </a:p>
          <a:p>
            <a:pPr marL="3460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 on (different) end systems</a:t>
            </a:r>
          </a:p>
          <a:p>
            <a:pPr marL="3460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communicate over network</a:t>
            </a:r>
          </a:p>
          <a:p>
            <a:pPr marL="3460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e.g., web server software communicates with browser software</a:t>
            </a:r>
          </a:p>
          <a:p>
            <a:pPr marL="14287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 need to write software for network-core devices</a:t>
            </a:r>
          </a:p>
          <a:p>
            <a:pPr marL="3460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network-core devices do not run user applications </a:t>
            </a:r>
          </a:p>
          <a:p>
            <a:pPr marL="3460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applications on end systems  allows for rapid app development, propagation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61" name="Group 950">
            <a:extLst>
              <a:ext uri="{FF2B5EF4-FFF2-40B4-BE49-F238E27FC236}">
                <a16:creationId xmlns:a16="http://schemas.microsoft.com/office/drawing/2014/main" id="{221CDB90-F15F-3B40-BE7C-5642BDA8CF7F}"/>
              </a:ext>
            </a:extLst>
          </p:cNvPr>
          <p:cNvGrpSpPr>
            <a:grpSpLocks/>
          </p:cNvGrpSpPr>
          <p:nvPr/>
        </p:nvGrpSpPr>
        <p:grpSpPr bwMode="auto">
          <a:xfrm>
            <a:off x="10002508" y="5616400"/>
            <a:ext cx="214974" cy="403920"/>
            <a:chOff x="4140" y="429"/>
            <a:chExt cx="1425" cy="2396"/>
          </a:xfrm>
        </p:grpSpPr>
        <p:sp>
          <p:nvSpPr>
            <p:cNvPr id="662" name="Freeform 951">
              <a:extLst>
                <a:ext uri="{FF2B5EF4-FFF2-40B4-BE49-F238E27FC236}">
                  <a16:creationId xmlns:a16="http://schemas.microsoft.com/office/drawing/2014/main" id="{3F5BE32F-BF2D-5D43-A3F8-8015366B9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Rectangle 952">
              <a:extLst>
                <a:ext uri="{FF2B5EF4-FFF2-40B4-BE49-F238E27FC236}">
                  <a16:creationId xmlns:a16="http://schemas.microsoft.com/office/drawing/2014/main" id="{74DD6C49-0B6B-3445-ABF4-46D45AE69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64" name="Freeform 953">
              <a:extLst>
                <a:ext uri="{FF2B5EF4-FFF2-40B4-BE49-F238E27FC236}">
                  <a16:creationId xmlns:a16="http://schemas.microsoft.com/office/drawing/2014/main" id="{20913D95-E88A-A848-9963-B3BA4505F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954">
              <a:extLst>
                <a:ext uri="{FF2B5EF4-FFF2-40B4-BE49-F238E27FC236}">
                  <a16:creationId xmlns:a16="http://schemas.microsoft.com/office/drawing/2014/main" id="{0DE93F6C-FE6F-AA44-96FD-B6D85A46D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6" name="Rectangle 955">
              <a:extLst>
                <a:ext uri="{FF2B5EF4-FFF2-40B4-BE49-F238E27FC236}">
                  <a16:creationId xmlns:a16="http://schemas.microsoft.com/office/drawing/2014/main" id="{529745F5-82EA-8148-9AA1-BA608BD7B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7" name="Group 956">
              <a:extLst>
                <a:ext uri="{FF2B5EF4-FFF2-40B4-BE49-F238E27FC236}">
                  <a16:creationId xmlns:a16="http://schemas.microsoft.com/office/drawing/2014/main" id="{B8FB9448-22B7-FE4A-8748-ABEF4BEADF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92" name="AutoShape 957">
                <a:extLst>
                  <a:ext uri="{FF2B5EF4-FFF2-40B4-BE49-F238E27FC236}">
                    <a16:creationId xmlns:a16="http://schemas.microsoft.com/office/drawing/2014/main" id="{EADB5D3D-04E2-EF48-B58E-48F7BABA0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93" name="AutoShape 958">
                <a:extLst>
                  <a:ext uri="{FF2B5EF4-FFF2-40B4-BE49-F238E27FC236}">
                    <a16:creationId xmlns:a16="http://schemas.microsoft.com/office/drawing/2014/main" id="{F98E41BE-EA39-754F-82C7-36D93FBD7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8" name="Rectangle 959">
              <a:extLst>
                <a:ext uri="{FF2B5EF4-FFF2-40B4-BE49-F238E27FC236}">
                  <a16:creationId xmlns:a16="http://schemas.microsoft.com/office/drawing/2014/main" id="{327755D1-B209-404D-9363-9EDC28F7F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9" name="Group 960">
              <a:extLst>
                <a:ext uri="{FF2B5EF4-FFF2-40B4-BE49-F238E27FC236}">
                  <a16:creationId xmlns:a16="http://schemas.microsoft.com/office/drawing/2014/main" id="{26E2E8A6-CFB6-044F-85B5-1DAAEA7FA1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90" name="AutoShape 961">
                <a:extLst>
                  <a:ext uri="{FF2B5EF4-FFF2-40B4-BE49-F238E27FC236}">
                    <a16:creationId xmlns:a16="http://schemas.microsoft.com/office/drawing/2014/main" id="{17D69473-78FB-C74F-B4D2-8D565D3F9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91" name="AutoShape 962">
                <a:extLst>
                  <a:ext uri="{FF2B5EF4-FFF2-40B4-BE49-F238E27FC236}">
                    <a16:creationId xmlns:a16="http://schemas.microsoft.com/office/drawing/2014/main" id="{17A1D2AB-658B-704B-AE35-B18C119E5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70" name="Rectangle 963">
              <a:extLst>
                <a:ext uri="{FF2B5EF4-FFF2-40B4-BE49-F238E27FC236}">
                  <a16:creationId xmlns:a16="http://schemas.microsoft.com/office/drawing/2014/main" id="{F2475D91-5410-684E-A143-AE723E908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1" name="Rectangle 964">
              <a:extLst>
                <a:ext uri="{FF2B5EF4-FFF2-40B4-BE49-F238E27FC236}">
                  <a16:creationId xmlns:a16="http://schemas.microsoft.com/office/drawing/2014/main" id="{88C09684-E90D-B34B-AA01-5F070FE81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72" name="Group 965">
              <a:extLst>
                <a:ext uri="{FF2B5EF4-FFF2-40B4-BE49-F238E27FC236}">
                  <a16:creationId xmlns:a16="http://schemas.microsoft.com/office/drawing/2014/main" id="{8ACC4595-9F78-AF46-887A-914807075E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88" name="AutoShape 966">
                <a:extLst>
                  <a:ext uri="{FF2B5EF4-FFF2-40B4-BE49-F238E27FC236}">
                    <a16:creationId xmlns:a16="http://schemas.microsoft.com/office/drawing/2014/main" id="{0A202C7C-1909-AC47-A2CA-695CE34F5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9" name="AutoShape 967">
                <a:extLst>
                  <a:ext uri="{FF2B5EF4-FFF2-40B4-BE49-F238E27FC236}">
                    <a16:creationId xmlns:a16="http://schemas.microsoft.com/office/drawing/2014/main" id="{E346AA42-C439-DA48-84D9-5D4DD0ABF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73" name="Freeform 968">
              <a:extLst>
                <a:ext uri="{FF2B5EF4-FFF2-40B4-BE49-F238E27FC236}">
                  <a16:creationId xmlns:a16="http://schemas.microsoft.com/office/drawing/2014/main" id="{5FD4884A-2CB1-894E-8CB9-2067C75F0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74" name="Group 969">
              <a:extLst>
                <a:ext uri="{FF2B5EF4-FFF2-40B4-BE49-F238E27FC236}">
                  <a16:creationId xmlns:a16="http://schemas.microsoft.com/office/drawing/2014/main" id="{B2CB40CE-804C-0948-841C-9A509EE86B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6" name="AutoShape 970">
                <a:extLst>
                  <a:ext uri="{FF2B5EF4-FFF2-40B4-BE49-F238E27FC236}">
                    <a16:creationId xmlns:a16="http://schemas.microsoft.com/office/drawing/2014/main" id="{58614F2D-DA1A-F842-A886-A2F0D8C2B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7" name="AutoShape 971">
                <a:extLst>
                  <a:ext uri="{FF2B5EF4-FFF2-40B4-BE49-F238E27FC236}">
                    <a16:creationId xmlns:a16="http://schemas.microsoft.com/office/drawing/2014/main" id="{8B641E3D-5D3B-2B4B-B634-292AB1DA6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75" name="Rectangle 972">
              <a:extLst>
                <a:ext uri="{FF2B5EF4-FFF2-40B4-BE49-F238E27FC236}">
                  <a16:creationId xmlns:a16="http://schemas.microsoft.com/office/drawing/2014/main" id="{34776F72-1048-254B-9F43-F004B26E0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6" name="Freeform 973">
              <a:extLst>
                <a:ext uri="{FF2B5EF4-FFF2-40B4-BE49-F238E27FC236}">
                  <a16:creationId xmlns:a16="http://schemas.microsoft.com/office/drawing/2014/main" id="{A2E37FDF-DD02-AA46-A996-DF9614588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7" name="Freeform 974">
              <a:extLst>
                <a:ext uri="{FF2B5EF4-FFF2-40B4-BE49-F238E27FC236}">
                  <a16:creationId xmlns:a16="http://schemas.microsoft.com/office/drawing/2014/main" id="{5E599968-E309-0C41-A6E5-1A2E8D0D7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8" name="Oval 975">
              <a:extLst>
                <a:ext uri="{FF2B5EF4-FFF2-40B4-BE49-F238E27FC236}">
                  <a16:creationId xmlns:a16="http://schemas.microsoft.com/office/drawing/2014/main" id="{8B76954B-B2F9-7644-B168-314EF4AAF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9" name="Freeform 976">
              <a:extLst>
                <a:ext uri="{FF2B5EF4-FFF2-40B4-BE49-F238E27FC236}">
                  <a16:creationId xmlns:a16="http://schemas.microsoft.com/office/drawing/2014/main" id="{D9EAE5CF-636D-F54A-8351-01EA3167D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0" name="AutoShape 977">
              <a:extLst>
                <a:ext uri="{FF2B5EF4-FFF2-40B4-BE49-F238E27FC236}">
                  <a16:creationId xmlns:a16="http://schemas.microsoft.com/office/drawing/2014/main" id="{BA3B7F84-E639-E547-B5C6-A02DC5582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81" name="AutoShape 978">
              <a:extLst>
                <a:ext uri="{FF2B5EF4-FFF2-40B4-BE49-F238E27FC236}">
                  <a16:creationId xmlns:a16="http://schemas.microsoft.com/office/drawing/2014/main" id="{0442B1DD-1D97-9F4D-B5C4-F5A4F4BB4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82" name="Oval 979">
              <a:extLst>
                <a:ext uri="{FF2B5EF4-FFF2-40B4-BE49-F238E27FC236}">
                  <a16:creationId xmlns:a16="http://schemas.microsoft.com/office/drawing/2014/main" id="{EA6FE86C-D41E-1949-A3C7-77647ACF0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83" name="Oval 980">
              <a:extLst>
                <a:ext uri="{FF2B5EF4-FFF2-40B4-BE49-F238E27FC236}">
                  <a16:creationId xmlns:a16="http://schemas.microsoft.com/office/drawing/2014/main" id="{38AA7182-25E5-E442-9745-7BAF64CEA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84" name="Oval 981">
              <a:extLst>
                <a:ext uri="{FF2B5EF4-FFF2-40B4-BE49-F238E27FC236}">
                  <a16:creationId xmlns:a16="http://schemas.microsoft.com/office/drawing/2014/main" id="{16842D0E-A2D6-0745-B8FB-E328BE5B3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85" name="Rectangle 982">
              <a:extLst>
                <a:ext uri="{FF2B5EF4-FFF2-40B4-BE49-F238E27FC236}">
                  <a16:creationId xmlns:a16="http://schemas.microsoft.com/office/drawing/2014/main" id="{8F08011A-E991-A946-A958-0A487EA35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659" name="Slide Number Placeholder 2">
            <a:extLst>
              <a:ext uri="{FF2B5EF4-FFF2-40B4-BE49-F238E27FC236}">
                <a16:creationId xmlns:a16="http://schemas.microsoft.com/office/drawing/2014/main" id="{76314F6E-363C-1941-BD9B-3234A7206E9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559006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6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6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6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6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65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651" grpId="0" animBg="1"/>
      <p:bldP spid="652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803" name="Group 802">
            <a:extLst>
              <a:ext uri="{FF2B5EF4-FFF2-40B4-BE49-F238E27FC236}">
                <a16:creationId xmlns:a16="http://schemas.microsoft.com/office/drawing/2014/main" id="{4429D23B-C424-D54E-A99F-D3FC646B3D08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grpSp>
          <p:nvGrpSpPr>
            <p:cNvPr id="800" name="Group 799">
              <a:extLst>
                <a:ext uri="{FF2B5EF4-FFF2-40B4-BE49-F238E27FC236}">
                  <a16:creationId xmlns:a16="http://schemas.microsoft.com/office/drawing/2014/main" id="{C0FB38C4-8D4E-FD46-8BA5-A01F983C9AF5}"/>
                </a:ext>
              </a:extLst>
            </p:cNvPr>
            <p:cNvGrpSpPr/>
            <p:nvPr/>
          </p:nvGrpSpPr>
          <p:grpSpPr>
            <a:xfrm>
              <a:off x="7857253" y="2127325"/>
              <a:ext cx="3283852" cy="3640283"/>
              <a:chOff x="7881336" y="2104198"/>
              <a:chExt cx="3283852" cy="3640283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13692" y="5228612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" name="Line 430">
                <a:extLst>
                  <a:ext uri="{FF2B5EF4-FFF2-40B4-BE49-F238E27FC236}">
                    <a16:creationId xmlns:a16="http://schemas.microsoft.com/office/drawing/2014/main" id="{3188928B-5976-7142-B509-B67C32631B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34009" y="5382159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" name="Line 431">
                <a:extLst>
                  <a:ext uri="{FF2B5EF4-FFF2-40B4-BE49-F238E27FC236}">
                    <a16:creationId xmlns:a16="http://schemas.microsoft.com/office/drawing/2014/main" id="{B61C3274-819B-1A4B-9892-BC7A0AB4BF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7042" y="4815390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" name="Line 432">
                <a:extLst>
                  <a:ext uri="{FF2B5EF4-FFF2-40B4-BE49-F238E27FC236}">
                    <a16:creationId xmlns:a16="http://schemas.microsoft.com/office/drawing/2014/main" id="{6434324A-C183-F645-84E8-7170D215D0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4149" y="4815390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Line 433">
                <a:extLst>
                  <a:ext uri="{FF2B5EF4-FFF2-40B4-BE49-F238E27FC236}">
                    <a16:creationId xmlns:a16="http://schemas.microsoft.com/office/drawing/2014/main" id="{4326369B-7050-F54A-9B61-51FBE98316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827" y="5085749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290" y="5094207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" name="Line 436">
                <a:extLst>
                  <a:ext uri="{FF2B5EF4-FFF2-40B4-BE49-F238E27FC236}">
                    <a16:creationId xmlns:a16="http://schemas.microsoft.com/office/drawing/2014/main" id="{CAD2281A-59A4-DA4C-A9DC-E37CA49919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2450" y="5267343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" name="Line 439">
                <a:extLst>
                  <a:ext uri="{FF2B5EF4-FFF2-40B4-BE49-F238E27FC236}">
                    <a16:creationId xmlns:a16="http://schemas.microsoft.com/office/drawing/2014/main" id="{59746900-72D7-BF46-8B59-62F2A5D479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97900" y="5259125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" name="Line 440">
                <a:extLst>
                  <a:ext uri="{FF2B5EF4-FFF2-40B4-BE49-F238E27FC236}">
                    <a16:creationId xmlns:a16="http://schemas.microsoft.com/office/drawing/2014/main" id="{76AA107C-4028-5D4D-B986-E7C4D7058C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12814" y="5284804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Line 441">
                <a:extLst>
                  <a:ext uri="{FF2B5EF4-FFF2-40B4-BE49-F238E27FC236}">
                    <a16:creationId xmlns:a16="http://schemas.microsoft.com/office/drawing/2014/main" id="{AF797424-05E8-8345-847C-94DA81395A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2814" y="5234921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" name="Line 443">
                <a:extLst>
                  <a:ext uri="{FF2B5EF4-FFF2-40B4-BE49-F238E27FC236}">
                    <a16:creationId xmlns:a16="http://schemas.microsoft.com/office/drawing/2014/main" id="{BCDF073B-F330-A345-A512-B85DFD399D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71861" y="3806843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" name="Line 449">
                <a:extLst>
                  <a:ext uri="{FF2B5EF4-FFF2-40B4-BE49-F238E27FC236}">
                    <a16:creationId xmlns:a16="http://schemas.microsoft.com/office/drawing/2014/main" id="{53CD988A-3515-7242-9C29-87AF281086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336" y="4017980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8" name="Line 428">
                <a:extLst>
                  <a:ext uri="{FF2B5EF4-FFF2-40B4-BE49-F238E27FC236}">
                    <a16:creationId xmlns:a16="http://schemas.microsoft.com/office/drawing/2014/main" id="{538963BA-E603-D94F-A908-92C50EC393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909628" y="5560344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3508" y="5013435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564" name="Straight Connector 563">
                <a:extLst>
                  <a:ext uri="{FF2B5EF4-FFF2-40B4-BE49-F238E27FC236}">
                    <a16:creationId xmlns:a16="http://schemas.microsoft.com/office/drawing/2014/main" id="{CE6E1140-BC2F-9947-9B51-91DC5079ABB1}"/>
                  </a:ext>
                </a:extLst>
              </p:cNvPr>
              <p:cNvCxnSpPr/>
              <p:nvPr/>
            </p:nvCxnSpPr>
            <p:spPr>
              <a:xfrm flipH="1">
                <a:off x="10124718" y="2146305"/>
                <a:ext cx="761467" cy="57735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5" name="Straight Connector 564">
                <a:extLst>
                  <a:ext uri="{FF2B5EF4-FFF2-40B4-BE49-F238E27FC236}">
                    <a16:creationId xmlns:a16="http://schemas.microsoft.com/office/drawing/2014/main" id="{9EF5B4FA-3960-F54C-936B-C64147078447}"/>
                  </a:ext>
                </a:extLst>
              </p:cNvPr>
              <p:cNvCxnSpPr/>
              <p:nvPr/>
            </p:nvCxnSpPr>
            <p:spPr>
              <a:xfrm flipH="1">
                <a:off x="10124718" y="2245186"/>
                <a:ext cx="397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Straight Connector 565">
                <a:extLst>
                  <a:ext uri="{FF2B5EF4-FFF2-40B4-BE49-F238E27FC236}">
                    <a16:creationId xmlns:a16="http://schemas.microsoft.com/office/drawing/2014/main" id="{691B45AC-C5E3-D24E-9C63-05D00B08C71D}"/>
                  </a:ext>
                </a:extLst>
              </p:cNvPr>
              <p:cNvCxnSpPr/>
              <p:nvPr/>
            </p:nvCxnSpPr>
            <p:spPr>
              <a:xfrm flipH="1">
                <a:off x="10696218" y="2177379"/>
                <a:ext cx="14936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Straight Connector 566">
                <a:extLst>
                  <a:ext uri="{FF2B5EF4-FFF2-40B4-BE49-F238E27FC236}">
                    <a16:creationId xmlns:a16="http://schemas.microsoft.com/office/drawing/2014/main" id="{59EB46BB-F3EA-4248-B631-AC80BEB74EF0}"/>
                  </a:ext>
                </a:extLst>
              </p:cNvPr>
              <p:cNvCxnSpPr/>
              <p:nvPr/>
            </p:nvCxnSpPr>
            <p:spPr>
              <a:xfrm flipH="1">
                <a:off x="10166249" y="2695840"/>
                <a:ext cx="574283" cy="278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8" name="Straight Connector 567">
                <a:extLst>
                  <a:ext uri="{FF2B5EF4-FFF2-40B4-BE49-F238E27FC236}">
                    <a16:creationId xmlns:a16="http://schemas.microsoft.com/office/drawing/2014/main" id="{C562C7DD-3FD1-0E4C-B308-744C6C87FC79}"/>
                  </a:ext>
                </a:extLst>
              </p:cNvPr>
              <p:cNvCxnSpPr/>
              <p:nvPr/>
            </p:nvCxnSpPr>
            <p:spPr>
              <a:xfrm flipH="1">
                <a:off x="10093625" y="2146305"/>
                <a:ext cx="788589" cy="9888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9" name="Straight Connector 568">
                <a:extLst>
                  <a:ext uri="{FF2B5EF4-FFF2-40B4-BE49-F238E27FC236}">
                    <a16:creationId xmlns:a16="http://schemas.microsoft.com/office/drawing/2014/main" id="{6793D61B-AD50-A246-A5C0-38DF48C17738}"/>
                  </a:ext>
                </a:extLst>
              </p:cNvPr>
              <p:cNvCxnSpPr/>
              <p:nvPr/>
            </p:nvCxnSpPr>
            <p:spPr>
              <a:xfrm flipH="1">
                <a:off x="10886186" y="2104198"/>
                <a:ext cx="279002" cy="421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0" name="Straight Connector 569">
                <a:extLst>
                  <a:ext uri="{FF2B5EF4-FFF2-40B4-BE49-F238E27FC236}">
                    <a16:creationId xmlns:a16="http://schemas.microsoft.com/office/drawing/2014/main" id="{EDD09B84-3AA8-0948-AB6C-1D5CBFFC5293}"/>
                  </a:ext>
                </a:extLst>
              </p:cNvPr>
              <p:cNvCxnSpPr/>
              <p:nvPr/>
            </p:nvCxnSpPr>
            <p:spPr>
              <a:xfrm flipH="1" flipV="1">
                <a:off x="10706077" y="2695840"/>
                <a:ext cx="353541" cy="678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4" name="Straight Connector 573">
                <a:extLst>
                  <a:ext uri="{FF2B5EF4-FFF2-40B4-BE49-F238E27FC236}">
                    <a16:creationId xmlns:a16="http://schemas.microsoft.com/office/drawing/2014/main" id="{C777BA08-17B1-254B-BCB6-583E10254EC6}"/>
                  </a:ext>
                </a:extLst>
              </p:cNvPr>
              <p:cNvCxnSpPr/>
              <p:nvPr/>
            </p:nvCxnSpPr>
            <p:spPr>
              <a:xfrm flipH="1">
                <a:off x="8793306" y="2245186"/>
                <a:ext cx="1300319" cy="60662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" name="Line 541">
                <a:extLst>
                  <a:ext uri="{FF2B5EF4-FFF2-40B4-BE49-F238E27FC236}">
                    <a16:creationId xmlns:a16="http://schemas.microsoft.com/office/drawing/2014/main" id="{C44ADC96-78DA-C64F-AF97-4FFA68D2ED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2788" y="4090252"/>
                <a:ext cx="429324" cy="70560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" name="Line 424">
                <a:extLst>
                  <a:ext uri="{FF2B5EF4-FFF2-40B4-BE49-F238E27FC236}">
                    <a16:creationId xmlns:a16="http://schemas.microsoft.com/office/drawing/2014/main" id="{845B46BE-685D-2D4E-AD26-5684794D19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637" y="4024329"/>
                <a:ext cx="969051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62" name="Picture 778" descr="antenna_radiation_stylized">
              <a:extLst>
                <a:ext uri="{FF2B5EF4-FFF2-40B4-BE49-F238E27FC236}">
                  <a16:creationId xmlns:a16="http://schemas.microsoft.com/office/drawing/2014/main" id="{B73E5F98-BC74-DB47-BA02-5F29DC6757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38" y="3813930"/>
              <a:ext cx="506412" cy="106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0" name="Picture 781" descr="antenna_radiation_stylized">
              <a:extLst>
                <a:ext uri="{FF2B5EF4-FFF2-40B4-BE49-F238E27FC236}">
                  <a16:creationId xmlns:a16="http://schemas.microsoft.com/office/drawing/2014/main" id="{5F858A2F-D0F0-7E47-8EF1-4C37898F9C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42073" y="5480938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2" name="Picture 799" descr="cell_tower_radiation copy">
              <a:extLst>
                <a:ext uri="{FF2B5EF4-FFF2-40B4-BE49-F238E27FC236}">
                  <a16:creationId xmlns:a16="http://schemas.microsoft.com/office/drawing/2014/main" id="{B5B28CD6-3076-384D-8180-86543C59B6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3" name="Oval 800">
              <a:extLst>
                <a:ext uri="{FF2B5EF4-FFF2-40B4-BE49-F238E27FC236}">
                  <a16:creationId xmlns:a16="http://schemas.microsoft.com/office/drawing/2014/main" id="{271D03F6-D85B-EC41-803D-EFAA96DAE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92995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39" name="Line 426">
            <a:extLst>
              <a:ext uri="{FF2B5EF4-FFF2-40B4-BE49-F238E27FC236}">
                <a16:creationId xmlns:a16="http://schemas.microsoft.com/office/drawing/2014/main" id="{DDAEB50C-98DD-DA43-B9C4-9AB7F9ED5BFD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7860" y="2700359"/>
            <a:ext cx="227964" cy="1743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1" name="Group 783">
            <a:extLst>
              <a:ext uri="{FF2B5EF4-FFF2-40B4-BE49-F238E27FC236}">
                <a16:creationId xmlns:a16="http://schemas.microsoft.com/office/drawing/2014/main" id="{02FEAFB4-9831-B64A-9F54-92C532E8F36E}"/>
              </a:ext>
            </a:extLst>
          </p:cNvPr>
          <p:cNvGrpSpPr>
            <a:grpSpLocks/>
          </p:cNvGrpSpPr>
          <p:nvPr/>
        </p:nvGrpSpPr>
        <p:grpSpPr bwMode="auto">
          <a:xfrm>
            <a:off x="8050698" y="2309376"/>
            <a:ext cx="298450" cy="464008"/>
            <a:chOff x="3130" y="3288"/>
            <a:chExt cx="410" cy="742"/>
          </a:xfrm>
        </p:grpSpPr>
        <p:sp>
          <p:nvSpPr>
            <p:cNvPr id="244" name="Line 270">
              <a:extLst>
                <a:ext uri="{FF2B5EF4-FFF2-40B4-BE49-F238E27FC236}">
                  <a16:creationId xmlns:a16="http://schemas.microsoft.com/office/drawing/2014/main" id="{A9300902-94F3-8949-9A54-8B95986ACB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" name="Line 271">
              <a:extLst>
                <a:ext uri="{FF2B5EF4-FFF2-40B4-BE49-F238E27FC236}">
                  <a16:creationId xmlns:a16="http://schemas.microsoft.com/office/drawing/2014/main" id="{B93F32E3-8690-BD4B-B848-94E1FAAB5E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6" name="Line 272">
              <a:extLst>
                <a:ext uri="{FF2B5EF4-FFF2-40B4-BE49-F238E27FC236}">
                  <a16:creationId xmlns:a16="http://schemas.microsoft.com/office/drawing/2014/main" id="{AB0BEDC3-F0F0-4E42-A55F-57AC0548D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7" name="Line 273">
              <a:extLst>
                <a:ext uri="{FF2B5EF4-FFF2-40B4-BE49-F238E27FC236}">
                  <a16:creationId xmlns:a16="http://schemas.microsoft.com/office/drawing/2014/main" id="{3AF299DE-8F54-D84C-B398-5B3B44C53A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8" name="Line 274">
              <a:extLst>
                <a:ext uri="{FF2B5EF4-FFF2-40B4-BE49-F238E27FC236}">
                  <a16:creationId xmlns:a16="http://schemas.microsoft.com/office/drawing/2014/main" id="{C2005C3C-C4BA-FD44-A127-E5C4FE594D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Line 275">
              <a:extLst>
                <a:ext uri="{FF2B5EF4-FFF2-40B4-BE49-F238E27FC236}">
                  <a16:creationId xmlns:a16="http://schemas.microsoft.com/office/drawing/2014/main" id="{948DF918-9246-AF45-A55F-C5B7436635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Line 276">
              <a:extLst>
                <a:ext uri="{FF2B5EF4-FFF2-40B4-BE49-F238E27FC236}">
                  <a16:creationId xmlns:a16="http://schemas.microsoft.com/office/drawing/2014/main" id="{3D1534AB-9253-A140-B4C5-81F085C452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1" name="Line 277">
              <a:extLst>
                <a:ext uri="{FF2B5EF4-FFF2-40B4-BE49-F238E27FC236}">
                  <a16:creationId xmlns:a16="http://schemas.microsoft.com/office/drawing/2014/main" id="{3BA377A2-6A51-F64B-AA8B-4FB90FAA7D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" name="Line 278">
              <a:extLst>
                <a:ext uri="{FF2B5EF4-FFF2-40B4-BE49-F238E27FC236}">
                  <a16:creationId xmlns:a16="http://schemas.microsoft.com/office/drawing/2014/main" id="{FA310FA6-4B1E-0047-8066-8AF44673F2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Line 279">
              <a:extLst>
                <a:ext uri="{FF2B5EF4-FFF2-40B4-BE49-F238E27FC236}">
                  <a16:creationId xmlns:a16="http://schemas.microsoft.com/office/drawing/2014/main" id="{254B094E-F3D3-0F46-BF4E-A226644B01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4" name="Line 280">
              <a:extLst>
                <a:ext uri="{FF2B5EF4-FFF2-40B4-BE49-F238E27FC236}">
                  <a16:creationId xmlns:a16="http://schemas.microsoft.com/office/drawing/2014/main" id="{9805319A-9CA5-7340-811A-8DBCB5A2BA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Line 281">
              <a:extLst>
                <a:ext uri="{FF2B5EF4-FFF2-40B4-BE49-F238E27FC236}">
                  <a16:creationId xmlns:a16="http://schemas.microsoft.com/office/drawing/2014/main" id="{6042C4DF-7427-904B-A064-26708AF480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Line 282">
              <a:extLst>
                <a:ext uri="{FF2B5EF4-FFF2-40B4-BE49-F238E27FC236}">
                  <a16:creationId xmlns:a16="http://schemas.microsoft.com/office/drawing/2014/main" id="{21FF36A4-E56F-C94A-8E67-9A6E4DA844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Line 283">
              <a:extLst>
                <a:ext uri="{FF2B5EF4-FFF2-40B4-BE49-F238E27FC236}">
                  <a16:creationId xmlns:a16="http://schemas.microsoft.com/office/drawing/2014/main" id="{C6A0831D-FA2C-E744-8FE0-FDFDDB5FDD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Line 284">
              <a:extLst>
                <a:ext uri="{FF2B5EF4-FFF2-40B4-BE49-F238E27FC236}">
                  <a16:creationId xmlns:a16="http://schemas.microsoft.com/office/drawing/2014/main" id="{65548550-729A-4849-9DC4-127F8FE86B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261" name="Picture 777" descr="access_point_stylized_small">
            <a:extLst>
              <a:ext uri="{FF2B5EF4-FFF2-40B4-BE49-F238E27FC236}">
                <a16:creationId xmlns:a16="http://schemas.microsoft.com/office/drawing/2014/main" id="{FA9A412B-D725-D449-8707-A3626DCB481A}"/>
              </a:ext>
            </a:extLst>
          </p:cNvPr>
          <p:cNvPicPr>
            <a:picLocks noChangeAspect="1" noChangeArrowheads="1"/>
          </p:cNvPicPr>
          <p:nvPr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3882" y="3861899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59" name="Picture 780" descr="access_point_stylized_small">
            <a:extLst>
              <a:ext uri="{FF2B5EF4-FFF2-40B4-BE49-F238E27FC236}">
                <a16:creationId xmlns:a16="http://schemas.microsoft.com/office/drawing/2014/main" id="{AC22920E-0555-BA45-9B6A-B76172153C8D}"/>
              </a:ext>
            </a:extLst>
          </p:cNvPr>
          <p:cNvPicPr>
            <a:picLocks noChangeAspect="1" noChangeArrowheads="1"/>
          </p:cNvPicPr>
          <p:nvPr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90610" y="5524232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71" name="Group 470">
            <a:extLst>
              <a:ext uri="{FF2B5EF4-FFF2-40B4-BE49-F238E27FC236}">
                <a16:creationId xmlns:a16="http://schemas.microsoft.com/office/drawing/2014/main" id="{DE035BC7-2762-3044-BE80-C91EC827E65C}"/>
              </a:ext>
            </a:extLst>
          </p:cNvPr>
          <p:cNvGrpSpPr/>
          <p:nvPr/>
        </p:nvGrpSpPr>
        <p:grpSpPr>
          <a:xfrm>
            <a:off x="9783558" y="4989983"/>
            <a:ext cx="393760" cy="218578"/>
            <a:chOff x="7493876" y="2774731"/>
            <a:chExt cx="1481958" cy="894622"/>
          </a:xfrm>
        </p:grpSpPr>
        <p:sp>
          <p:nvSpPr>
            <p:cNvPr id="472" name="Freeform 471">
              <a:extLst>
                <a:ext uri="{FF2B5EF4-FFF2-40B4-BE49-F238E27FC236}">
                  <a16:creationId xmlns:a16="http://schemas.microsoft.com/office/drawing/2014/main" id="{BEE06200-7AF9-4A43-9447-2349DCBFF94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73" name="Oval 472">
              <a:extLst>
                <a:ext uri="{FF2B5EF4-FFF2-40B4-BE49-F238E27FC236}">
                  <a16:creationId xmlns:a16="http://schemas.microsoft.com/office/drawing/2014/main" id="{3340A80C-5091-6D49-89E5-375F02E9486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B2821126-95C5-B044-AEBC-BA333FAF6B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B76A81D4-5DC8-C241-B209-B819BC6D74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6F6ED06A-086C-754C-BE82-59E2830CF0D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A32340AB-4CC3-5442-987B-A47EF2040F1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id="{AC0AB71B-FD2B-9C4A-AE22-B586FC3356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60B6F784-668B-5D4B-A622-66CCE6350B84}"/>
              </a:ext>
            </a:extLst>
          </p:cNvPr>
          <p:cNvGrpSpPr/>
          <p:nvPr/>
        </p:nvGrpSpPr>
        <p:grpSpPr>
          <a:xfrm>
            <a:off x="9849365" y="5339037"/>
            <a:ext cx="309740" cy="190838"/>
            <a:chOff x="3668110" y="2448910"/>
            <a:chExt cx="3794234" cy="2165130"/>
          </a:xfrm>
        </p:grpSpPr>
        <p:sp>
          <p:nvSpPr>
            <p:cNvPr id="521" name="Rectangle 520">
              <a:extLst>
                <a:ext uri="{FF2B5EF4-FFF2-40B4-BE49-F238E27FC236}">
                  <a16:creationId xmlns:a16="http://schemas.microsoft.com/office/drawing/2014/main" id="{275B9F34-60F1-4A43-AAD4-D58802DAAC8F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778A1510-2C69-F848-B6B3-6C73FF16369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85BFF772-B3A6-F548-BDE0-8AEB95F33FB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24" name="Freeform 523">
                <a:extLst>
                  <a:ext uri="{FF2B5EF4-FFF2-40B4-BE49-F238E27FC236}">
                    <a16:creationId xmlns:a16="http://schemas.microsoft.com/office/drawing/2014/main" id="{B37A32DB-8119-5447-A58C-87AD1FDF0EB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58EF4D92-6D83-864D-92A9-A1264053688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79E03014-7882-0546-B7FE-50715AB5359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530508B2-B7B9-B347-8151-5F7967C6BED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11A03BFE-097D-3B42-AA2B-11FFEA70FF5B}"/>
              </a:ext>
            </a:extLst>
          </p:cNvPr>
          <p:cNvGrpSpPr/>
          <p:nvPr/>
        </p:nvGrpSpPr>
        <p:grpSpPr>
          <a:xfrm>
            <a:off x="8676619" y="4967420"/>
            <a:ext cx="393760" cy="218578"/>
            <a:chOff x="7493876" y="2774731"/>
            <a:chExt cx="1481958" cy="894622"/>
          </a:xfrm>
        </p:grpSpPr>
        <p:sp>
          <p:nvSpPr>
            <p:cNvPr id="480" name="Freeform 479">
              <a:extLst>
                <a:ext uri="{FF2B5EF4-FFF2-40B4-BE49-F238E27FC236}">
                  <a16:creationId xmlns:a16="http://schemas.microsoft.com/office/drawing/2014/main" id="{89B10910-D4AF-3246-860A-25F1D908938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1" name="Oval 480">
              <a:extLst>
                <a:ext uri="{FF2B5EF4-FFF2-40B4-BE49-F238E27FC236}">
                  <a16:creationId xmlns:a16="http://schemas.microsoft.com/office/drawing/2014/main" id="{F9BAB47F-DDD3-BE44-9A9E-FC2F670519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2" name="Group 481">
              <a:extLst>
                <a:ext uri="{FF2B5EF4-FFF2-40B4-BE49-F238E27FC236}">
                  <a16:creationId xmlns:a16="http://schemas.microsoft.com/office/drawing/2014/main" id="{753018A5-48AB-6D40-BB99-E6281192F8D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BD7DB5A0-40AC-504F-93F8-89A5617E2AE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DBEBB83D-40BF-8849-BAAA-59AB22EA085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18930CC0-2525-0C49-9555-463122A4FBB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0C651989-7B8A-F043-A1B6-F47D8764FCE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29" name="Group 528">
            <a:extLst>
              <a:ext uri="{FF2B5EF4-FFF2-40B4-BE49-F238E27FC236}">
                <a16:creationId xmlns:a16="http://schemas.microsoft.com/office/drawing/2014/main" id="{DE45D3AB-47E3-364E-81D6-324D69CE101C}"/>
              </a:ext>
            </a:extLst>
          </p:cNvPr>
          <p:cNvGrpSpPr/>
          <p:nvPr/>
        </p:nvGrpSpPr>
        <p:grpSpPr>
          <a:xfrm>
            <a:off x="8311520" y="5194433"/>
            <a:ext cx="309740" cy="190838"/>
            <a:chOff x="3668110" y="2448910"/>
            <a:chExt cx="3794234" cy="2165130"/>
          </a:xfrm>
        </p:grpSpPr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72425686-3D93-0646-A923-6ADF75485CD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6ADFF160-CF04-7049-A6D4-1C789FDD39A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AFDD9D33-8D17-F840-A9A5-3807DD3BA31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33" name="Freeform 532">
                <a:extLst>
                  <a:ext uri="{FF2B5EF4-FFF2-40B4-BE49-F238E27FC236}">
                    <a16:creationId xmlns:a16="http://schemas.microsoft.com/office/drawing/2014/main" id="{3AF3452D-972F-6944-8123-ECA4288786D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BA43E42C-CD9B-1744-BEEC-9E664114AC8E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42EF7BB0-4257-F646-805E-AFBA92B62F9D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95AEC175-56C0-C14B-9DC5-693400B124AB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CBD7A282-C22D-714A-88F1-C7D4EDD107F8}"/>
              </a:ext>
            </a:extLst>
          </p:cNvPr>
          <p:cNvGrpSpPr/>
          <p:nvPr/>
        </p:nvGrpSpPr>
        <p:grpSpPr>
          <a:xfrm>
            <a:off x="8439827" y="2812309"/>
            <a:ext cx="353678" cy="168275"/>
            <a:chOff x="7493876" y="2774731"/>
            <a:chExt cx="1481958" cy="894622"/>
          </a:xfrm>
        </p:grpSpPr>
        <p:sp>
          <p:nvSpPr>
            <p:cNvPr id="408" name="Freeform 407">
              <a:extLst>
                <a:ext uri="{FF2B5EF4-FFF2-40B4-BE49-F238E27FC236}">
                  <a16:creationId xmlns:a16="http://schemas.microsoft.com/office/drawing/2014/main" id="{3C206862-9269-EE48-877D-EE261101A44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9B69A2C6-F31C-E749-B77A-1818B15E1B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10" name="Group 409">
              <a:extLst>
                <a:ext uri="{FF2B5EF4-FFF2-40B4-BE49-F238E27FC236}">
                  <a16:creationId xmlns:a16="http://schemas.microsoft.com/office/drawing/2014/main" id="{08BE9AB8-F5DA-4D4A-9621-9AB05D691F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1" name="Freeform 410">
                <a:extLst>
                  <a:ext uri="{FF2B5EF4-FFF2-40B4-BE49-F238E27FC236}">
                    <a16:creationId xmlns:a16="http://schemas.microsoft.com/office/drawing/2014/main" id="{56E730F0-5BB3-6446-9D5B-82D51B9EDA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5BA37E27-2FC6-BA43-8A97-14171CB51FD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3" name="Freeform 412">
                <a:extLst>
                  <a:ext uri="{FF2B5EF4-FFF2-40B4-BE49-F238E27FC236}">
                    <a16:creationId xmlns:a16="http://schemas.microsoft.com/office/drawing/2014/main" id="{CCB37CB3-304F-6144-85D0-8B420BDD08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4" name="Freeform 413">
                <a:extLst>
                  <a:ext uri="{FF2B5EF4-FFF2-40B4-BE49-F238E27FC236}">
                    <a16:creationId xmlns:a16="http://schemas.microsoft.com/office/drawing/2014/main" id="{BD0CA8E5-A033-834A-A402-E2EFB2FBBFC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F0DE4078-0801-A244-9A82-F7502B8B24A0}"/>
              </a:ext>
            </a:extLst>
          </p:cNvPr>
          <p:cNvGrpSpPr/>
          <p:nvPr/>
        </p:nvGrpSpPr>
        <p:grpSpPr>
          <a:xfrm>
            <a:off x="8050070" y="3965994"/>
            <a:ext cx="354986" cy="175668"/>
            <a:chOff x="7493876" y="2774731"/>
            <a:chExt cx="1481958" cy="894622"/>
          </a:xfrm>
        </p:grpSpPr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EA784F43-D793-4342-92F3-EBC3632212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17" name="Oval 416">
              <a:extLst>
                <a:ext uri="{FF2B5EF4-FFF2-40B4-BE49-F238E27FC236}">
                  <a16:creationId xmlns:a16="http://schemas.microsoft.com/office/drawing/2014/main" id="{75841943-4184-5D4E-AAD4-8FEAC9D7330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18" name="Group 417">
              <a:extLst>
                <a:ext uri="{FF2B5EF4-FFF2-40B4-BE49-F238E27FC236}">
                  <a16:creationId xmlns:a16="http://schemas.microsoft.com/office/drawing/2014/main" id="{23FBC748-DCBA-AA41-A6F7-895374D50CD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96DA1F2B-2063-8C40-BF46-086C20D317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8A1EF987-02EE-DA4D-8224-02537D5034D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1" name="Freeform 420">
                <a:extLst>
                  <a:ext uri="{FF2B5EF4-FFF2-40B4-BE49-F238E27FC236}">
                    <a16:creationId xmlns:a16="http://schemas.microsoft.com/office/drawing/2014/main" id="{1FC5854A-AF8F-6841-92AD-B18DDAF1E99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2" name="Freeform 421">
                <a:extLst>
                  <a:ext uri="{FF2B5EF4-FFF2-40B4-BE49-F238E27FC236}">
                    <a16:creationId xmlns:a16="http://schemas.microsoft.com/office/drawing/2014/main" id="{A510FA68-BEB6-B54A-A1D4-984168F8571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52B7B73B-1125-084D-8669-C68CC371DDC6}"/>
              </a:ext>
            </a:extLst>
          </p:cNvPr>
          <p:cNvGrpSpPr/>
          <p:nvPr/>
        </p:nvGrpSpPr>
        <p:grpSpPr>
          <a:xfrm>
            <a:off x="10884085" y="3601365"/>
            <a:ext cx="170989" cy="97052"/>
            <a:chOff x="7493876" y="2774731"/>
            <a:chExt cx="1481958" cy="894622"/>
          </a:xfrm>
        </p:grpSpPr>
        <p:sp>
          <p:nvSpPr>
            <p:cNvPr id="456" name="Freeform 455">
              <a:extLst>
                <a:ext uri="{FF2B5EF4-FFF2-40B4-BE49-F238E27FC236}">
                  <a16:creationId xmlns:a16="http://schemas.microsoft.com/office/drawing/2014/main" id="{3196A4F9-B139-4D4B-B210-0318216604F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7" name="Oval 456">
              <a:extLst>
                <a:ext uri="{FF2B5EF4-FFF2-40B4-BE49-F238E27FC236}">
                  <a16:creationId xmlns:a16="http://schemas.microsoft.com/office/drawing/2014/main" id="{1D1C7F3A-BE45-014B-AF9C-58CA77DA02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58" name="Group 457">
              <a:extLst>
                <a:ext uri="{FF2B5EF4-FFF2-40B4-BE49-F238E27FC236}">
                  <a16:creationId xmlns:a16="http://schemas.microsoft.com/office/drawing/2014/main" id="{83DFFE47-64E8-F54C-8ABC-E896DA957F0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2A9F0EE2-8F99-EB4D-9331-7AE3BDCBE9C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2E314A90-8DB8-2A49-8BB6-D51C2DAE9CF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7D8C0277-204E-2B4D-B954-94739B9DE7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id="{69955D3C-6D1B-EA40-8228-73DF015641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63" name="Group 462">
            <a:extLst>
              <a:ext uri="{FF2B5EF4-FFF2-40B4-BE49-F238E27FC236}">
                <a16:creationId xmlns:a16="http://schemas.microsoft.com/office/drawing/2014/main" id="{A8C4B740-B92E-8942-8EF4-347710C32F2C}"/>
              </a:ext>
            </a:extLst>
          </p:cNvPr>
          <p:cNvGrpSpPr/>
          <p:nvPr/>
        </p:nvGrpSpPr>
        <p:grpSpPr>
          <a:xfrm>
            <a:off x="9247893" y="4775686"/>
            <a:ext cx="393760" cy="218578"/>
            <a:chOff x="7493876" y="2774731"/>
            <a:chExt cx="1481958" cy="894622"/>
          </a:xfrm>
        </p:grpSpPr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71A9C1C2-E4A0-D74C-8C05-2AD307E7B3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5" name="Oval 464">
              <a:extLst>
                <a:ext uri="{FF2B5EF4-FFF2-40B4-BE49-F238E27FC236}">
                  <a16:creationId xmlns:a16="http://schemas.microsoft.com/office/drawing/2014/main" id="{0F366A03-D9E7-9F45-99D3-1CAC10EE2C7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6" name="Group 465">
              <a:extLst>
                <a:ext uri="{FF2B5EF4-FFF2-40B4-BE49-F238E27FC236}">
                  <a16:creationId xmlns:a16="http://schemas.microsoft.com/office/drawing/2014/main" id="{10CB8A50-A713-2549-9F44-B792D2C30CA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DC4E3153-8354-1145-82FC-C287EF5FE6C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99B3C81B-87BA-1A4F-BCAD-DF0EF9C582C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DEEA64E4-A29A-E742-B32E-C111E6BF42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43676372-2E7B-9445-80AD-B31686FE67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47" name="Group 446">
            <a:extLst>
              <a:ext uri="{FF2B5EF4-FFF2-40B4-BE49-F238E27FC236}">
                <a16:creationId xmlns:a16="http://schemas.microsoft.com/office/drawing/2014/main" id="{314E0C43-2359-9440-BEF9-9E1924BED605}"/>
              </a:ext>
            </a:extLst>
          </p:cNvPr>
          <p:cNvGrpSpPr/>
          <p:nvPr/>
        </p:nvGrpSpPr>
        <p:grpSpPr>
          <a:xfrm>
            <a:off x="10925982" y="4369125"/>
            <a:ext cx="228295" cy="120400"/>
            <a:chOff x="7493876" y="2774731"/>
            <a:chExt cx="1481958" cy="894622"/>
          </a:xfrm>
        </p:grpSpPr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id="{9737FFD7-2DCB-A148-A405-977351501C2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49" name="Oval 448">
              <a:extLst>
                <a:ext uri="{FF2B5EF4-FFF2-40B4-BE49-F238E27FC236}">
                  <a16:creationId xmlns:a16="http://schemas.microsoft.com/office/drawing/2014/main" id="{9739DB09-38E5-A347-93BF-13C80AD8453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50" name="Group 449">
              <a:extLst>
                <a:ext uri="{FF2B5EF4-FFF2-40B4-BE49-F238E27FC236}">
                  <a16:creationId xmlns:a16="http://schemas.microsoft.com/office/drawing/2014/main" id="{04079280-378E-384D-9681-BF41B82BF6C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914AA044-3657-1448-A5E9-2F003DC03F6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2" name="Freeform 451">
                <a:extLst>
                  <a:ext uri="{FF2B5EF4-FFF2-40B4-BE49-F238E27FC236}">
                    <a16:creationId xmlns:a16="http://schemas.microsoft.com/office/drawing/2014/main" id="{29FDF0B8-7E9A-1F4D-8C99-CE1C68A1345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3" name="Freeform 452">
                <a:extLst>
                  <a:ext uri="{FF2B5EF4-FFF2-40B4-BE49-F238E27FC236}">
                    <a16:creationId xmlns:a16="http://schemas.microsoft.com/office/drawing/2014/main" id="{49A96193-2E73-4C43-843C-2C8C4DCEE47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4" name="Freeform 453">
                <a:extLst>
                  <a:ext uri="{FF2B5EF4-FFF2-40B4-BE49-F238E27FC236}">
                    <a16:creationId xmlns:a16="http://schemas.microsoft.com/office/drawing/2014/main" id="{F5358318-953E-E249-9021-E0B5DF66E3B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85" name="Group 784">
            <a:extLst>
              <a:ext uri="{FF2B5EF4-FFF2-40B4-BE49-F238E27FC236}">
                <a16:creationId xmlns:a16="http://schemas.microsoft.com/office/drawing/2014/main" id="{91E02B81-5B35-4545-A954-B7E923AB7286}"/>
              </a:ext>
            </a:extLst>
          </p:cNvPr>
          <p:cNvGrpSpPr/>
          <p:nvPr/>
        </p:nvGrpSpPr>
        <p:grpSpPr>
          <a:xfrm>
            <a:off x="7439074" y="2356613"/>
            <a:ext cx="534987" cy="407988"/>
            <a:chOff x="7432700" y="2327293"/>
            <a:chExt cx="534987" cy="407988"/>
          </a:xfrm>
        </p:grpSpPr>
        <p:pic>
          <p:nvPicPr>
            <p:cNvPr id="73" name="Picture 1017" descr="antenna_stylized">
              <a:extLst>
                <a:ext uri="{FF2B5EF4-FFF2-40B4-BE49-F238E27FC236}">
                  <a16:creationId xmlns:a16="http://schemas.microsoft.com/office/drawing/2014/main" id="{27A537F5-5D99-BF4C-9B11-E9782673F1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1018" descr="laptop_keyboard">
              <a:extLst>
                <a:ext uri="{FF2B5EF4-FFF2-40B4-BE49-F238E27FC236}">
                  <a16:creationId xmlns:a16="http://schemas.microsoft.com/office/drawing/2014/main" id="{7087B8D0-FFCB-0746-A889-28909002C2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5" name="Freeform 1019">
              <a:extLst>
                <a:ext uri="{FF2B5EF4-FFF2-40B4-BE49-F238E27FC236}">
                  <a16:creationId xmlns:a16="http://schemas.microsoft.com/office/drawing/2014/main" id="{7C75BC30-0808-D44D-AF7A-A72B4A529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76" name="Picture 1020" descr="screen">
              <a:extLst>
                <a:ext uri="{FF2B5EF4-FFF2-40B4-BE49-F238E27FC236}">
                  <a16:creationId xmlns:a16="http://schemas.microsoft.com/office/drawing/2014/main" id="{2D732B7A-74CB-D547-ADB5-C721526D5E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" name="Freeform 1021">
              <a:extLst>
                <a:ext uri="{FF2B5EF4-FFF2-40B4-BE49-F238E27FC236}">
                  <a16:creationId xmlns:a16="http://schemas.microsoft.com/office/drawing/2014/main" id="{FBD1A429-9B8F-F940-AD09-4638CC316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" name="Freeform 1022">
              <a:extLst>
                <a:ext uri="{FF2B5EF4-FFF2-40B4-BE49-F238E27FC236}">
                  <a16:creationId xmlns:a16="http://schemas.microsoft.com/office/drawing/2014/main" id="{376C8B48-3441-F643-B92D-5DC759EDA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" name="Freeform 1023">
              <a:extLst>
                <a:ext uri="{FF2B5EF4-FFF2-40B4-BE49-F238E27FC236}">
                  <a16:creationId xmlns:a16="http://schemas.microsoft.com/office/drawing/2014/main" id="{4DFECD03-4AF0-1342-8138-6CEC8249A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" name="Freeform 1024">
              <a:extLst>
                <a:ext uri="{FF2B5EF4-FFF2-40B4-BE49-F238E27FC236}">
                  <a16:creationId xmlns:a16="http://schemas.microsoft.com/office/drawing/2014/main" id="{8AA57D4B-3E9B-994B-AF13-DB646178B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" name="Freeform 1025">
              <a:extLst>
                <a:ext uri="{FF2B5EF4-FFF2-40B4-BE49-F238E27FC236}">
                  <a16:creationId xmlns:a16="http://schemas.microsoft.com/office/drawing/2014/main" id="{59DA24E7-1981-0E44-8060-2B7CE58EB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" name="Freeform 1026">
              <a:extLst>
                <a:ext uri="{FF2B5EF4-FFF2-40B4-BE49-F238E27FC236}">
                  <a16:creationId xmlns:a16="http://schemas.microsoft.com/office/drawing/2014/main" id="{DB3D3129-2B70-5643-96C2-83638DE5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3" name="Group 1027">
              <a:extLst>
                <a:ext uri="{FF2B5EF4-FFF2-40B4-BE49-F238E27FC236}">
                  <a16:creationId xmlns:a16="http://schemas.microsoft.com/office/drawing/2014/main" id="{8C6DEC60-5C97-D546-9977-EBD182221D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69" name="Freeform 1028">
                <a:extLst>
                  <a:ext uri="{FF2B5EF4-FFF2-40B4-BE49-F238E27FC236}">
                    <a16:creationId xmlns:a16="http://schemas.microsoft.com/office/drawing/2014/main" id="{5D16627E-DE34-BC4F-9513-7A7D4707F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029">
                <a:extLst>
                  <a:ext uri="{FF2B5EF4-FFF2-40B4-BE49-F238E27FC236}">
                    <a16:creationId xmlns:a16="http://schemas.microsoft.com/office/drawing/2014/main" id="{D8D65D68-18A4-E54D-8916-1DEF36844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reeform 1030">
                <a:extLst>
                  <a:ext uri="{FF2B5EF4-FFF2-40B4-BE49-F238E27FC236}">
                    <a16:creationId xmlns:a16="http://schemas.microsoft.com/office/drawing/2014/main" id="{3C79D147-9974-F341-96E9-F9AD19F14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2" name="Freeform 1031">
                <a:extLst>
                  <a:ext uri="{FF2B5EF4-FFF2-40B4-BE49-F238E27FC236}">
                    <a16:creationId xmlns:a16="http://schemas.microsoft.com/office/drawing/2014/main" id="{5E0CE9D2-21FD-2644-9691-743CC3E13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3" name="Freeform 1032">
                <a:extLst>
                  <a:ext uri="{FF2B5EF4-FFF2-40B4-BE49-F238E27FC236}">
                    <a16:creationId xmlns:a16="http://schemas.microsoft.com/office/drawing/2014/main" id="{5691098F-1432-0D44-8573-312C3A566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Freeform 1033">
                <a:extLst>
                  <a:ext uri="{FF2B5EF4-FFF2-40B4-BE49-F238E27FC236}">
                    <a16:creationId xmlns:a16="http://schemas.microsoft.com/office/drawing/2014/main" id="{2D4A77A2-D0F1-164A-A67D-A50954386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84" name="Freeform 1034">
              <a:extLst>
                <a:ext uri="{FF2B5EF4-FFF2-40B4-BE49-F238E27FC236}">
                  <a16:creationId xmlns:a16="http://schemas.microsoft.com/office/drawing/2014/main" id="{A283BD8E-0AD2-B743-8237-483C3A6A6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" name="Freeform 1035">
              <a:extLst>
                <a:ext uri="{FF2B5EF4-FFF2-40B4-BE49-F238E27FC236}">
                  <a16:creationId xmlns:a16="http://schemas.microsoft.com/office/drawing/2014/main" id="{AA215C2D-4069-DE48-884E-A1816F7D4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" name="Freeform 1036">
              <a:extLst>
                <a:ext uri="{FF2B5EF4-FFF2-40B4-BE49-F238E27FC236}">
                  <a16:creationId xmlns:a16="http://schemas.microsoft.com/office/drawing/2014/main" id="{421821F5-5AD5-4D4E-A4F9-5D46E41A4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" name="Freeform 1037">
              <a:extLst>
                <a:ext uri="{FF2B5EF4-FFF2-40B4-BE49-F238E27FC236}">
                  <a16:creationId xmlns:a16="http://schemas.microsoft.com/office/drawing/2014/main" id="{499D2FC7-7022-A944-98B2-E74E9B2E5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" name="Freeform 1038">
              <a:extLst>
                <a:ext uri="{FF2B5EF4-FFF2-40B4-BE49-F238E27FC236}">
                  <a16:creationId xmlns:a16="http://schemas.microsoft.com/office/drawing/2014/main" id="{37918171-6E71-A846-A2B5-7C65DD745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Freeform 1039">
              <a:extLst>
                <a:ext uri="{FF2B5EF4-FFF2-40B4-BE49-F238E27FC236}">
                  <a16:creationId xmlns:a16="http://schemas.microsoft.com/office/drawing/2014/main" id="{68ECFF60-AA48-2D4C-9A67-90DB18F81D4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40" name="Group 739">
            <a:extLst>
              <a:ext uri="{FF2B5EF4-FFF2-40B4-BE49-F238E27FC236}">
                <a16:creationId xmlns:a16="http://schemas.microsoft.com/office/drawing/2014/main" id="{504BAA5F-BBD8-8242-BC48-7D0E761F340A}"/>
              </a:ext>
            </a:extLst>
          </p:cNvPr>
          <p:cNvGrpSpPr/>
          <p:nvPr/>
        </p:nvGrpSpPr>
        <p:grpSpPr>
          <a:xfrm>
            <a:off x="8637781" y="2319727"/>
            <a:ext cx="530702" cy="478009"/>
            <a:chOff x="8631407" y="2290407"/>
            <a:chExt cx="530702" cy="478009"/>
          </a:xfrm>
        </p:grpSpPr>
        <p:pic>
          <p:nvPicPr>
            <p:cNvPr id="110" name="Picture 568" descr="light2.png">
              <a:extLst>
                <a:ext uri="{FF2B5EF4-FFF2-40B4-BE49-F238E27FC236}">
                  <a16:creationId xmlns:a16="http://schemas.microsoft.com/office/drawing/2014/main" id="{D96B693D-26FC-E443-A112-C4AFFE90DC3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1017" descr="antenna_stylized">
              <a:extLst>
                <a:ext uri="{FF2B5EF4-FFF2-40B4-BE49-F238E27FC236}">
                  <a16:creationId xmlns:a16="http://schemas.microsoft.com/office/drawing/2014/main" id="{F4E4C4C0-89A6-D74D-B25C-228CE5BC1D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86" name="Group 785">
            <a:extLst>
              <a:ext uri="{FF2B5EF4-FFF2-40B4-BE49-F238E27FC236}">
                <a16:creationId xmlns:a16="http://schemas.microsoft.com/office/drawing/2014/main" id="{46F998A3-3B85-214A-927A-3BF067B7C2A0}"/>
              </a:ext>
            </a:extLst>
          </p:cNvPr>
          <p:cNvGrpSpPr/>
          <p:nvPr/>
        </p:nvGrpSpPr>
        <p:grpSpPr>
          <a:xfrm>
            <a:off x="8499539" y="2059124"/>
            <a:ext cx="849312" cy="226109"/>
            <a:chOff x="8493165" y="2029804"/>
            <a:chExt cx="849312" cy="226109"/>
          </a:xfrm>
        </p:grpSpPr>
        <p:pic>
          <p:nvPicPr>
            <p:cNvPr id="48" name="Picture 603" descr="car_icon_small">
              <a:extLst>
                <a:ext uri="{FF2B5EF4-FFF2-40B4-BE49-F238E27FC236}">
                  <a16:creationId xmlns:a16="http://schemas.microsoft.com/office/drawing/2014/main" id="{147E2796-D425-6645-93B3-B97E69B146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" name="Picture 1017" descr="antenna_stylized">
              <a:extLst>
                <a:ext uri="{FF2B5EF4-FFF2-40B4-BE49-F238E27FC236}">
                  <a16:creationId xmlns:a16="http://schemas.microsoft.com/office/drawing/2014/main" id="{F0886BE8-9B0B-F046-92AA-1AC818378E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93518" y="3325424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64947" y="3428485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201681" y="5852809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534746" y="5795138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5" name="Freeform 984">
            <a:extLst>
              <a:ext uri="{FF2B5EF4-FFF2-40B4-BE49-F238E27FC236}">
                <a16:creationId xmlns:a16="http://schemas.microsoft.com/office/drawing/2014/main" id="{69921432-2526-D74B-B1B3-EF4990D573EA}"/>
              </a:ext>
            </a:extLst>
          </p:cNvPr>
          <p:cNvSpPr>
            <a:spLocks/>
          </p:cNvSpPr>
          <p:nvPr/>
        </p:nvSpPr>
        <p:spPr bwMode="auto">
          <a:xfrm>
            <a:off x="10153593" y="5636971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7" name="Freeform 986">
            <a:extLst>
              <a:ext uri="{FF2B5EF4-FFF2-40B4-BE49-F238E27FC236}">
                <a16:creationId xmlns:a16="http://schemas.microsoft.com/office/drawing/2014/main" id="{210AB56E-8E3A-464C-BA90-E5EE13DE14AA}"/>
              </a:ext>
            </a:extLst>
          </p:cNvPr>
          <p:cNvSpPr>
            <a:spLocks/>
          </p:cNvSpPr>
          <p:nvPr/>
        </p:nvSpPr>
        <p:spPr bwMode="auto">
          <a:xfrm>
            <a:off x="10159970" y="5656923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8" name="Freeform 987">
            <a:extLst>
              <a:ext uri="{FF2B5EF4-FFF2-40B4-BE49-F238E27FC236}">
                <a16:creationId xmlns:a16="http://schemas.microsoft.com/office/drawing/2014/main" id="{4B6304D8-37E4-9743-9663-D2140A3373CD}"/>
              </a:ext>
            </a:extLst>
          </p:cNvPr>
          <p:cNvSpPr>
            <a:spLocks/>
          </p:cNvSpPr>
          <p:nvPr/>
        </p:nvSpPr>
        <p:spPr bwMode="auto">
          <a:xfrm>
            <a:off x="10155518" y="5812753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9" name="Rectangle 988">
            <a:extLst>
              <a:ext uri="{FF2B5EF4-FFF2-40B4-BE49-F238E27FC236}">
                <a16:creationId xmlns:a16="http://schemas.microsoft.com/office/drawing/2014/main" id="{01DA0D94-4858-4748-835A-0A295C76DA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674399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80" name="Group 989">
            <a:extLst>
              <a:ext uri="{FF2B5EF4-FFF2-40B4-BE49-F238E27FC236}">
                <a16:creationId xmlns:a16="http://schemas.microsoft.com/office/drawing/2014/main" id="{653C7E87-1F7F-B94B-970F-8043BE6AD494}"/>
              </a:ext>
            </a:extLst>
          </p:cNvPr>
          <p:cNvGrpSpPr>
            <a:grpSpLocks/>
          </p:cNvGrpSpPr>
          <p:nvPr/>
        </p:nvGrpSpPr>
        <p:grpSpPr bwMode="auto">
          <a:xfrm>
            <a:off x="10091149" y="5671195"/>
            <a:ext cx="69903" cy="21117"/>
            <a:chOff x="614" y="2568"/>
            <a:chExt cx="725" cy="139"/>
          </a:xfrm>
        </p:grpSpPr>
        <p:sp>
          <p:nvSpPr>
            <p:cNvPr id="205" name="AutoShape 990">
              <a:extLst>
                <a:ext uri="{FF2B5EF4-FFF2-40B4-BE49-F238E27FC236}">
                  <a16:creationId xmlns:a16="http://schemas.microsoft.com/office/drawing/2014/main" id="{9E8BF054-B12E-C746-9DCC-FFC0FBE11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6" name="AutoShape 991">
              <a:extLst>
                <a:ext uri="{FF2B5EF4-FFF2-40B4-BE49-F238E27FC236}">
                  <a16:creationId xmlns:a16="http://schemas.microsoft.com/office/drawing/2014/main" id="{60A26098-3AC3-5F48-AF12-0376133BA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81" name="Rectangle 992">
            <a:extLst>
              <a:ext uri="{FF2B5EF4-FFF2-40B4-BE49-F238E27FC236}">
                <a16:creationId xmlns:a16="http://schemas.microsoft.com/office/drawing/2014/main" id="{AB0AE9A0-AEC6-B542-BAA1-AD6A9E2574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22750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82" name="Group 993">
            <a:extLst>
              <a:ext uri="{FF2B5EF4-FFF2-40B4-BE49-F238E27FC236}">
                <a16:creationId xmlns:a16="http://schemas.microsoft.com/office/drawing/2014/main" id="{2E23BBDE-93A3-014A-8AD9-509F2B133316}"/>
              </a:ext>
            </a:extLst>
          </p:cNvPr>
          <p:cNvGrpSpPr>
            <a:grpSpLocks/>
          </p:cNvGrpSpPr>
          <p:nvPr/>
        </p:nvGrpSpPr>
        <p:grpSpPr bwMode="auto">
          <a:xfrm>
            <a:off x="10090909" y="5718672"/>
            <a:ext cx="69903" cy="19515"/>
            <a:chOff x="614" y="2568"/>
            <a:chExt cx="725" cy="139"/>
          </a:xfrm>
        </p:grpSpPr>
        <p:sp>
          <p:nvSpPr>
            <p:cNvPr id="203" name="AutoShape 994">
              <a:extLst>
                <a:ext uri="{FF2B5EF4-FFF2-40B4-BE49-F238E27FC236}">
                  <a16:creationId xmlns:a16="http://schemas.microsoft.com/office/drawing/2014/main" id="{CF10A6D2-6E36-BA46-8AB3-2A153E9EC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4" name="AutoShape 995">
              <a:extLst>
                <a:ext uri="{FF2B5EF4-FFF2-40B4-BE49-F238E27FC236}">
                  <a16:creationId xmlns:a16="http://schemas.microsoft.com/office/drawing/2014/main" id="{964D14B2-2639-5A46-B2D5-48A8B0C31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83" name="Rectangle 996">
            <a:extLst>
              <a:ext uri="{FF2B5EF4-FFF2-40B4-BE49-F238E27FC236}">
                <a16:creationId xmlns:a16="http://schemas.microsoft.com/office/drawing/2014/main" id="{426E7337-36DD-B64A-88F7-00D5A742F9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71101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84" name="Rectangle 997">
            <a:extLst>
              <a:ext uri="{FF2B5EF4-FFF2-40B4-BE49-F238E27FC236}">
                <a16:creationId xmlns:a16="http://schemas.microsoft.com/office/drawing/2014/main" id="{BE4D7353-7D2D-9F42-8A6A-65BAA6259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8705" y="5814938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85" name="Group 998">
            <a:extLst>
              <a:ext uri="{FF2B5EF4-FFF2-40B4-BE49-F238E27FC236}">
                <a16:creationId xmlns:a16="http://schemas.microsoft.com/office/drawing/2014/main" id="{10644FFB-BF70-614B-94F5-58CB99D12E0E}"/>
              </a:ext>
            </a:extLst>
          </p:cNvPr>
          <p:cNvGrpSpPr>
            <a:grpSpLocks/>
          </p:cNvGrpSpPr>
          <p:nvPr/>
        </p:nvGrpSpPr>
        <p:grpSpPr bwMode="auto">
          <a:xfrm>
            <a:off x="10089465" y="5810860"/>
            <a:ext cx="70024" cy="21991"/>
            <a:chOff x="614" y="2568"/>
            <a:chExt cx="725" cy="139"/>
          </a:xfrm>
        </p:grpSpPr>
        <p:sp>
          <p:nvSpPr>
            <p:cNvPr id="201" name="AutoShape 999">
              <a:extLst>
                <a:ext uri="{FF2B5EF4-FFF2-40B4-BE49-F238E27FC236}">
                  <a16:creationId xmlns:a16="http://schemas.microsoft.com/office/drawing/2014/main" id="{2EEDFBCE-8402-0442-A96B-A6412C51C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2" name="AutoShape 1000">
              <a:extLst>
                <a:ext uri="{FF2B5EF4-FFF2-40B4-BE49-F238E27FC236}">
                  <a16:creationId xmlns:a16="http://schemas.microsoft.com/office/drawing/2014/main" id="{5BBF678C-8365-374C-8592-2F4010918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86" name="Freeform 1001">
            <a:extLst>
              <a:ext uri="{FF2B5EF4-FFF2-40B4-BE49-F238E27FC236}">
                <a16:creationId xmlns:a16="http://schemas.microsoft.com/office/drawing/2014/main" id="{43320BBC-6D3F-CE4C-AE57-EE45F3319F3F}"/>
              </a:ext>
            </a:extLst>
          </p:cNvPr>
          <p:cNvSpPr>
            <a:spLocks/>
          </p:cNvSpPr>
          <p:nvPr/>
        </p:nvSpPr>
        <p:spPr bwMode="auto">
          <a:xfrm>
            <a:off x="10156000" y="5771101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7" name="Group 1002">
            <a:extLst>
              <a:ext uri="{FF2B5EF4-FFF2-40B4-BE49-F238E27FC236}">
                <a16:creationId xmlns:a16="http://schemas.microsoft.com/office/drawing/2014/main" id="{4ED748C4-471F-B74E-9328-2437DB94B8F7}"/>
              </a:ext>
            </a:extLst>
          </p:cNvPr>
          <p:cNvGrpSpPr>
            <a:grpSpLocks/>
          </p:cNvGrpSpPr>
          <p:nvPr/>
        </p:nvGrpSpPr>
        <p:grpSpPr bwMode="auto">
          <a:xfrm>
            <a:off x="10089946" y="5767169"/>
            <a:ext cx="70024" cy="20243"/>
            <a:chOff x="614" y="2568"/>
            <a:chExt cx="725" cy="139"/>
          </a:xfrm>
        </p:grpSpPr>
        <p:sp>
          <p:nvSpPr>
            <p:cNvPr id="199" name="AutoShape 1003">
              <a:extLst>
                <a:ext uri="{FF2B5EF4-FFF2-40B4-BE49-F238E27FC236}">
                  <a16:creationId xmlns:a16="http://schemas.microsoft.com/office/drawing/2014/main" id="{DE163CA4-FABE-9B4C-973B-7160FB0CA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0" name="AutoShape 1004">
              <a:extLst>
                <a:ext uri="{FF2B5EF4-FFF2-40B4-BE49-F238E27FC236}">
                  <a16:creationId xmlns:a16="http://schemas.microsoft.com/office/drawing/2014/main" id="{D50A283A-2FFB-A24F-A406-2910EEA8C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88" name="Rectangle 1005">
            <a:extLst>
              <a:ext uri="{FF2B5EF4-FFF2-40B4-BE49-F238E27FC236}">
                <a16:creationId xmlns:a16="http://schemas.microsoft.com/office/drawing/2014/main" id="{42659E43-E287-8942-BD23-94141CB4B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0946" y="5636388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89" name="Freeform 1006">
            <a:extLst>
              <a:ext uri="{FF2B5EF4-FFF2-40B4-BE49-F238E27FC236}">
                <a16:creationId xmlns:a16="http://schemas.microsoft.com/office/drawing/2014/main" id="{48DEF8E3-26E3-0E48-88EA-BAB435AE5150}"/>
              </a:ext>
            </a:extLst>
          </p:cNvPr>
          <p:cNvSpPr>
            <a:spLocks/>
          </p:cNvSpPr>
          <p:nvPr/>
        </p:nvSpPr>
        <p:spPr bwMode="auto">
          <a:xfrm>
            <a:off x="10158887" y="5720566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0" name="Freeform 1007">
            <a:extLst>
              <a:ext uri="{FF2B5EF4-FFF2-40B4-BE49-F238E27FC236}">
                <a16:creationId xmlns:a16="http://schemas.microsoft.com/office/drawing/2014/main" id="{7869EB64-11F6-624E-9B28-6986DD9D076F}"/>
              </a:ext>
            </a:extLst>
          </p:cNvPr>
          <p:cNvSpPr>
            <a:spLocks/>
          </p:cNvSpPr>
          <p:nvPr/>
        </p:nvSpPr>
        <p:spPr bwMode="auto">
          <a:xfrm>
            <a:off x="10159248" y="5672943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1" name="Oval 1008">
            <a:extLst>
              <a:ext uri="{FF2B5EF4-FFF2-40B4-BE49-F238E27FC236}">
                <a16:creationId xmlns:a16="http://schemas.microsoft.com/office/drawing/2014/main" id="{322E0F0C-40A1-7E43-B9BC-A271C6411E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83311" y="5954166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2" name="Freeform 1009">
            <a:extLst>
              <a:ext uri="{FF2B5EF4-FFF2-40B4-BE49-F238E27FC236}">
                <a16:creationId xmlns:a16="http://schemas.microsoft.com/office/drawing/2014/main" id="{2C34A91D-8DF1-DE40-8F88-B7AB2BE630CE}"/>
              </a:ext>
            </a:extLst>
          </p:cNvPr>
          <p:cNvSpPr>
            <a:spLocks/>
          </p:cNvSpPr>
          <p:nvPr/>
        </p:nvSpPr>
        <p:spPr bwMode="auto">
          <a:xfrm>
            <a:off x="10157684" y="5954603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3" name="AutoShape 1010">
            <a:extLst>
              <a:ext uri="{FF2B5EF4-FFF2-40B4-BE49-F238E27FC236}">
                <a16:creationId xmlns:a16="http://schemas.microsoft.com/office/drawing/2014/main" id="{C10585A3-5046-F44C-A720-1B5360D1A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7877" y="5963487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4" name="AutoShape 1011">
            <a:extLst>
              <a:ext uri="{FF2B5EF4-FFF2-40B4-BE49-F238E27FC236}">
                <a16:creationId xmlns:a16="http://schemas.microsoft.com/office/drawing/2014/main" id="{0F1CC371-A8A5-1146-9D54-06BA5783B2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969166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5" name="Oval 1012">
            <a:extLst>
              <a:ext uri="{FF2B5EF4-FFF2-40B4-BE49-F238E27FC236}">
                <a16:creationId xmlns:a16="http://schemas.microsoft.com/office/drawing/2014/main" id="{165ACFDB-EB0A-EF4A-A53B-E952BF38B2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8210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6" name="Oval 1013">
            <a:extLst>
              <a:ext uri="{FF2B5EF4-FFF2-40B4-BE49-F238E27FC236}">
                <a16:creationId xmlns:a16="http://schemas.microsoft.com/office/drawing/2014/main" id="{8E1C86F1-E8A5-AB43-9FBE-05329F11F8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59867" y="5920815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7" name="Oval 1014">
            <a:extLst>
              <a:ext uri="{FF2B5EF4-FFF2-40B4-BE49-F238E27FC236}">
                <a16:creationId xmlns:a16="http://schemas.microsoft.com/office/drawing/2014/main" id="{0C189499-8A09-3E4B-B216-1DBC5D3CDC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201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8" name="Rectangle 1015">
            <a:extLst>
              <a:ext uri="{FF2B5EF4-FFF2-40B4-BE49-F238E27FC236}">
                <a16:creationId xmlns:a16="http://schemas.microsoft.com/office/drawing/2014/main" id="{F801E0C5-03DC-4947-89BB-24F841D73C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29410" y="5841444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539916" y="1365914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41AB30C9-9641-104B-9006-CB16D4919778}"/>
              </a:ext>
            </a:extLst>
          </p:cNvPr>
          <p:cNvGrpSpPr/>
          <p:nvPr/>
        </p:nvGrpSpPr>
        <p:grpSpPr>
          <a:xfrm>
            <a:off x="7680324" y="1814171"/>
            <a:ext cx="2755429" cy="4250670"/>
            <a:chOff x="7680324" y="1814171"/>
            <a:chExt cx="2755429" cy="4250670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50224" y="185972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87" name="Group 590">
              <a:extLst>
                <a:ext uri="{FF2B5EF4-FFF2-40B4-BE49-F238E27FC236}">
                  <a16:creationId xmlns:a16="http://schemas.microsoft.com/office/drawing/2014/main" id="{B2AAF0C3-BD73-634D-B492-B7CCF9735ED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773981" y="5281060"/>
              <a:ext cx="345630" cy="320302"/>
              <a:chOff x="2839" y="3501"/>
              <a:chExt cx="755" cy="803"/>
            </a:xfrm>
          </p:grpSpPr>
          <p:pic>
            <p:nvPicPr>
              <p:cNvPr id="488" name="Picture 591" descr="desktop_computer_stylized_medium">
                <a:extLst>
                  <a:ext uri="{FF2B5EF4-FFF2-40B4-BE49-F238E27FC236}">
                    <a16:creationId xmlns:a16="http://schemas.microsoft.com/office/drawing/2014/main" id="{1B000E5D-AA79-9741-93EF-69776E79DC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89" name="Freeform 592">
                <a:extLst>
                  <a:ext uri="{FF2B5EF4-FFF2-40B4-BE49-F238E27FC236}">
                    <a16:creationId xmlns:a16="http://schemas.microsoft.com/office/drawing/2014/main" id="{E285DBFE-A1C0-DE49-94FA-3F8D49F9A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12" name="Oval 611">
              <a:extLst>
                <a:ext uri="{FF2B5EF4-FFF2-40B4-BE49-F238E27FC236}">
                  <a16:creationId xmlns:a16="http://schemas.microsoft.com/office/drawing/2014/main" id="{626C6AB3-E95B-4E45-912D-03BD50D0AB9E}"/>
                </a:ext>
              </a:extLst>
            </p:cNvPr>
            <p:cNvSpPr/>
            <p:nvPr/>
          </p:nvSpPr>
          <p:spPr>
            <a:xfrm>
              <a:off x="7689254" y="5160841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7680324" y="1814171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C1E7801D-A747-164C-BE12-1FDEB3DFE743}"/>
                </a:ext>
              </a:extLst>
            </p:cNvPr>
            <p:cNvSpPr/>
            <p:nvPr/>
          </p:nvSpPr>
          <p:spPr>
            <a:xfrm>
              <a:off x="9823450" y="5554772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51" name="Line 913">
            <a:extLst>
              <a:ext uri="{FF2B5EF4-FFF2-40B4-BE49-F238E27FC236}">
                <a16:creationId xmlns:a16="http://schemas.microsoft.com/office/drawing/2014/main" id="{47A3D5AF-94CC-B24F-922A-C603CC0A5A2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10623" y="5474824"/>
            <a:ext cx="1423686" cy="289367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2" name="Line 911">
            <a:extLst>
              <a:ext uri="{FF2B5EF4-FFF2-40B4-BE49-F238E27FC236}">
                <a16:creationId xmlns:a16="http://schemas.microsoft.com/office/drawing/2014/main" id="{8E6A54E5-62F1-544B-AE41-5137E62BFCE9}"/>
              </a:ext>
            </a:extLst>
          </p:cNvPr>
          <p:cNvSpPr>
            <a:spLocks noChangeShapeType="1"/>
          </p:cNvSpPr>
          <p:nvPr/>
        </p:nvSpPr>
        <p:spPr bwMode="auto">
          <a:xfrm>
            <a:off x="8370450" y="2297968"/>
            <a:ext cx="1700212" cy="3386138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Client-server </a:t>
            </a:r>
            <a:r>
              <a:rPr lang="en-US" altLang="en-US" dirty="0">
                <a:ea typeface="ＭＳ Ｐゴシック" panose="020B0600070205080204" pitchFamily="34" charset="-128"/>
              </a:rPr>
              <a:t>p</a:t>
            </a:r>
            <a:r>
              <a:rPr lang="en-US" altLang="en-US" sz="4400" dirty="0">
                <a:ea typeface="ＭＳ Ｐゴシック" panose="020B0600070205080204" pitchFamily="34" charset="-128"/>
              </a:rPr>
              <a:t>aradigm</a:t>
            </a:r>
            <a:endParaRPr lang="en-US" sz="4400" dirty="0"/>
          </a:p>
        </p:txBody>
      </p:sp>
      <p:sp>
        <p:nvSpPr>
          <p:cNvPr id="656" name="Content Placeholder 3">
            <a:extLst>
              <a:ext uri="{FF2B5EF4-FFF2-40B4-BE49-F238E27FC236}">
                <a16:creationId xmlns:a16="http://schemas.microsoft.com/office/drawing/2014/main" id="{97C6B0DF-3B81-1046-A02E-98C8247EB000}"/>
              </a:ext>
            </a:extLst>
          </p:cNvPr>
          <p:cNvSpPr txBox="1">
            <a:spLocks/>
          </p:cNvSpPr>
          <p:nvPr/>
        </p:nvSpPr>
        <p:spPr>
          <a:xfrm>
            <a:off x="889178" y="1260346"/>
            <a:ext cx="5968498" cy="497469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server: </a:t>
            </a:r>
          </a:p>
          <a:p>
            <a:pPr marL="466725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always-on host</a:t>
            </a:r>
          </a:p>
          <a:p>
            <a:pPr marL="466725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permanent IP address</a:t>
            </a:r>
          </a:p>
          <a:p>
            <a:pPr marL="466725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often in data centers, for scaling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ct val="75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clients:</a:t>
            </a:r>
          </a:p>
          <a:p>
            <a:pPr marL="466725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contact, communicate with server</a:t>
            </a:r>
          </a:p>
          <a:p>
            <a:pPr marL="466725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may be intermittently connected</a:t>
            </a:r>
          </a:p>
          <a:p>
            <a:pPr marL="466725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may have dynamic IP addresses</a:t>
            </a:r>
          </a:p>
          <a:p>
            <a:pPr marL="466725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do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communicate directly with each other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examples: HTTP, IMAP, FTP</a:t>
            </a:r>
          </a:p>
        </p:txBody>
      </p:sp>
      <p:grpSp>
        <p:nvGrpSpPr>
          <p:cNvPr id="661" name="Group 950">
            <a:extLst>
              <a:ext uri="{FF2B5EF4-FFF2-40B4-BE49-F238E27FC236}">
                <a16:creationId xmlns:a16="http://schemas.microsoft.com/office/drawing/2014/main" id="{221CDB90-F15F-3B40-BE7C-5642BDA8CF7F}"/>
              </a:ext>
            </a:extLst>
          </p:cNvPr>
          <p:cNvGrpSpPr>
            <a:grpSpLocks/>
          </p:cNvGrpSpPr>
          <p:nvPr/>
        </p:nvGrpSpPr>
        <p:grpSpPr bwMode="auto">
          <a:xfrm>
            <a:off x="10002508" y="5616400"/>
            <a:ext cx="214974" cy="403920"/>
            <a:chOff x="4140" y="429"/>
            <a:chExt cx="1425" cy="2396"/>
          </a:xfrm>
        </p:grpSpPr>
        <p:sp>
          <p:nvSpPr>
            <p:cNvPr id="662" name="Freeform 951">
              <a:extLst>
                <a:ext uri="{FF2B5EF4-FFF2-40B4-BE49-F238E27FC236}">
                  <a16:creationId xmlns:a16="http://schemas.microsoft.com/office/drawing/2014/main" id="{3F5BE32F-BF2D-5D43-A3F8-8015366B9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Rectangle 952">
              <a:extLst>
                <a:ext uri="{FF2B5EF4-FFF2-40B4-BE49-F238E27FC236}">
                  <a16:creationId xmlns:a16="http://schemas.microsoft.com/office/drawing/2014/main" id="{74DD6C49-0B6B-3445-ABF4-46D45AE69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64" name="Freeform 953">
              <a:extLst>
                <a:ext uri="{FF2B5EF4-FFF2-40B4-BE49-F238E27FC236}">
                  <a16:creationId xmlns:a16="http://schemas.microsoft.com/office/drawing/2014/main" id="{20913D95-E88A-A848-9963-B3BA4505F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954">
              <a:extLst>
                <a:ext uri="{FF2B5EF4-FFF2-40B4-BE49-F238E27FC236}">
                  <a16:creationId xmlns:a16="http://schemas.microsoft.com/office/drawing/2014/main" id="{0DE93F6C-FE6F-AA44-96FD-B6D85A46D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6" name="Rectangle 955">
              <a:extLst>
                <a:ext uri="{FF2B5EF4-FFF2-40B4-BE49-F238E27FC236}">
                  <a16:creationId xmlns:a16="http://schemas.microsoft.com/office/drawing/2014/main" id="{529745F5-82EA-8148-9AA1-BA608BD7B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7" name="Group 956">
              <a:extLst>
                <a:ext uri="{FF2B5EF4-FFF2-40B4-BE49-F238E27FC236}">
                  <a16:creationId xmlns:a16="http://schemas.microsoft.com/office/drawing/2014/main" id="{B8FB9448-22B7-FE4A-8748-ABEF4BEADF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92" name="AutoShape 957">
                <a:extLst>
                  <a:ext uri="{FF2B5EF4-FFF2-40B4-BE49-F238E27FC236}">
                    <a16:creationId xmlns:a16="http://schemas.microsoft.com/office/drawing/2014/main" id="{EADB5D3D-04E2-EF48-B58E-48F7BABA0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93" name="AutoShape 958">
                <a:extLst>
                  <a:ext uri="{FF2B5EF4-FFF2-40B4-BE49-F238E27FC236}">
                    <a16:creationId xmlns:a16="http://schemas.microsoft.com/office/drawing/2014/main" id="{F98E41BE-EA39-754F-82C7-36D93FBD7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8" name="Rectangle 959">
              <a:extLst>
                <a:ext uri="{FF2B5EF4-FFF2-40B4-BE49-F238E27FC236}">
                  <a16:creationId xmlns:a16="http://schemas.microsoft.com/office/drawing/2014/main" id="{327755D1-B209-404D-9363-9EDC28F7F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9" name="Group 960">
              <a:extLst>
                <a:ext uri="{FF2B5EF4-FFF2-40B4-BE49-F238E27FC236}">
                  <a16:creationId xmlns:a16="http://schemas.microsoft.com/office/drawing/2014/main" id="{26E2E8A6-CFB6-044F-85B5-1DAAEA7FA1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90" name="AutoShape 961">
                <a:extLst>
                  <a:ext uri="{FF2B5EF4-FFF2-40B4-BE49-F238E27FC236}">
                    <a16:creationId xmlns:a16="http://schemas.microsoft.com/office/drawing/2014/main" id="{17D69473-78FB-C74F-B4D2-8D565D3F9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91" name="AutoShape 962">
                <a:extLst>
                  <a:ext uri="{FF2B5EF4-FFF2-40B4-BE49-F238E27FC236}">
                    <a16:creationId xmlns:a16="http://schemas.microsoft.com/office/drawing/2014/main" id="{17A1D2AB-658B-704B-AE35-B18C119E5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70" name="Rectangle 963">
              <a:extLst>
                <a:ext uri="{FF2B5EF4-FFF2-40B4-BE49-F238E27FC236}">
                  <a16:creationId xmlns:a16="http://schemas.microsoft.com/office/drawing/2014/main" id="{F2475D91-5410-684E-A143-AE723E908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1" name="Rectangle 964">
              <a:extLst>
                <a:ext uri="{FF2B5EF4-FFF2-40B4-BE49-F238E27FC236}">
                  <a16:creationId xmlns:a16="http://schemas.microsoft.com/office/drawing/2014/main" id="{88C09684-E90D-B34B-AA01-5F070FE81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72" name="Group 965">
              <a:extLst>
                <a:ext uri="{FF2B5EF4-FFF2-40B4-BE49-F238E27FC236}">
                  <a16:creationId xmlns:a16="http://schemas.microsoft.com/office/drawing/2014/main" id="{8ACC4595-9F78-AF46-887A-914807075E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88" name="AutoShape 966">
                <a:extLst>
                  <a:ext uri="{FF2B5EF4-FFF2-40B4-BE49-F238E27FC236}">
                    <a16:creationId xmlns:a16="http://schemas.microsoft.com/office/drawing/2014/main" id="{0A202C7C-1909-AC47-A2CA-695CE34F5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9" name="AutoShape 967">
                <a:extLst>
                  <a:ext uri="{FF2B5EF4-FFF2-40B4-BE49-F238E27FC236}">
                    <a16:creationId xmlns:a16="http://schemas.microsoft.com/office/drawing/2014/main" id="{E346AA42-C439-DA48-84D9-5D4DD0ABF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73" name="Freeform 968">
              <a:extLst>
                <a:ext uri="{FF2B5EF4-FFF2-40B4-BE49-F238E27FC236}">
                  <a16:creationId xmlns:a16="http://schemas.microsoft.com/office/drawing/2014/main" id="{5FD4884A-2CB1-894E-8CB9-2067C75F0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74" name="Group 969">
              <a:extLst>
                <a:ext uri="{FF2B5EF4-FFF2-40B4-BE49-F238E27FC236}">
                  <a16:creationId xmlns:a16="http://schemas.microsoft.com/office/drawing/2014/main" id="{B2CB40CE-804C-0948-841C-9A509EE86B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6" name="AutoShape 970">
                <a:extLst>
                  <a:ext uri="{FF2B5EF4-FFF2-40B4-BE49-F238E27FC236}">
                    <a16:creationId xmlns:a16="http://schemas.microsoft.com/office/drawing/2014/main" id="{58614F2D-DA1A-F842-A886-A2F0D8C2B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7" name="AutoShape 971">
                <a:extLst>
                  <a:ext uri="{FF2B5EF4-FFF2-40B4-BE49-F238E27FC236}">
                    <a16:creationId xmlns:a16="http://schemas.microsoft.com/office/drawing/2014/main" id="{8B641E3D-5D3B-2B4B-B634-292AB1DA6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75" name="Rectangle 972">
              <a:extLst>
                <a:ext uri="{FF2B5EF4-FFF2-40B4-BE49-F238E27FC236}">
                  <a16:creationId xmlns:a16="http://schemas.microsoft.com/office/drawing/2014/main" id="{34776F72-1048-254B-9F43-F004B26E0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6" name="Freeform 973">
              <a:extLst>
                <a:ext uri="{FF2B5EF4-FFF2-40B4-BE49-F238E27FC236}">
                  <a16:creationId xmlns:a16="http://schemas.microsoft.com/office/drawing/2014/main" id="{A2E37FDF-DD02-AA46-A996-DF9614588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7" name="Freeform 974">
              <a:extLst>
                <a:ext uri="{FF2B5EF4-FFF2-40B4-BE49-F238E27FC236}">
                  <a16:creationId xmlns:a16="http://schemas.microsoft.com/office/drawing/2014/main" id="{5E599968-E309-0C41-A6E5-1A2E8D0D7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8" name="Oval 975">
              <a:extLst>
                <a:ext uri="{FF2B5EF4-FFF2-40B4-BE49-F238E27FC236}">
                  <a16:creationId xmlns:a16="http://schemas.microsoft.com/office/drawing/2014/main" id="{8B76954B-B2F9-7644-B168-314EF4AAF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9" name="Freeform 976">
              <a:extLst>
                <a:ext uri="{FF2B5EF4-FFF2-40B4-BE49-F238E27FC236}">
                  <a16:creationId xmlns:a16="http://schemas.microsoft.com/office/drawing/2014/main" id="{D9EAE5CF-636D-F54A-8351-01EA3167D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0" name="AutoShape 977">
              <a:extLst>
                <a:ext uri="{FF2B5EF4-FFF2-40B4-BE49-F238E27FC236}">
                  <a16:creationId xmlns:a16="http://schemas.microsoft.com/office/drawing/2014/main" id="{BA3B7F84-E639-E547-B5C6-A02DC5582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81" name="AutoShape 978">
              <a:extLst>
                <a:ext uri="{FF2B5EF4-FFF2-40B4-BE49-F238E27FC236}">
                  <a16:creationId xmlns:a16="http://schemas.microsoft.com/office/drawing/2014/main" id="{0442B1DD-1D97-9F4D-B5C4-F5A4F4BB4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82" name="Oval 979">
              <a:extLst>
                <a:ext uri="{FF2B5EF4-FFF2-40B4-BE49-F238E27FC236}">
                  <a16:creationId xmlns:a16="http://schemas.microsoft.com/office/drawing/2014/main" id="{EA6FE86C-D41E-1949-A3C7-77647ACF0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83" name="Oval 980">
              <a:extLst>
                <a:ext uri="{FF2B5EF4-FFF2-40B4-BE49-F238E27FC236}">
                  <a16:creationId xmlns:a16="http://schemas.microsoft.com/office/drawing/2014/main" id="{38AA7182-25E5-E442-9745-7BAF64CEA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84" name="Oval 981">
              <a:extLst>
                <a:ext uri="{FF2B5EF4-FFF2-40B4-BE49-F238E27FC236}">
                  <a16:creationId xmlns:a16="http://schemas.microsoft.com/office/drawing/2014/main" id="{16842D0E-A2D6-0745-B8FB-E328BE5B3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85" name="Rectangle 982">
              <a:extLst>
                <a:ext uri="{FF2B5EF4-FFF2-40B4-BE49-F238E27FC236}">
                  <a16:creationId xmlns:a16="http://schemas.microsoft.com/office/drawing/2014/main" id="{8F08011A-E991-A946-A958-0A487EA35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571" name="Slide Number Placeholder 2">
            <a:extLst>
              <a:ext uri="{FF2B5EF4-FFF2-40B4-BE49-F238E27FC236}">
                <a16:creationId xmlns:a16="http://schemas.microsoft.com/office/drawing/2014/main" id="{96ECE80E-E07E-F54F-B7D9-AC2C33DC5BD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218913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6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65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65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5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65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803" name="Group 802">
            <a:extLst>
              <a:ext uri="{FF2B5EF4-FFF2-40B4-BE49-F238E27FC236}">
                <a16:creationId xmlns:a16="http://schemas.microsoft.com/office/drawing/2014/main" id="{4429D23B-C424-D54E-A99F-D3FC646B3D08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grpSp>
          <p:nvGrpSpPr>
            <p:cNvPr id="800" name="Group 799">
              <a:extLst>
                <a:ext uri="{FF2B5EF4-FFF2-40B4-BE49-F238E27FC236}">
                  <a16:creationId xmlns:a16="http://schemas.microsoft.com/office/drawing/2014/main" id="{C0FB38C4-8D4E-FD46-8BA5-A01F983C9AF5}"/>
                </a:ext>
              </a:extLst>
            </p:cNvPr>
            <p:cNvGrpSpPr/>
            <p:nvPr/>
          </p:nvGrpSpPr>
          <p:grpSpPr>
            <a:xfrm>
              <a:off x="7857253" y="2127325"/>
              <a:ext cx="3283852" cy="3640283"/>
              <a:chOff x="7881336" y="2104198"/>
              <a:chExt cx="3283852" cy="3640283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13692" y="5228612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" name="Line 430">
                <a:extLst>
                  <a:ext uri="{FF2B5EF4-FFF2-40B4-BE49-F238E27FC236}">
                    <a16:creationId xmlns:a16="http://schemas.microsoft.com/office/drawing/2014/main" id="{3188928B-5976-7142-B509-B67C32631B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34009" y="5382159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" name="Line 431">
                <a:extLst>
                  <a:ext uri="{FF2B5EF4-FFF2-40B4-BE49-F238E27FC236}">
                    <a16:creationId xmlns:a16="http://schemas.microsoft.com/office/drawing/2014/main" id="{B61C3274-819B-1A4B-9892-BC7A0AB4BF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7042" y="4815390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" name="Line 432">
                <a:extLst>
                  <a:ext uri="{FF2B5EF4-FFF2-40B4-BE49-F238E27FC236}">
                    <a16:creationId xmlns:a16="http://schemas.microsoft.com/office/drawing/2014/main" id="{6434324A-C183-F645-84E8-7170D215D0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4149" y="4815390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Line 433">
                <a:extLst>
                  <a:ext uri="{FF2B5EF4-FFF2-40B4-BE49-F238E27FC236}">
                    <a16:creationId xmlns:a16="http://schemas.microsoft.com/office/drawing/2014/main" id="{4326369B-7050-F54A-9B61-51FBE98316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827" y="5085749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290" y="5094207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" name="Line 436">
                <a:extLst>
                  <a:ext uri="{FF2B5EF4-FFF2-40B4-BE49-F238E27FC236}">
                    <a16:creationId xmlns:a16="http://schemas.microsoft.com/office/drawing/2014/main" id="{CAD2281A-59A4-DA4C-A9DC-E37CA49919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2450" y="5267343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" name="Line 439">
                <a:extLst>
                  <a:ext uri="{FF2B5EF4-FFF2-40B4-BE49-F238E27FC236}">
                    <a16:creationId xmlns:a16="http://schemas.microsoft.com/office/drawing/2014/main" id="{59746900-72D7-BF46-8B59-62F2A5D479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97900" y="5259125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" name="Line 440">
                <a:extLst>
                  <a:ext uri="{FF2B5EF4-FFF2-40B4-BE49-F238E27FC236}">
                    <a16:creationId xmlns:a16="http://schemas.microsoft.com/office/drawing/2014/main" id="{76AA107C-4028-5D4D-B986-E7C4D7058C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12814" y="5284804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Line 441">
                <a:extLst>
                  <a:ext uri="{FF2B5EF4-FFF2-40B4-BE49-F238E27FC236}">
                    <a16:creationId xmlns:a16="http://schemas.microsoft.com/office/drawing/2014/main" id="{AF797424-05E8-8345-847C-94DA81395A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2814" y="5234921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" name="Line 443">
                <a:extLst>
                  <a:ext uri="{FF2B5EF4-FFF2-40B4-BE49-F238E27FC236}">
                    <a16:creationId xmlns:a16="http://schemas.microsoft.com/office/drawing/2014/main" id="{BCDF073B-F330-A345-A512-B85DFD399D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71861" y="3806843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" name="Line 449">
                <a:extLst>
                  <a:ext uri="{FF2B5EF4-FFF2-40B4-BE49-F238E27FC236}">
                    <a16:creationId xmlns:a16="http://schemas.microsoft.com/office/drawing/2014/main" id="{53CD988A-3515-7242-9C29-87AF281086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336" y="4017980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8" name="Line 428">
                <a:extLst>
                  <a:ext uri="{FF2B5EF4-FFF2-40B4-BE49-F238E27FC236}">
                    <a16:creationId xmlns:a16="http://schemas.microsoft.com/office/drawing/2014/main" id="{538963BA-E603-D94F-A908-92C50EC393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909628" y="5560344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3508" y="5013435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564" name="Straight Connector 563">
                <a:extLst>
                  <a:ext uri="{FF2B5EF4-FFF2-40B4-BE49-F238E27FC236}">
                    <a16:creationId xmlns:a16="http://schemas.microsoft.com/office/drawing/2014/main" id="{CE6E1140-BC2F-9947-9B51-91DC5079ABB1}"/>
                  </a:ext>
                </a:extLst>
              </p:cNvPr>
              <p:cNvCxnSpPr/>
              <p:nvPr/>
            </p:nvCxnSpPr>
            <p:spPr>
              <a:xfrm flipH="1">
                <a:off x="10124718" y="2146305"/>
                <a:ext cx="761467" cy="57735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5" name="Straight Connector 564">
                <a:extLst>
                  <a:ext uri="{FF2B5EF4-FFF2-40B4-BE49-F238E27FC236}">
                    <a16:creationId xmlns:a16="http://schemas.microsoft.com/office/drawing/2014/main" id="{9EF5B4FA-3960-F54C-936B-C64147078447}"/>
                  </a:ext>
                </a:extLst>
              </p:cNvPr>
              <p:cNvCxnSpPr/>
              <p:nvPr/>
            </p:nvCxnSpPr>
            <p:spPr>
              <a:xfrm flipH="1">
                <a:off x="10124718" y="2245186"/>
                <a:ext cx="397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Straight Connector 565">
                <a:extLst>
                  <a:ext uri="{FF2B5EF4-FFF2-40B4-BE49-F238E27FC236}">
                    <a16:creationId xmlns:a16="http://schemas.microsoft.com/office/drawing/2014/main" id="{691B45AC-C5E3-D24E-9C63-05D00B08C71D}"/>
                  </a:ext>
                </a:extLst>
              </p:cNvPr>
              <p:cNvCxnSpPr/>
              <p:nvPr/>
            </p:nvCxnSpPr>
            <p:spPr>
              <a:xfrm flipH="1">
                <a:off x="10696218" y="2177379"/>
                <a:ext cx="14936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Straight Connector 566">
                <a:extLst>
                  <a:ext uri="{FF2B5EF4-FFF2-40B4-BE49-F238E27FC236}">
                    <a16:creationId xmlns:a16="http://schemas.microsoft.com/office/drawing/2014/main" id="{59EB46BB-F3EA-4248-B631-AC80BEB74EF0}"/>
                  </a:ext>
                </a:extLst>
              </p:cNvPr>
              <p:cNvCxnSpPr/>
              <p:nvPr/>
            </p:nvCxnSpPr>
            <p:spPr>
              <a:xfrm flipH="1">
                <a:off x="10166249" y="2695840"/>
                <a:ext cx="574283" cy="278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8" name="Straight Connector 567">
                <a:extLst>
                  <a:ext uri="{FF2B5EF4-FFF2-40B4-BE49-F238E27FC236}">
                    <a16:creationId xmlns:a16="http://schemas.microsoft.com/office/drawing/2014/main" id="{C562C7DD-3FD1-0E4C-B308-744C6C87FC79}"/>
                  </a:ext>
                </a:extLst>
              </p:cNvPr>
              <p:cNvCxnSpPr/>
              <p:nvPr/>
            </p:nvCxnSpPr>
            <p:spPr>
              <a:xfrm flipH="1">
                <a:off x="10093625" y="2146305"/>
                <a:ext cx="788589" cy="9888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9" name="Straight Connector 568">
                <a:extLst>
                  <a:ext uri="{FF2B5EF4-FFF2-40B4-BE49-F238E27FC236}">
                    <a16:creationId xmlns:a16="http://schemas.microsoft.com/office/drawing/2014/main" id="{6793D61B-AD50-A246-A5C0-38DF48C17738}"/>
                  </a:ext>
                </a:extLst>
              </p:cNvPr>
              <p:cNvCxnSpPr/>
              <p:nvPr/>
            </p:nvCxnSpPr>
            <p:spPr>
              <a:xfrm flipH="1">
                <a:off x="10886186" y="2104198"/>
                <a:ext cx="279002" cy="421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0" name="Straight Connector 569">
                <a:extLst>
                  <a:ext uri="{FF2B5EF4-FFF2-40B4-BE49-F238E27FC236}">
                    <a16:creationId xmlns:a16="http://schemas.microsoft.com/office/drawing/2014/main" id="{EDD09B84-3AA8-0948-AB6C-1D5CBFFC5293}"/>
                  </a:ext>
                </a:extLst>
              </p:cNvPr>
              <p:cNvCxnSpPr/>
              <p:nvPr/>
            </p:nvCxnSpPr>
            <p:spPr>
              <a:xfrm flipH="1" flipV="1">
                <a:off x="10706077" y="2695840"/>
                <a:ext cx="353541" cy="678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4" name="Straight Connector 573">
                <a:extLst>
                  <a:ext uri="{FF2B5EF4-FFF2-40B4-BE49-F238E27FC236}">
                    <a16:creationId xmlns:a16="http://schemas.microsoft.com/office/drawing/2014/main" id="{C777BA08-17B1-254B-BCB6-583E10254EC6}"/>
                  </a:ext>
                </a:extLst>
              </p:cNvPr>
              <p:cNvCxnSpPr/>
              <p:nvPr/>
            </p:nvCxnSpPr>
            <p:spPr>
              <a:xfrm flipH="1">
                <a:off x="8793306" y="2245186"/>
                <a:ext cx="1300319" cy="60662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" name="Line 541">
                <a:extLst>
                  <a:ext uri="{FF2B5EF4-FFF2-40B4-BE49-F238E27FC236}">
                    <a16:creationId xmlns:a16="http://schemas.microsoft.com/office/drawing/2014/main" id="{C44ADC96-78DA-C64F-AF97-4FFA68D2ED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2788" y="4090252"/>
                <a:ext cx="429324" cy="70560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" name="Line 424">
                <a:extLst>
                  <a:ext uri="{FF2B5EF4-FFF2-40B4-BE49-F238E27FC236}">
                    <a16:creationId xmlns:a16="http://schemas.microsoft.com/office/drawing/2014/main" id="{845B46BE-685D-2D4E-AD26-5684794D19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637" y="4024329"/>
                <a:ext cx="969051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62" name="Picture 778" descr="antenna_radiation_stylized">
              <a:extLst>
                <a:ext uri="{FF2B5EF4-FFF2-40B4-BE49-F238E27FC236}">
                  <a16:creationId xmlns:a16="http://schemas.microsoft.com/office/drawing/2014/main" id="{B73E5F98-BC74-DB47-BA02-5F29DC6757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38" y="3813930"/>
              <a:ext cx="506412" cy="106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0" name="Picture 781" descr="antenna_radiation_stylized">
              <a:extLst>
                <a:ext uri="{FF2B5EF4-FFF2-40B4-BE49-F238E27FC236}">
                  <a16:creationId xmlns:a16="http://schemas.microsoft.com/office/drawing/2014/main" id="{5F858A2F-D0F0-7E47-8EF1-4C37898F9C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42073" y="5480938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2" name="Picture 799" descr="cell_tower_radiation copy">
              <a:extLst>
                <a:ext uri="{FF2B5EF4-FFF2-40B4-BE49-F238E27FC236}">
                  <a16:creationId xmlns:a16="http://schemas.microsoft.com/office/drawing/2014/main" id="{B5B28CD6-3076-384D-8180-86543C59B6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3" name="Oval 800">
              <a:extLst>
                <a:ext uri="{FF2B5EF4-FFF2-40B4-BE49-F238E27FC236}">
                  <a16:creationId xmlns:a16="http://schemas.microsoft.com/office/drawing/2014/main" id="{271D03F6-D85B-EC41-803D-EFAA96DAE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92995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39" name="Line 426">
            <a:extLst>
              <a:ext uri="{FF2B5EF4-FFF2-40B4-BE49-F238E27FC236}">
                <a16:creationId xmlns:a16="http://schemas.microsoft.com/office/drawing/2014/main" id="{DDAEB50C-98DD-DA43-B9C4-9AB7F9ED5BFD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7860" y="2700359"/>
            <a:ext cx="227964" cy="1743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1" name="Group 783">
            <a:extLst>
              <a:ext uri="{FF2B5EF4-FFF2-40B4-BE49-F238E27FC236}">
                <a16:creationId xmlns:a16="http://schemas.microsoft.com/office/drawing/2014/main" id="{02FEAFB4-9831-B64A-9F54-92C532E8F36E}"/>
              </a:ext>
            </a:extLst>
          </p:cNvPr>
          <p:cNvGrpSpPr>
            <a:grpSpLocks/>
          </p:cNvGrpSpPr>
          <p:nvPr/>
        </p:nvGrpSpPr>
        <p:grpSpPr bwMode="auto">
          <a:xfrm>
            <a:off x="8050698" y="2309376"/>
            <a:ext cx="298450" cy="464008"/>
            <a:chOff x="3130" y="3288"/>
            <a:chExt cx="410" cy="742"/>
          </a:xfrm>
        </p:grpSpPr>
        <p:sp>
          <p:nvSpPr>
            <p:cNvPr id="244" name="Line 270">
              <a:extLst>
                <a:ext uri="{FF2B5EF4-FFF2-40B4-BE49-F238E27FC236}">
                  <a16:creationId xmlns:a16="http://schemas.microsoft.com/office/drawing/2014/main" id="{A9300902-94F3-8949-9A54-8B95986ACB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" name="Line 271">
              <a:extLst>
                <a:ext uri="{FF2B5EF4-FFF2-40B4-BE49-F238E27FC236}">
                  <a16:creationId xmlns:a16="http://schemas.microsoft.com/office/drawing/2014/main" id="{B93F32E3-8690-BD4B-B848-94E1FAAB5E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6" name="Line 272">
              <a:extLst>
                <a:ext uri="{FF2B5EF4-FFF2-40B4-BE49-F238E27FC236}">
                  <a16:creationId xmlns:a16="http://schemas.microsoft.com/office/drawing/2014/main" id="{AB0BEDC3-F0F0-4E42-A55F-57AC0548D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7" name="Line 273">
              <a:extLst>
                <a:ext uri="{FF2B5EF4-FFF2-40B4-BE49-F238E27FC236}">
                  <a16:creationId xmlns:a16="http://schemas.microsoft.com/office/drawing/2014/main" id="{3AF299DE-8F54-D84C-B398-5B3B44C53A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8" name="Line 274">
              <a:extLst>
                <a:ext uri="{FF2B5EF4-FFF2-40B4-BE49-F238E27FC236}">
                  <a16:creationId xmlns:a16="http://schemas.microsoft.com/office/drawing/2014/main" id="{C2005C3C-C4BA-FD44-A127-E5C4FE594D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Line 275">
              <a:extLst>
                <a:ext uri="{FF2B5EF4-FFF2-40B4-BE49-F238E27FC236}">
                  <a16:creationId xmlns:a16="http://schemas.microsoft.com/office/drawing/2014/main" id="{948DF918-9246-AF45-A55F-C5B7436635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Line 276">
              <a:extLst>
                <a:ext uri="{FF2B5EF4-FFF2-40B4-BE49-F238E27FC236}">
                  <a16:creationId xmlns:a16="http://schemas.microsoft.com/office/drawing/2014/main" id="{3D1534AB-9253-A140-B4C5-81F085C452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1" name="Line 277">
              <a:extLst>
                <a:ext uri="{FF2B5EF4-FFF2-40B4-BE49-F238E27FC236}">
                  <a16:creationId xmlns:a16="http://schemas.microsoft.com/office/drawing/2014/main" id="{3BA377A2-6A51-F64B-AA8B-4FB90FAA7D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" name="Line 278">
              <a:extLst>
                <a:ext uri="{FF2B5EF4-FFF2-40B4-BE49-F238E27FC236}">
                  <a16:creationId xmlns:a16="http://schemas.microsoft.com/office/drawing/2014/main" id="{FA310FA6-4B1E-0047-8066-8AF44673F2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Line 279">
              <a:extLst>
                <a:ext uri="{FF2B5EF4-FFF2-40B4-BE49-F238E27FC236}">
                  <a16:creationId xmlns:a16="http://schemas.microsoft.com/office/drawing/2014/main" id="{254B094E-F3D3-0F46-BF4E-A226644B01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4" name="Line 280">
              <a:extLst>
                <a:ext uri="{FF2B5EF4-FFF2-40B4-BE49-F238E27FC236}">
                  <a16:creationId xmlns:a16="http://schemas.microsoft.com/office/drawing/2014/main" id="{9805319A-9CA5-7340-811A-8DBCB5A2BA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Line 281">
              <a:extLst>
                <a:ext uri="{FF2B5EF4-FFF2-40B4-BE49-F238E27FC236}">
                  <a16:creationId xmlns:a16="http://schemas.microsoft.com/office/drawing/2014/main" id="{6042C4DF-7427-904B-A064-26708AF480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Line 282">
              <a:extLst>
                <a:ext uri="{FF2B5EF4-FFF2-40B4-BE49-F238E27FC236}">
                  <a16:creationId xmlns:a16="http://schemas.microsoft.com/office/drawing/2014/main" id="{21FF36A4-E56F-C94A-8E67-9A6E4DA844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Line 283">
              <a:extLst>
                <a:ext uri="{FF2B5EF4-FFF2-40B4-BE49-F238E27FC236}">
                  <a16:creationId xmlns:a16="http://schemas.microsoft.com/office/drawing/2014/main" id="{C6A0831D-FA2C-E744-8FE0-FDFDDB5FDD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Line 284">
              <a:extLst>
                <a:ext uri="{FF2B5EF4-FFF2-40B4-BE49-F238E27FC236}">
                  <a16:creationId xmlns:a16="http://schemas.microsoft.com/office/drawing/2014/main" id="{65548550-729A-4849-9DC4-127F8FE86B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261" name="Picture 777" descr="access_point_stylized_small">
            <a:extLst>
              <a:ext uri="{FF2B5EF4-FFF2-40B4-BE49-F238E27FC236}">
                <a16:creationId xmlns:a16="http://schemas.microsoft.com/office/drawing/2014/main" id="{FA9A412B-D725-D449-8707-A3626DCB481A}"/>
              </a:ext>
            </a:extLst>
          </p:cNvPr>
          <p:cNvPicPr>
            <a:picLocks noChangeAspect="1" noChangeArrowheads="1"/>
          </p:cNvPicPr>
          <p:nvPr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3882" y="3861899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59" name="Picture 780" descr="access_point_stylized_small">
            <a:extLst>
              <a:ext uri="{FF2B5EF4-FFF2-40B4-BE49-F238E27FC236}">
                <a16:creationId xmlns:a16="http://schemas.microsoft.com/office/drawing/2014/main" id="{AC22920E-0555-BA45-9B6A-B76172153C8D}"/>
              </a:ext>
            </a:extLst>
          </p:cNvPr>
          <p:cNvPicPr>
            <a:picLocks noChangeAspect="1" noChangeArrowheads="1"/>
          </p:cNvPicPr>
          <p:nvPr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90610" y="5524232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71" name="Group 470">
            <a:extLst>
              <a:ext uri="{FF2B5EF4-FFF2-40B4-BE49-F238E27FC236}">
                <a16:creationId xmlns:a16="http://schemas.microsoft.com/office/drawing/2014/main" id="{DE035BC7-2762-3044-BE80-C91EC827E65C}"/>
              </a:ext>
            </a:extLst>
          </p:cNvPr>
          <p:cNvGrpSpPr/>
          <p:nvPr/>
        </p:nvGrpSpPr>
        <p:grpSpPr>
          <a:xfrm>
            <a:off x="9783558" y="4989983"/>
            <a:ext cx="393760" cy="218578"/>
            <a:chOff x="7493876" y="2774731"/>
            <a:chExt cx="1481958" cy="894622"/>
          </a:xfrm>
        </p:grpSpPr>
        <p:sp>
          <p:nvSpPr>
            <p:cNvPr id="472" name="Freeform 471">
              <a:extLst>
                <a:ext uri="{FF2B5EF4-FFF2-40B4-BE49-F238E27FC236}">
                  <a16:creationId xmlns:a16="http://schemas.microsoft.com/office/drawing/2014/main" id="{BEE06200-7AF9-4A43-9447-2349DCBFF94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73" name="Oval 472">
              <a:extLst>
                <a:ext uri="{FF2B5EF4-FFF2-40B4-BE49-F238E27FC236}">
                  <a16:creationId xmlns:a16="http://schemas.microsoft.com/office/drawing/2014/main" id="{3340A80C-5091-6D49-89E5-375F02E9486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B2821126-95C5-B044-AEBC-BA333FAF6B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B76A81D4-5DC8-C241-B209-B819BC6D74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6F6ED06A-086C-754C-BE82-59E2830CF0D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A32340AB-4CC3-5442-987B-A47EF2040F1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id="{AC0AB71B-FD2B-9C4A-AE22-B586FC3356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60B6F784-668B-5D4B-A622-66CCE6350B84}"/>
              </a:ext>
            </a:extLst>
          </p:cNvPr>
          <p:cNvGrpSpPr/>
          <p:nvPr/>
        </p:nvGrpSpPr>
        <p:grpSpPr>
          <a:xfrm>
            <a:off x="9849365" y="5339037"/>
            <a:ext cx="309740" cy="190838"/>
            <a:chOff x="3668110" y="2448910"/>
            <a:chExt cx="3794234" cy="2165130"/>
          </a:xfrm>
        </p:grpSpPr>
        <p:sp>
          <p:nvSpPr>
            <p:cNvPr id="521" name="Rectangle 520">
              <a:extLst>
                <a:ext uri="{FF2B5EF4-FFF2-40B4-BE49-F238E27FC236}">
                  <a16:creationId xmlns:a16="http://schemas.microsoft.com/office/drawing/2014/main" id="{275B9F34-60F1-4A43-AAD4-D58802DAAC8F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778A1510-2C69-F848-B6B3-6C73FF16369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85BFF772-B3A6-F548-BDE0-8AEB95F33FB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24" name="Freeform 523">
                <a:extLst>
                  <a:ext uri="{FF2B5EF4-FFF2-40B4-BE49-F238E27FC236}">
                    <a16:creationId xmlns:a16="http://schemas.microsoft.com/office/drawing/2014/main" id="{B37A32DB-8119-5447-A58C-87AD1FDF0EB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58EF4D92-6D83-864D-92A9-A1264053688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79E03014-7882-0546-B7FE-50715AB5359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530508B2-B7B9-B347-8151-5F7967C6BED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11A03BFE-097D-3B42-AA2B-11FFEA70FF5B}"/>
              </a:ext>
            </a:extLst>
          </p:cNvPr>
          <p:cNvGrpSpPr/>
          <p:nvPr/>
        </p:nvGrpSpPr>
        <p:grpSpPr>
          <a:xfrm>
            <a:off x="8676619" y="4967420"/>
            <a:ext cx="393760" cy="218578"/>
            <a:chOff x="7493876" y="2774731"/>
            <a:chExt cx="1481958" cy="894622"/>
          </a:xfrm>
        </p:grpSpPr>
        <p:sp>
          <p:nvSpPr>
            <p:cNvPr id="480" name="Freeform 479">
              <a:extLst>
                <a:ext uri="{FF2B5EF4-FFF2-40B4-BE49-F238E27FC236}">
                  <a16:creationId xmlns:a16="http://schemas.microsoft.com/office/drawing/2014/main" id="{89B10910-D4AF-3246-860A-25F1D908938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1" name="Oval 480">
              <a:extLst>
                <a:ext uri="{FF2B5EF4-FFF2-40B4-BE49-F238E27FC236}">
                  <a16:creationId xmlns:a16="http://schemas.microsoft.com/office/drawing/2014/main" id="{F9BAB47F-DDD3-BE44-9A9E-FC2F670519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2" name="Group 481">
              <a:extLst>
                <a:ext uri="{FF2B5EF4-FFF2-40B4-BE49-F238E27FC236}">
                  <a16:creationId xmlns:a16="http://schemas.microsoft.com/office/drawing/2014/main" id="{753018A5-48AB-6D40-BB99-E6281192F8D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BD7DB5A0-40AC-504F-93F8-89A5617E2AE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DBEBB83D-40BF-8849-BAAA-59AB22EA085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18930CC0-2525-0C49-9555-463122A4FBB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0C651989-7B8A-F043-A1B6-F47D8764FCE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29" name="Group 528">
            <a:extLst>
              <a:ext uri="{FF2B5EF4-FFF2-40B4-BE49-F238E27FC236}">
                <a16:creationId xmlns:a16="http://schemas.microsoft.com/office/drawing/2014/main" id="{DE45D3AB-47E3-364E-81D6-324D69CE101C}"/>
              </a:ext>
            </a:extLst>
          </p:cNvPr>
          <p:cNvGrpSpPr/>
          <p:nvPr/>
        </p:nvGrpSpPr>
        <p:grpSpPr>
          <a:xfrm>
            <a:off x="8311520" y="5194433"/>
            <a:ext cx="309740" cy="190838"/>
            <a:chOff x="3668110" y="2448910"/>
            <a:chExt cx="3794234" cy="2165130"/>
          </a:xfrm>
        </p:grpSpPr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72425686-3D93-0646-A923-6ADF75485CD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6ADFF160-CF04-7049-A6D4-1C789FDD39A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AFDD9D33-8D17-F840-A9A5-3807DD3BA31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33" name="Freeform 532">
                <a:extLst>
                  <a:ext uri="{FF2B5EF4-FFF2-40B4-BE49-F238E27FC236}">
                    <a16:creationId xmlns:a16="http://schemas.microsoft.com/office/drawing/2014/main" id="{3AF3452D-972F-6944-8123-ECA4288786D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BA43E42C-CD9B-1744-BEEC-9E664114AC8E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42EF7BB0-4257-F646-805E-AFBA92B62F9D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95AEC175-56C0-C14B-9DC5-693400B124AB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CBD7A282-C22D-714A-88F1-C7D4EDD107F8}"/>
              </a:ext>
            </a:extLst>
          </p:cNvPr>
          <p:cNvGrpSpPr/>
          <p:nvPr/>
        </p:nvGrpSpPr>
        <p:grpSpPr>
          <a:xfrm>
            <a:off x="8439827" y="2812309"/>
            <a:ext cx="353678" cy="168275"/>
            <a:chOff x="7493876" y="2774731"/>
            <a:chExt cx="1481958" cy="894622"/>
          </a:xfrm>
        </p:grpSpPr>
        <p:sp>
          <p:nvSpPr>
            <p:cNvPr id="408" name="Freeform 407">
              <a:extLst>
                <a:ext uri="{FF2B5EF4-FFF2-40B4-BE49-F238E27FC236}">
                  <a16:creationId xmlns:a16="http://schemas.microsoft.com/office/drawing/2014/main" id="{3C206862-9269-EE48-877D-EE261101A44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9B69A2C6-F31C-E749-B77A-1818B15E1B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10" name="Group 409">
              <a:extLst>
                <a:ext uri="{FF2B5EF4-FFF2-40B4-BE49-F238E27FC236}">
                  <a16:creationId xmlns:a16="http://schemas.microsoft.com/office/drawing/2014/main" id="{08BE9AB8-F5DA-4D4A-9621-9AB05D691F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1" name="Freeform 410">
                <a:extLst>
                  <a:ext uri="{FF2B5EF4-FFF2-40B4-BE49-F238E27FC236}">
                    <a16:creationId xmlns:a16="http://schemas.microsoft.com/office/drawing/2014/main" id="{56E730F0-5BB3-6446-9D5B-82D51B9EDA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5BA37E27-2FC6-BA43-8A97-14171CB51FD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3" name="Freeform 412">
                <a:extLst>
                  <a:ext uri="{FF2B5EF4-FFF2-40B4-BE49-F238E27FC236}">
                    <a16:creationId xmlns:a16="http://schemas.microsoft.com/office/drawing/2014/main" id="{CCB37CB3-304F-6144-85D0-8B420BDD08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4" name="Freeform 413">
                <a:extLst>
                  <a:ext uri="{FF2B5EF4-FFF2-40B4-BE49-F238E27FC236}">
                    <a16:creationId xmlns:a16="http://schemas.microsoft.com/office/drawing/2014/main" id="{BD0CA8E5-A033-834A-A402-E2EFB2FBBFC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F0DE4078-0801-A244-9A82-F7502B8B24A0}"/>
              </a:ext>
            </a:extLst>
          </p:cNvPr>
          <p:cNvGrpSpPr/>
          <p:nvPr/>
        </p:nvGrpSpPr>
        <p:grpSpPr>
          <a:xfrm>
            <a:off x="8050070" y="3965994"/>
            <a:ext cx="354986" cy="175668"/>
            <a:chOff x="7493876" y="2774731"/>
            <a:chExt cx="1481958" cy="894622"/>
          </a:xfrm>
        </p:grpSpPr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EA784F43-D793-4342-92F3-EBC3632212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17" name="Oval 416">
              <a:extLst>
                <a:ext uri="{FF2B5EF4-FFF2-40B4-BE49-F238E27FC236}">
                  <a16:creationId xmlns:a16="http://schemas.microsoft.com/office/drawing/2014/main" id="{75841943-4184-5D4E-AAD4-8FEAC9D7330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18" name="Group 417">
              <a:extLst>
                <a:ext uri="{FF2B5EF4-FFF2-40B4-BE49-F238E27FC236}">
                  <a16:creationId xmlns:a16="http://schemas.microsoft.com/office/drawing/2014/main" id="{23FBC748-DCBA-AA41-A6F7-895374D50CD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96DA1F2B-2063-8C40-BF46-086C20D317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8A1EF987-02EE-DA4D-8224-02537D5034D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1" name="Freeform 420">
                <a:extLst>
                  <a:ext uri="{FF2B5EF4-FFF2-40B4-BE49-F238E27FC236}">
                    <a16:creationId xmlns:a16="http://schemas.microsoft.com/office/drawing/2014/main" id="{1FC5854A-AF8F-6841-92AD-B18DDAF1E99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2" name="Freeform 421">
                <a:extLst>
                  <a:ext uri="{FF2B5EF4-FFF2-40B4-BE49-F238E27FC236}">
                    <a16:creationId xmlns:a16="http://schemas.microsoft.com/office/drawing/2014/main" id="{A510FA68-BEB6-B54A-A1D4-984168F8571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52B7B73B-1125-084D-8669-C68CC371DDC6}"/>
              </a:ext>
            </a:extLst>
          </p:cNvPr>
          <p:cNvGrpSpPr/>
          <p:nvPr/>
        </p:nvGrpSpPr>
        <p:grpSpPr>
          <a:xfrm>
            <a:off x="10884085" y="3601365"/>
            <a:ext cx="170989" cy="97052"/>
            <a:chOff x="7493876" y="2774731"/>
            <a:chExt cx="1481958" cy="894622"/>
          </a:xfrm>
        </p:grpSpPr>
        <p:sp>
          <p:nvSpPr>
            <p:cNvPr id="456" name="Freeform 455">
              <a:extLst>
                <a:ext uri="{FF2B5EF4-FFF2-40B4-BE49-F238E27FC236}">
                  <a16:creationId xmlns:a16="http://schemas.microsoft.com/office/drawing/2014/main" id="{3196A4F9-B139-4D4B-B210-0318216604F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7" name="Oval 456">
              <a:extLst>
                <a:ext uri="{FF2B5EF4-FFF2-40B4-BE49-F238E27FC236}">
                  <a16:creationId xmlns:a16="http://schemas.microsoft.com/office/drawing/2014/main" id="{1D1C7F3A-BE45-014B-AF9C-58CA77DA02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58" name="Group 457">
              <a:extLst>
                <a:ext uri="{FF2B5EF4-FFF2-40B4-BE49-F238E27FC236}">
                  <a16:creationId xmlns:a16="http://schemas.microsoft.com/office/drawing/2014/main" id="{83DFFE47-64E8-F54C-8ABC-E896DA957F0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2A9F0EE2-8F99-EB4D-9331-7AE3BDCBE9C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2E314A90-8DB8-2A49-8BB6-D51C2DAE9CF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7D8C0277-204E-2B4D-B954-94739B9DE7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id="{69955D3C-6D1B-EA40-8228-73DF015641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63" name="Group 462">
            <a:extLst>
              <a:ext uri="{FF2B5EF4-FFF2-40B4-BE49-F238E27FC236}">
                <a16:creationId xmlns:a16="http://schemas.microsoft.com/office/drawing/2014/main" id="{A8C4B740-B92E-8942-8EF4-347710C32F2C}"/>
              </a:ext>
            </a:extLst>
          </p:cNvPr>
          <p:cNvGrpSpPr/>
          <p:nvPr/>
        </p:nvGrpSpPr>
        <p:grpSpPr>
          <a:xfrm>
            <a:off x="9247893" y="4775686"/>
            <a:ext cx="393760" cy="218578"/>
            <a:chOff x="7493876" y="2774731"/>
            <a:chExt cx="1481958" cy="894622"/>
          </a:xfrm>
        </p:grpSpPr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71A9C1C2-E4A0-D74C-8C05-2AD307E7B3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5" name="Oval 464">
              <a:extLst>
                <a:ext uri="{FF2B5EF4-FFF2-40B4-BE49-F238E27FC236}">
                  <a16:creationId xmlns:a16="http://schemas.microsoft.com/office/drawing/2014/main" id="{0F366A03-D9E7-9F45-99D3-1CAC10EE2C7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6" name="Group 465">
              <a:extLst>
                <a:ext uri="{FF2B5EF4-FFF2-40B4-BE49-F238E27FC236}">
                  <a16:creationId xmlns:a16="http://schemas.microsoft.com/office/drawing/2014/main" id="{10CB8A50-A713-2549-9F44-B792D2C30CA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DC4E3153-8354-1145-82FC-C287EF5FE6C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99B3C81B-87BA-1A4F-BCAD-DF0EF9C582C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DEEA64E4-A29A-E742-B32E-C111E6BF42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43676372-2E7B-9445-80AD-B31686FE67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47" name="Group 446">
            <a:extLst>
              <a:ext uri="{FF2B5EF4-FFF2-40B4-BE49-F238E27FC236}">
                <a16:creationId xmlns:a16="http://schemas.microsoft.com/office/drawing/2014/main" id="{314E0C43-2359-9440-BEF9-9E1924BED605}"/>
              </a:ext>
            </a:extLst>
          </p:cNvPr>
          <p:cNvGrpSpPr/>
          <p:nvPr/>
        </p:nvGrpSpPr>
        <p:grpSpPr>
          <a:xfrm>
            <a:off x="10925982" y="4369125"/>
            <a:ext cx="228295" cy="120400"/>
            <a:chOff x="7493876" y="2774731"/>
            <a:chExt cx="1481958" cy="894622"/>
          </a:xfrm>
        </p:grpSpPr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id="{9737FFD7-2DCB-A148-A405-977351501C2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49" name="Oval 448">
              <a:extLst>
                <a:ext uri="{FF2B5EF4-FFF2-40B4-BE49-F238E27FC236}">
                  <a16:creationId xmlns:a16="http://schemas.microsoft.com/office/drawing/2014/main" id="{9739DB09-38E5-A347-93BF-13C80AD8453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50" name="Group 449">
              <a:extLst>
                <a:ext uri="{FF2B5EF4-FFF2-40B4-BE49-F238E27FC236}">
                  <a16:creationId xmlns:a16="http://schemas.microsoft.com/office/drawing/2014/main" id="{04079280-378E-384D-9681-BF41B82BF6C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914AA044-3657-1448-A5E9-2F003DC03F6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2" name="Freeform 451">
                <a:extLst>
                  <a:ext uri="{FF2B5EF4-FFF2-40B4-BE49-F238E27FC236}">
                    <a16:creationId xmlns:a16="http://schemas.microsoft.com/office/drawing/2014/main" id="{29FDF0B8-7E9A-1F4D-8C99-CE1C68A1345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3" name="Freeform 452">
                <a:extLst>
                  <a:ext uri="{FF2B5EF4-FFF2-40B4-BE49-F238E27FC236}">
                    <a16:creationId xmlns:a16="http://schemas.microsoft.com/office/drawing/2014/main" id="{49A96193-2E73-4C43-843C-2C8C4DCEE47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4" name="Freeform 453">
                <a:extLst>
                  <a:ext uri="{FF2B5EF4-FFF2-40B4-BE49-F238E27FC236}">
                    <a16:creationId xmlns:a16="http://schemas.microsoft.com/office/drawing/2014/main" id="{F5358318-953E-E249-9021-E0B5DF66E3B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85" name="Group 784">
            <a:extLst>
              <a:ext uri="{FF2B5EF4-FFF2-40B4-BE49-F238E27FC236}">
                <a16:creationId xmlns:a16="http://schemas.microsoft.com/office/drawing/2014/main" id="{91E02B81-5B35-4545-A954-B7E923AB7286}"/>
              </a:ext>
            </a:extLst>
          </p:cNvPr>
          <p:cNvGrpSpPr/>
          <p:nvPr/>
        </p:nvGrpSpPr>
        <p:grpSpPr>
          <a:xfrm>
            <a:off x="7439074" y="2356613"/>
            <a:ext cx="534987" cy="407988"/>
            <a:chOff x="7432700" y="2327293"/>
            <a:chExt cx="534987" cy="407988"/>
          </a:xfrm>
        </p:grpSpPr>
        <p:pic>
          <p:nvPicPr>
            <p:cNvPr id="73" name="Picture 1017" descr="antenna_stylized">
              <a:extLst>
                <a:ext uri="{FF2B5EF4-FFF2-40B4-BE49-F238E27FC236}">
                  <a16:creationId xmlns:a16="http://schemas.microsoft.com/office/drawing/2014/main" id="{27A537F5-5D99-BF4C-9B11-E9782673F1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1018" descr="laptop_keyboard">
              <a:extLst>
                <a:ext uri="{FF2B5EF4-FFF2-40B4-BE49-F238E27FC236}">
                  <a16:creationId xmlns:a16="http://schemas.microsoft.com/office/drawing/2014/main" id="{7087B8D0-FFCB-0746-A889-28909002C2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5" name="Freeform 1019">
              <a:extLst>
                <a:ext uri="{FF2B5EF4-FFF2-40B4-BE49-F238E27FC236}">
                  <a16:creationId xmlns:a16="http://schemas.microsoft.com/office/drawing/2014/main" id="{7C75BC30-0808-D44D-AF7A-A72B4A529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76" name="Picture 1020" descr="screen">
              <a:extLst>
                <a:ext uri="{FF2B5EF4-FFF2-40B4-BE49-F238E27FC236}">
                  <a16:creationId xmlns:a16="http://schemas.microsoft.com/office/drawing/2014/main" id="{2D732B7A-74CB-D547-ADB5-C721526D5E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" name="Freeform 1021">
              <a:extLst>
                <a:ext uri="{FF2B5EF4-FFF2-40B4-BE49-F238E27FC236}">
                  <a16:creationId xmlns:a16="http://schemas.microsoft.com/office/drawing/2014/main" id="{FBD1A429-9B8F-F940-AD09-4638CC316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" name="Freeform 1022">
              <a:extLst>
                <a:ext uri="{FF2B5EF4-FFF2-40B4-BE49-F238E27FC236}">
                  <a16:creationId xmlns:a16="http://schemas.microsoft.com/office/drawing/2014/main" id="{376C8B48-3441-F643-B92D-5DC759EDA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" name="Freeform 1023">
              <a:extLst>
                <a:ext uri="{FF2B5EF4-FFF2-40B4-BE49-F238E27FC236}">
                  <a16:creationId xmlns:a16="http://schemas.microsoft.com/office/drawing/2014/main" id="{4DFECD03-4AF0-1342-8138-6CEC8249A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" name="Freeform 1024">
              <a:extLst>
                <a:ext uri="{FF2B5EF4-FFF2-40B4-BE49-F238E27FC236}">
                  <a16:creationId xmlns:a16="http://schemas.microsoft.com/office/drawing/2014/main" id="{8AA57D4B-3E9B-994B-AF13-DB646178B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" name="Freeform 1025">
              <a:extLst>
                <a:ext uri="{FF2B5EF4-FFF2-40B4-BE49-F238E27FC236}">
                  <a16:creationId xmlns:a16="http://schemas.microsoft.com/office/drawing/2014/main" id="{59DA24E7-1981-0E44-8060-2B7CE58EB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" name="Freeform 1026">
              <a:extLst>
                <a:ext uri="{FF2B5EF4-FFF2-40B4-BE49-F238E27FC236}">
                  <a16:creationId xmlns:a16="http://schemas.microsoft.com/office/drawing/2014/main" id="{DB3D3129-2B70-5643-96C2-83638DE5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3" name="Group 1027">
              <a:extLst>
                <a:ext uri="{FF2B5EF4-FFF2-40B4-BE49-F238E27FC236}">
                  <a16:creationId xmlns:a16="http://schemas.microsoft.com/office/drawing/2014/main" id="{8C6DEC60-5C97-D546-9977-EBD182221D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69" name="Freeform 1028">
                <a:extLst>
                  <a:ext uri="{FF2B5EF4-FFF2-40B4-BE49-F238E27FC236}">
                    <a16:creationId xmlns:a16="http://schemas.microsoft.com/office/drawing/2014/main" id="{5D16627E-DE34-BC4F-9513-7A7D4707F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029">
                <a:extLst>
                  <a:ext uri="{FF2B5EF4-FFF2-40B4-BE49-F238E27FC236}">
                    <a16:creationId xmlns:a16="http://schemas.microsoft.com/office/drawing/2014/main" id="{D8D65D68-18A4-E54D-8916-1DEF36844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reeform 1030">
                <a:extLst>
                  <a:ext uri="{FF2B5EF4-FFF2-40B4-BE49-F238E27FC236}">
                    <a16:creationId xmlns:a16="http://schemas.microsoft.com/office/drawing/2014/main" id="{3C79D147-9974-F341-96E9-F9AD19F14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2" name="Freeform 1031">
                <a:extLst>
                  <a:ext uri="{FF2B5EF4-FFF2-40B4-BE49-F238E27FC236}">
                    <a16:creationId xmlns:a16="http://schemas.microsoft.com/office/drawing/2014/main" id="{5E0CE9D2-21FD-2644-9691-743CC3E13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3" name="Freeform 1032">
                <a:extLst>
                  <a:ext uri="{FF2B5EF4-FFF2-40B4-BE49-F238E27FC236}">
                    <a16:creationId xmlns:a16="http://schemas.microsoft.com/office/drawing/2014/main" id="{5691098F-1432-0D44-8573-312C3A566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Freeform 1033">
                <a:extLst>
                  <a:ext uri="{FF2B5EF4-FFF2-40B4-BE49-F238E27FC236}">
                    <a16:creationId xmlns:a16="http://schemas.microsoft.com/office/drawing/2014/main" id="{2D4A77A2-D0F1-164A-A67D-A50954386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84" name="Freeform 1034">
              <a:extLst>
                <a:ext uri="{FF2B5EF4-FFF2-40B4-BE49-F238E27FC236}">
                  <a16:creationId xmlns:a16="http://schemas.microsoft.com/office/drawing/2014/main" id="{A283BD8E-0AD2-B743-8237-483C3A6A6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" name="Freeform 1035">
              <a:extLst>
                <a:ext uri="{FF2B5EF4-FFF2-40B4-BE49-F238E27FC236}">
                  <a16:creationId xmlns:a16="http://schemas.microsoft.com/office/drawing/2014/main" id="{AA215C2D-4069-DE48-884E-A1816F7D4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" name="Freeform 1036">
              <a:extLst>
                <a:ext uri="{FF2B5EF4-FFF2-40B4-BE49-F238E27FC236}">
                  <a16:creationId xmlns:a16="http://schemas.microsoft.com/office/drawing/2014/main" id="{421821F5-5AD5-4D4E-A4F9-5D46E41A4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" name="Freeform 1037">
              <a:extLst>
                <a:ext uri="{FF2B5EF4-FFF2-40B4-BE49-F238E27FC236}">
                  <a16:creationId xmlns:a16="http://schemas.microsoft.com/office/drawing/2014/main" id="{499D2FC7-7022-A944-98B2-E74E9B2E5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" name="Freeform 1038">
              <a:extLst>
                <a:ext uri="{FF2B5EF4-FFF2-40B4-BE49-F238E27FC236}">
                  <a16:creationId xmlns:a16="http://schemas.microsoft.com/office/drawing/2014/main" id="{37918171-6E71-A846-A2B5-7C65DD745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Freeform 1039">
              <a:extLst>
                <a:ext uri="{FF2B5EF4-FFF2-40B4-BE49-F238E27FC236}">
                  <a16:creationId xmlns:a16="http://schemas.microsoft.com/office/drawing/2014/main" id="{68ECFF60-AA48-2D4C-9A67-90DB18F81D4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40" name="Group 739">
            <a:extLst>
              <a:ext uri="{FF2B5EF4-FFF2-40B4-BE49-F238E27FC236}">
                <a16:creationId xmlns:a16="http://schemas.microsoft.com/office/drawing/2014/main" id="{504BAA5F-BBD8-8242-BC48-7D0E761F340A}"/>
              </a:ext>
            </a:extLst>
          </p:cNvPr>
          <p:cNvGrpSpPr/>
          <p:nvPr/>
        </p:nvGrpSpPr>
        <p:grpSpPr>
          <a:xfrm>
            <a:off x="8637781" y="2319727"/>
            <a:ext cx="530702" cy="478009"/>
            <a:chOff x="8631407" y="2290407"/>
            <a:chExt cx="530702" cy="478009"/>
          </a:xfrm>
        </p:grpSpPr>
        <p:pic>
          <p:nvPicPr>
            <p:cNvPr id="110" name="Picture 568" descr="light2.png">
              <a:extLst>
                <a:ext uri="{FF2B5EF4-FFF2-40B4-BE49-F238E27FC236}">
                  <a16:creationId xmlns:a16="http://schemas.microsoft.com/office/drawing/2014/main" id="{D96B693D-26FC-E443-A112-C4AFFE90DC3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1017" descr="antenna_stylized">
              <a:extLst>
                <a:ext uri="{FF2B5EF4-FFF2-40B4-BE49-F238E27FC236}">
                  <a16:creationId xmlns:a16="http://schemas.microsoft.com/office/drawing/2014/main" id="{F4E4C4C0-89A6-D74D-B25C-228CE5BC1D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92" name="Group 791">
            <a:extLst>
              <a:ext uri="{FF2B5EF4-FFF2-40B4-BE49-F238E27FC236}">
                <a16:creationId xmlns:a16="http://schemas.microsoft.com/office/drawing/2014/main" id="{084B6293-559E-5D43-AF2B-4CB5E09EC6C5}"/>
              </a:ext>
            </a:extLst>
          </p:cNvPr>
          <p:cNvGrpSpPr/>
          <p:nvPr/>
        </p:nvGrpSpPr>
        <p:grpSpPr>
          <a:xfrm>
            <a:off x="7493518" y="3419140"/>
            <a:ext cx="350807" cy="305517"/>
            <a:chOff x="7487144" y="3389820"/>
            <a:chExt cx="350807" cy="305517"/>
          </a:xfrm>
        </p:grpSpPr>
        <p:pic>
          <p:nvPicPr>
            <p:cNvPr id="91" name="Picture 1115" descr="antenna_stylized">
              <a:extLst>
                <a:ext uri="{FF2B5EF4-FFF2-40B4-BE49-F238E27FC236}">
                  <a16:creationId xmlns:a16="http://schemas.microsoft.com/office/drawing/2014/main" id="{1821BC3E-6137-D844-92B9-4BA4CFF41F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87144" y="3389820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1116" descr="laptop_keyboard">
              <a:extLst>
                <a:ext uri="{FF2B5EF4-FFF2-40B4-BE49-F238E27FC236}">
                  <a16:creationId xmlns:a16="http://schemas.microsoft.com/office/drawing/2014/main" id="{7F05CE3B-E67B-1B40-9D5B-2914F0B9BF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504001" y="3575889"/>
              <a:ext cx="286699" cy="119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3" name="Freeform 1117">
              <a:extLst>
                <a:ext uri="{FF2B5EF4-FFF2-40B4-BE49-F238E27FC236}">
                  <a16:creationId xmlns:a16="http://schemas.microsoft.com/office/drawing/2014/main" id="{B52A07C5-D801-5B41-BD20-C20958925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014" y="3459979"/>
              <a:ext cx="230764" cy="155883"/>
            </a:xfrm>
            <a:custGeom>
              <a:avLst/>
              <a:gdLst>
                <a:gd name="T0" fmla="*/ 143665061 w 2982"/>
                <a:gd name="T1" fmla="*/ 0 h 2442"/>
                <a:gd name="T2" fmla="*/ 0 w 2982"/>
                <a:gd name="T3" fmla="*/ 66329557 h 2442"/>
                <a:gd name="T4" fmla="*/ 573719931 w 2982"/>
                <a:gd name="T5" fmla="*/ 82975142 h 2442"/>
                <a:gd name="T6" fmla="*/ 717384993 w 2982"/>
                <a:gd name="T7" fmla="*/ 16645585 h 2442"/>
                <a:gd name="T8" fmla="*/ 14366506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94" name="Picture 1118" descr="screen">
              <a:extLst>
                <a:ext uri="{FF2B5EF4-FFF2-40B4-BE49-F238E27FC236}">
                  <a16:creationId xmlns:a16="http://schemas.microsoft.com/office/drawing/2014/main" id="{2EA30B4E-5447-0340-8DAD-349A843F2A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0380" y="3463988"/>
              <a:ext cx="209692" cy="1418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1119">
              <a:extLst>
                <a:ext uri="{FF2B5EF4-FFF2-40B4-BE49-F238E27FC236}">
                  <a16:creationId xmlns:a16="http://schemas.microsoft.com/office/drawing/2014/main" id="{1137F6C6-A7C9-9A4D-BCE3-048DB90EF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1029" y="3455381"/>
              <a:ext cx="195517" cy="29007"/>
            </a:xfrm>
            <a:custGeom>
              <a:avLst/>
              <a:gdLst>
                <a:gd name="T0" fmla="*/ 35620212 w 2528"/>
                <a:gd name="T1" fmla="*/ 0 h 455"/>
                <a:gd name="T2" fmla="*/ 608343257 w 2528"/>
                <a:gd name="T3" fmla="*/ 16582250 h 455"/>
                <a:gd name="T4" fmla="*/ 572256449 w 2528"/>
                <a:gd name="T5" fmla="*/ 16582250 h 455"/>
                <a:gd name="T6" fmla="*/ 0 w 2528"/>
                <a:gd name="T7" fmla="*/ 16582250 h 455"/>
                <a:gd name="T8" fmla="*/ 35620212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" name="Freeform 1120">
              <a:extLst>
                <a:ext uri="{FF2B5EF4-FFF2-40B4-BE49-F238E27FC236}">
                  <a16:creationId xmlns:a16="http://schemas.microsoft.com/office/drawing/2014/main" id="{7A0060E2-767D-1545-8656-29ED1A471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6971" y="3455145"/>
              <a:ext cx="54275" cy="120745"/>
            </a:xfrm>
            <a:custGeom>
              <a:avLst/>
              <a:gdLst>
                <a:gd name="T0" fmla="*/ 142804406 w 702"/>
                <a:gd name="T1" fmla="*/ 0 h 1893"/>
                <a:gd name="T2" fmla="*/ 0 w 702"/>
                <a:gd name="T3" fmla="*/ 66174575 h 1893"/>
                <a:gd name="T4" fmla="*/ 35584530 w 702"/>
                <a:gd name="T5" fmla="*/ 66174575 h 1893"/>
                <a:gd name="T6" fmla="*/ 178855222 w 702"/>
                <a:gd name="T7" fmla="*/ 16607700 h 1893"/>
                <a:gd name="T8" fmla="*/ 142804406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" name="Freeform 1121">
              <a:extLst>
                <a:ext uri="{FF2B5EF4-FFF2-40B4-BE49-F238E27FC236}">
                  <a16:creationId xmlns:a16="http://schemas.microsoft.com/office/drawing/2014/main" id="{15790F5A-ABAC-8D49-A4F9-E2F576550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6652" y="3476723"/>
              <a:ext cx="58489" cy="139375"/>
            </a:xfrm>
            <a:custGeom>
              <a:avLst/>
              <a:gdLst>
                <a:gd name="T0" fmla="*/ 179213623 w 756"/>
                <a:gd name="T1" fmla="*/ 0 h 2184"/>
                <a:gd name="T2" fmla="*/ 35656008 w 756"/>
                <a:gd name="T3" fmla="*/ 82904513 h 2184"/>
                <a:gd name="T4" fmla="*/ 0 w 756"/>
                <a:gd name="T5" fmla="*/ 82904513 h 2184"/>
                <a:gd name="T6" fmla="*/ 143090785 w 756"/>
                <a:gd name="T7" fmla="*/ 16632211 h 2184"/>
                <a:gd name="T8" fmla="*/ 179213623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8" name="Freeform 1122">
              <a:extLst>
                <a:ext uri="{FF2B5EF4-FFF2-40B4-BE49-F238E27FC236}">
                  <a16:creationId xmlns:a16="http://schemas.microsoft.com/office/drawing/2014/main" id="{8898B7ED-5BCF-8C4E-B1AA-B82AD50FD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6332" y="3569758"/>
              <a:ext cx="214545" cy="47048"/>
            </a:xfrm>
            <a:custGeom>
              <a:avLst/>
              <a:gdLst>
                <a:gd name="T0" fmla="*/ 35658648 w 2773"/>
                <a:gd name="T1" fmla="*/ 0 h 738"/>
                <a:gd name="T2" fmla="*/ 0 w 2773"/>
                <a:gd name="T3" fmla="*/ 16581742 h 738"/>
                <a:gd name="T4" fmla="*/ 573357470 w 2773"/>
                <a:gd name="T5" fmla="*/ 33163485 h 738"/>
                <a:gd name="T6" fmla="*/ 573357470 w 2773"/>
                <a:gd name="T7" fmla="*/ 16581742 h 738"/>
                <a:gd name="T8" fmla="*/ 35658648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" name="Freeform 1123">
              <a:extLst>
                <a:ext uri="{FF2B5EF4-FFF2-40B4-BE49-F238E27FC236}">
                  <a16:creationId xmlns:a16="http://schemas.microsoft.com/office/drawing/2014/main" id="{5A7F91EF-AD6B-D64E-B73E-C762D73A7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3165" y="3477902"/>
              <a:ext cx="54786" cy="139965"/>
            </a:xfrm>
            <a:custGeom>
              <a:avLst/>
              <a:gdLst>
                <a:gd name="T0" fmla="*/ 656550006 w 637"/>
                <a:gd name="T1" fmla="*/ 0 h 1659"/>
                <a:gd name="T2" fmla="*/ 656550006 w 637"/>
                <a:gd name="T3" fmla="*/ 0 h 1659"/>
                <a:gd name="T4" fmla="*/ 54716163 w 637"/>
                <a:gd name="T5" fmla="*/ 2147483646 h 1659"/>
                <a:gd name="T6" fmla="*/ 0 w 637"/>
                <a:gd name="T7" fmla="*/ 2147483646 h 1659"/>
                <a:gd name="T8" fmla="*/ 65655000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0" name="Freeform 1124">
              <a:extLst>
                <a:ext uri="{FF2B5EF4-FFF2-40B4-BE49-F238E27FC236}">
                  <a16:creationId xmlns:a16="http://schemas.microsoft.com/office/drawing/2014/main" id="{BBB1B153-2E6F-7246-9B11-B68D01DF6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6588" y="3576007"/>
              <a:ext cx="190792" cy="46458"/>
            </a:xfrm>
            <a:custGeom>
              <a:avLst/>
              <a:gdLst>
                <a:gd name="T0" fmla="*/ 0 w 2216"/>
                <a:gd name="T1" fmla="*/ 0 h 550"/>
                <a:gd name="T2" fmla="*/ 54884212 w 2216"/>
                <a:gd name="T3" fmla="*/ 101852492 h 550"/>
                <a:gd name="T4" fmla="*/ 2147483646 w 2216"/>
                <a:gd name="T5" fmla="*/ 1017940055 h 550"/>
                <a:gd name="T6" fmla="*/ 2147483646 w 2216"/>
                <a:gd name="T7" fmla="*/ 865464562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1" name="Group 1125">
              <a:extLst>
                <a:ext uri="{FF2B5EF4-FFF2-40B4-BE49-F238E27FC236}">
                  <a16:creationId xmlns:a16="http://schemas.microsoft.com/office/drawing/2014/main" id="{57060979-075D-9D4D-B12E-DA0CCD4C6B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395" y="3625649"/>
              <a:ext cx="64747" cy="27592"/>
              <a:chOff x="1740" y="2642"/>
              <a:chExt cx="752" cy="327"/>
            </a:xfrm>
          </p:grpSpPr>
          <p:sp>
            <p:nvSpPr>
              <p:cNvPr id="140" name="Freeform 1126">
                <a:extLst>
                  <a:ext uri="{FF2B5EF4-FFF2-40B4-BE49-F238E27FC236}">
                    <a16:creationId xmlns:a16="http://schemas.microsoft.com/office/drawing/2014/main" id="{8DFFF656-1361-C546-8336-177F79E46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127">
                <a:extLst>
                  <a:ext uri="{FF2B5EF4-FFF2-40B4-BE49-F238E27FC236}">
                    <a16:creationId xmlns:a16="http://schemas.microsoft.com/office/drawing/2014/main" id="{60C6C6B3-72DE-664B-B4DE-3C04B0C5B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128">
                <a:extLst>
                  <a:ext uri="{FF2B5EF4-FFF2-40B4-BE49-F238E27FC236}">
                    <a16:creationId xmlns:a16="http://schemas.microsoft.com/office/drawing/2014/main" id="{0D48292A-917D-D046-A974-043CEE5A4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129">
                <a:extLst>
                  <a:ext uri="{FF2B5EF4-FFF2-40B4-BE49-F238E27FC236}">
                    <a16:creationId xmlns:a16="http://schemas.microsoft.com/office/drawing/2014/main" id="{DB6BAAEB-BADD-0A4F-8A9D-D72AFCA99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130">
                <a:extLst>
                  <a:ext uri="{FF2B5EF4-FFF2-40B4-BE49-F238E27FC236}">
                    <a16:creationId xmlns:a16="http://schemas.microsoft.com/office/drawing/2014/main" id="{05D5969F-F3B9-414D-975E-A6700098F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reeform 1131">
                <a:extLst>
                  <a:ext uri="{FF2B5EF4-FFF2-40B4-BE49-F238E27FC236}">
                    <a16:creationId xmlns:a16="http://schemas.microsoft.com/office/drawing/2014/main" id="{41BB174D-6019-384D-A5AC-1B4D92D93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02" name="Freeform 1132">
              <a:extLst>
                <a:ext uri="{FF2B5EF4-FFF2-40B4-BE49-F238E27FC236}">
                  <a16:creationId xmlns:a16="http://schemas.microsoft.com/office/drawing/2014/main" id="{F8739864-4836-E447-8FC8-5886923FF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4243" y="3629776"/>
              <a:ext cx="78411" cy="60608"/>
            </a:xfrm>
            <a:custGeom>
              <a:avLst/>
              <a:gdLst>
                <a:gd name="T0" fmla="*/ 39250883 w 990"/>
                <a:gd name="T1" fmla="*/ 342828616 h 792"/>
                <a:gd name="T2" fmla="*/ 354255671 w 990"/>
                <a:gd name="T3" fmla="*/ 0 h 792"/>
                <a:gd name="T4" fmla="*/ 354255671 w 990"/>
                <a:gd name="T5" fmla="*/ 34504242 h 792"/>
                <a:gd name="T6" fmla="*/ 0 w 990"/>
                <a:gd name="T7" fmla="*/ 342828616 h 792"/>
                <a:gd name="T8" fmla="*/ 39250883 w 990"/>
                <a:gd name="T9" fmla="*/ 342828616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3" name="Freeform 1133">
              <a:extLst>
                <a:ext uri="{FF2B5EF4-FFF2-40B4-BE49-F238E27FC236}">
                  <a16:creationId xmlns:a16="http://schemas.microsoft.com/office/drawing/2014/main" id="{C59CADF3-CD09-FB48-A672-C2C50B66C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4129" y="3634611"/>
              <a:ext cx="200625" cy="55302"/>
            </a:xfrm>
            <a:custGeom>
              <a:avLst/>
              <a:gdLst>
                <a:gd name="T0" fmla="*/ 39302216 w 2532"/>
                <a:gd name="T1" fmla="*/ 0 h 723"/>
                <a:gd name="T2" fmla="*/ 39302216 w 2532"/>
                <a:gd name="T3" fmla="*/ 0 h 723"/>
                <a:gd name="T4" fmla="*/ 867084690 w 2532"/>
                <a:gd name="T5" fmla="*/ 307891170 h 723"/>
                <a:gd name="T6" fmla="*/ 867084690 w 2532"/>
                <a:gd name="T7" fmla="*/ 342351506 h 723"/>
                <a:gd name="T8" fmla="*/ 0 w 2532"/>
                <a:gd name="T9" fmla="*/ 34009889 h 723"/>
                <a:gd name="T10" fmla="*/ 3930221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4" name="Freeform 1134">
              <a:extLst>
                <a:ext uri="{FF2B5EF4-FFF2-40B4-BE49-F238E27FC236}">
                  <a16:creationId xmlns:a16="http://schemas.microsoft.com/office/drawing/2014/main" id="{628AB6FD-35F6-0345-BD13-22EAAF9EC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4257" y="3624470"/>
              <a:ext cx="2171" cy="11202"/>
            </a:xfrm>
            <a:custGeom>
              <a:avLst/>
              <a:gdLst>
                <a:gd name="T0" fmla="*/ 48903362 w 26"/>
                <a:gd name="T1" fmla="*/ 33634500 h 147"/>
                <a:gd name="T2" fmla="*/ 48903362 w 26"/>
                <a:gd name="T3" fmla="*/ 67263209 h 147"/>
                <a:gd name="T4" fmla="*/ 0 w 26"/>
                <a:gd name="T5" fmla="*/ 67263209 h 147"/>
                <a:gd name="T6" fmla="*/ 48903362 w 26"/>
                <a:gd name="T7" fmla="*/ 0 h 147"/>
                <a:gd name="T8" fmla="*/ 48903362 w 26"/>
                <a:gd name="T9" fmla="*/ 3363450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" name="Freeform 1135">
              <a:extLst>
                <a:ext uri="{FF2B5EF4-FFF2-40B4-BE49-F238E27FC236}">
                  <a16:creationId xmlns:a16="http://schemas.microsoft.com/office/drawing/2014/main" id="{76529D44-B4FD-DE4D-812E-E461A0FCC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4384" y="3578837"/>
              <a:ext cx="93225" cy="46340"/>
            </a:xfrm>
            <a:custGeom>
              <a:avLst/>
              <a:gdLst>
                <a:gd name="T0" fmla="*/ 395043791 w 1176"/>
                <a:gd name="T1" fmla="*/ 0 h 606"/>
                <a:gd name="T2" fmla="*/ 0 w 1176"/>
                <a:gd name="T3" fmla="*/ 273654982 h 606"/>
                <a:gd name="T4" fmla="*/ 39357994 w 1176"/>
                <a:gd name="T5" fmla="*/ 273654982 h 606"/>
                <a:gd name="T6" fmla="*/ 395043791 w 1176"/>
                <a:gd name="T7" fmla="*/ 33985420 h 606"/>
                <a:gd name="T8" fmla="*/ 39504379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" name="Freeform 1136">
              <a:extLst>
                <a:ext uri="{FF2B5EF4-FFF2-40B4-BE49-F238E27FC236}">
                  <a16:creationId xmlns:a16="http://schemas.microsoft.com/office/drawing/2014/main" id="{44CD9A89-0E3B-2C40-8436-71B7526BA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642" y="3626829"/>
              <a:ext cx="190281" cy="53180"/>
            </a:xfrm>
            <a:custGeom>
              <a:avLst/>
              <a:gdLst>
                <a:gd name="T0" fmla="*/ 31829833 w 2532"/>
                <a:gd name="T1" fmla="*/ 0 h 723"/>
                <a:gd name="T2" fmla="*/ 31829833 w 2532"/>
                <a:gd name="T3" fmla="*/ 0 h 723"/>
                <a:gd name="T4" fmla="*/ 382827787 w 2532"/>
                <a:gd name="T5" fmla="*/ 175498781 h 723"/>
                <a:gd name="T6" fmla="*/ 382827787 w 2532"/>
                <a:gd name="T7" fmla="*/ 175498781 h 723"/>
                <a:gd name="T8" fmla="*/ 0 w 2532"/>
                <a:gd name="T9" fmla="*/ 29448186 h 723"/>
                <a:gd name="T10" fmla="*/ 31829833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" name="Freeform 1137">
              <a:extLst>
                <a:ext uri="{FF2B5EF4-FFF2-40B4-BE49-F238E27FC236}">
                  <a16:creationId xmlns:a16="http://schemas.microsoft.com/office/drawing/2014/main" id="{92BF681C-02FC-8F49-A2CD-8F3446ECE5D3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00668" y="3623055"/>
              <a:ext cx="77645" cy="5506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02641137 h 723"/>
                <a:gd name="T6" fmla="*/ 0 w 2532"/>
                <a:gd name="T7" fmla="*/ 302641137 h 723"/>
                <a:gd name="T8" fmla="*/ 0 w 2532"/>
                <a:gd name="T9" fmla="*/ 33575256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14715B6C-9A50-FE4B-A8D2-1E669BF891E3}"/>
              </a:ext>
            </a:extLst>
          </p:cNvPr>
          <p:cNvGrpSpPr/>
          <p:nvPr/>
        </p:nvGrpSpPr>
        <p:grpSpPr>
          <a:xfrm>
            <a:off x="7803435" y="3325424"/>
            <a:ext cx="347997" cy="396620"/>
            <a:chOff x="7797061" y="3296104"/>
            <a:chExt cx="347997" cy="396620"/>
          </a:xfrm>
        </p:grpSpPr>
        <p:pic>
          <p:nvPicPr>
            <p:cNvPr id="113" name="Picture 571" descr="fridge2.png">
              <a:extLst>
                <a:ext uri="{FF2B5EF4-FFF2-40B4-BE49-F238E27FC236}">
                  <a16:creationId xmlns:a16="http://schemas.microsoft.com/office/drawing/2014/main" id="{29DD0F98-F93B-0145-A925-F4125ED490DD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896825" y="335569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4" name="Picture 1115" descr="antenna_stylized">
              <a:extLst>
                <a:ext uri="{FF2B5EF4-FFF2-40B4-BE49-F238E27FC236}">
                  <a16:creationId xmlns:a16="http://schemas.microsoft.com/office/drawing/2014/main" id="{C1A64F68-4D16-AE4F-AB60-09D2C0CF0E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97061" y="329610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64947" y="3428485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534746" y="5795138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5" name="Freeform 984">
            <a:extLst>
              <a:ext uri="{FF2B5EF4-FFF2-40B4-BE49-F238E27FC236}">
                <a16:creationId xmlns:a16="http://schemas.microsoft.com/office/drawing/2014/main" id="{69921432-2526-D74B-B1B3-EF4990D573EA}"/>
              </a:ext>
            </a:extLst>
          </p:cNvPr>
          <p:cNvSpPr>
            <a:spLocks/>
          </p:cNvSpPr>
          <p:nvPr/>
        </p:nvSpPr>
        <p:spPr bwMode="auto">
          <a:xfrm>
            <a:off x="10153593" y="5636971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7" name="Freeform 986">
            <a:extLst>
              <a:ext uri="{FF2B5EF4-FFF2-40B4-BE49-F238E27FC236}">
                <a16:creationId xmlns:a16="http://schemas.microsoft.com/office/drawing/2014/main" id="{210AB56E-8E3A-464C-BA90-E5EE13DE14AA}"/>
              </a:ext>
            </a:extLst>
          </p:cNvPr>
          <p:cNvSpPr>
            <a:spLocks/>
          </p:cNvSpPr>
          <p:nvPr/>
        </p:nvSpPr>
        <p:spPr bwMode="auto">
          <a:xfrm>
            <a:off x="10159970" y="5656923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8" name="Freeform 987">
            <a:extLst>
              <a:ext uri="{FF2B5EF4-FFF2-40B4-BE49-F238E27FC236}">
                <a16:creationId xmlns:a16="http://schemas.microsoft.com/office/drawing/2014/main" id="{4B6304D8-37E4-9743-9663-D2140A3373CD}"/>
              </a:ext>
            </a:extLst>
          </p:cNvPr>
          <p:cNvSpPr>
            <a:spLocks/>
          </p:cNvSpPr>
          <p:nvPr/>
        </p:nvSpPr>
        <p:spPr bwMode="auto">
          <a:xfrm>
            <a:off x="10155518" y="5812753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9" name="Rectangle 988">
            <a:extLst>
              <a:ext uri="{FF2B5EF4-FFF2-40B4-BE49-F238E27FC236}">
                <a16:creationId xmlns:a16="http://schemas.microsoft.com/office/drawing/2014/main" id="{01DA0D94-4858-4748-835A-0A295C76DA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674399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80" name="Group 989">
            <a:extLst>
              <a:ext uri="{FF2B5EF4-FFF2-40B4-BE49-F238E27FC236}">
                <a16:creationId xmlns:a16="http://schemas.microsoft.com/office/drawing/2014/main" id="{653C7E87-1F7F-B94B-970F-8043BE6AD494}"/>
              </a:ext>
            </a:extLst>
          </p:cNvPr>
          <p:cNvGrpSpPr>
            <a:grpSpLocks/>
          </p:cNvGrpSpPr>
          <p:nvPr/>
        </p:nvGrpSpPr>
        <p:grpSpPr bwMode="auto">
          <a:xfrm>
            <a:off x="10091149" y="5671195"/>
            <a:ext cx="69903" cy="21117"/>
            <a:chOff x="614" y="2568"/>
            <a:chExt cx="725" cy="139"/>
          </a:xfrm>
        </p:grpSpPr>
        <p:sp>
          <p:nvSpPr>
            <p:cNvPr id="205" name="AutoShape 990">
              <a:extLst>
                <a:ext uri="{FF2B5EF4-FFF2-40B4-BE49-F238E27FC236}">
                  <a16:creationId xmlns:a16="http://schemas.microsoft.com/office/drawing/2014/main" id="{9E8BF054-B12E-C746-9DCC-FFC0FBE11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6" name="AutoShape 991">
              <a:extLst>
                <a:ext uri="{FF2B5EF4-FFF2-40B4-BE49-F238E27FC236}">
                  <a16:creationId xmlns:a16="http://schemas.microsoft.com/office/drawing/2014/main" id="{60A26098-3AC3-5F48-AF12-0376133BA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81" name="Rectangle 992">
            <a:extLst>
              <a:ext uri="{FF2B5EF4-FFF2-40B4-BE49-F238E27FC236}">
                <a16:creationId xmlns:a16="http://schemas.microsoft.com/office/drawing/2014/main" id="{AB0AE9A0-AEC6-B542-BAA1-AD6A9E2574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22750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82" name="Group 993">
            <a:extLst>
              <a:ext uri="{FF2B5EF4-FFF2-40B4-BE49-F238E27FC236}">
                <a16:creationId xmlns:a16="http://schemas.microsoft.com/office/drawing/2014/main" id="{2E23BBDE-93A3-014A-8AD9-509F2B133316}"/>
              </a:ext>
            </a:extLst>
          </p:cNvPr>
          <p:cNvGrpSpPr>
            <a:grpSpLocks/>
          </p:cNvGrpSpPr>
          <p:nvPr/>
        </p:nvGrpSpPr>
        <p:grpSpPr bwMode="auto">
          <a:xfrm>
            <a:off x="10090909" y="5718672"/>
            <a:ext cx="69903" cy="19515"/>
            <a:chOff x="614" y="2568"/>
            <a:chExt cx="725" cy="139"/>
          </a:xfrm>
        </p:grpSpPr>
        <p:sp>
          <p:nvSpPr>
            <p:cNvPr id="203" name="AutoShape 994">
              <a:extLst>
                <a:ext uri="{FF2B5EF4-FFF2-40B4-BE49-F238E27FC236}">
                  <a16:creationId xmlns:a16="http://schemas.microsoft.com/office/drawing/2014/main" id="{CF10A6D2-6E36-BA46-8AB3-2A153E9EC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4" name="AutoShape 995">
              <a:extLst>
                <a:ext uri="{FF2B5EF4-FFF2-40B4-BE49-F238E27FC236}">
                  <a16:creationId xmlns:a16="http://schemas.microsoft.com/office/drawing/2014/main" id="{964D14B2-2639-5A46-B2D5-48A8B0C31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83" name="Rectangle 996">
            <a:extLst>
              <a:ext uri="{FF2B5EF4-FFF2-40B4-BE49-F238E27FC236}">
                <a16:creationId xmlns:a16="http://schemas.microsoft.com/office/drawing/2014/main" id="{426E7337-36DD-B64A-88F7-00D5A742F9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71101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84" name="Rectangle 997">
            <a:extLst>
              <a:ext uri="{FF2B5EF4-FFF2-40B4-BE49-F238E27FC236}">
                <a16:creationId xmlns:a16="http://schemas.microsoft.com/office/drawing/2014/main" id="{BE4D7353-7D2D-9F42-8A6A-65BAA6259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8705" y="5814938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85" name="Group 998">
            <a:extLst>
              <a:ext uri="{FF2B5EF4-FFF2-40B4-BE49-F238E27FC236}">
                <a16:creationId xmlns:a16="http://schemas.microsoft.com/office/drawing/2014/main" id="{10644FFB-BF70-614B-94F5-58CB99D12E0E}"/>
              </a:ext>
            </a:extLst>
          </p:cNvPr>
          <p:cNvGrpSpPr>
            <a:grpSpLocks/>
          </p:cNvGrpSpPr>
          <p:nvPr/>
        </p:nvGrpSpPr>
        <p:grpSpPr bwMode="auto">
          <a:xfrm>
            <a:off x="10089465" y="5810860"/>
            <a:ext cx="70024" cy="21991"/>
            <a:chOff x="614" y="2568"/>
            <a:chExt cx="725" cy="139"/>
          </a:xfrm>
        </p:grpSpPr>
        <p:sp>
          <p:nvSpPr>
            <p:cNvPr id="201" name="AutoShape 999">
              <a:extLst>
                <a:ext uri="{FF2B5EF4-FFF2-40B4-BE49-F238E27FC236}">
                  <a16:creationId xmlns:a16="http://schemas.microsoft.com/office/drawing/2014/main" id="{2EEDFBCE-8402-0442-A96B-A6412C51C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2" name="AutoShape 1000">
              <a:extLst>
                <a:ext uri="{FF2B5EF4-FFF2-40B4-BE49-F238E27FC236}">
                  <a16:creationId xmlns:a16="http://schemas.microsoft.com/office/drawing/2014/main" id="{5BBF678C-8365-374C-8592-2F4010918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86" name="Freeform 1001">
            <a:extLst>
              <a:ext uri="{FF2B5EF4-FFF2-40B4-BE49-F238E27FC236}">
                <a16:creationId xmlns:a16="http://schemas.microsoft.com/office/drawing/2014/main" id="{43320BBC-6D3F-CE4C-AE57-EE45F3319F3F}"/>
              </a:ext>
            </a:extLst>
          </p:cNvPr>
          <p:cNvSpPr>
            <a:spLocks/>
          </p:cNvSpPr>
          <p:nvPr/>
        </p:nvSpPr>
        <p:spPr bwMode="auto">
          <a:xfrm>
            <a:off x="10156000" y="5771101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7" name="Group 1002">
            <a:extLst>
              <a:ext uri="{FF2B5EF4-FFF2-40B4-BE49-F238E27FC236}">
                <a16:creationId xmlns:a16="http://schemas.microsoft.com/office/drawing/2014/main" id="{4ED748C4-471F-B74E-9328-2437DB94B8F7}"/>
              </a:ext>
            </a:extLst>
          </p:cNvPr>
          <p:cNvGrpSpPr>
            <a:grpSpLocks/>
          </p:cNvGrpSpPr>
          <p:nvPr/>
        </p:nvGrpSpPr>
        <p:grpSpPr bwMode="auto">
          <a:xfrm>
            <a:off x="10089946" y="5767169"/>
            <a:ext cx="70024" cy="20243"/>
            <a:chOff x="614" y="2568"/>
            <a:chExt cx="725" cy="139"/>
          </a:xfrm>
        </p:grpSpPr>
        <p:sp>
          <p:nvSpPr>
            <p:cNvPr id="199" name="AutoShape 1003">
              <a:extLst>
                <a:ext uri="{FF2B5EF4-FFF2-40B4-BE49-F238E27FC236}">
                  <a16:creationId xmlns:a16="http://schemas.microsoft.com/office/drawing/2014/main" id="{DE163CA4-FABE-9B4C-973B-7160FB0CA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0" name="AutoShape 1004">
              <a:extLst>
                <a:ext uri="{FF2B5EF4-FFF2-40B4-BE49-F238E27FC236}">
                  <a16:creationId xmlns:a16="http://schemas.microsoft.com/office/drawing/2014/main" id="{D50A283A-2FFB-A24F-A406-2910EEA8C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88" name="Rectangle 1005">
            <a:extLst>
              <a:ext uri="{FF2B5EF4-FFF2-40B4-BE49-F238E27FC236}">
                <a16:creationId xmlns:a16="http://schemas.microsoft.com/office/drawing/2014/main" id="{42659E43-E287-8942-BD23-94141CB4B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0946" y="5636388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89" name="Freeform 1006">
            <a:extLst>
              <a:ext uri="{FF2B5EF4-FFF2-40B4-BE49-F238E27FC236}">
                <a16:creationId xmlns:a16="http://schemas.microsoft.com/office/drawing/2014/main" id="{48DEF8E3-26E3-0E48-88EA-BAB435AE5150}"/>
              </a:ext>
            </a:extLst>
          </p:cNvPr>
          <p:cNvSpPr>
            <a:spLocks/>
          </p:cNvSpPr>
          <p:nvPr/>
        </p:nvSpPr>
        <p:spPr bwMode="auto">
          <a:xfrm>
            <a:off x="10158887" y="5720566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0" name="Freeform 1007">
            <a:extLst>
              <a:ext uri="{FF2B5EF4-FFF2-40B4-BE49-F238E27FC236}">
                <a16:creationId xmlns:a16="http://schemas.microsoft.com/office/drawing/2014/main" id="{7869EB64-11F6-624E-9B28-6986DD9D076F}"/>
              </a:ext>
            </a:extLst>
          </p:cNvPr>
          <p:cNvSpPr>
            <a:spLocks/>
          </p:cNvSpPr>
          <p:nvPr/>
        </p:nvSpPr>
        <p:spPr bwMode="auto">
          <a:xfrm>
            <a:off x="10159248" y="5672943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1" name="Oval 1008">
            <a:extLst>
              <a:ext uri="{FF2B5EF4-FFF2-40B4-BE49-F238E27FC236}">
                <a16:creationId xmlns:a16="http://schemas.microsoft.com/office/drawing/2014/main" id="{322E0F0C-40A1-7E43-B9BC-A271C6411E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83311" y="5954166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2" name="Freeform 1009">
            <a:extLst>
              <a:ext uri="{FF2B5EF4-FFF2-40B4-BE49-F238E27FC236}">
                <a16:creationId xmlns:a16="http://schemas.microsoft.com/office/drawing/2014/main" id="{2C34A91D-8DF1-DE40-8F88-B7AB2BE630CE}"/>
              </a:ext>
            </a:extLst>
          </p:cNvPr>
          <p:cNvSpPr>
            <a:spLocks/>
          </p:cNvSpPr>
          <p:nvPr/>
        </p:nvSpPr>
        <p:spPr bwMode="auto">
          <a:xfrm>
            <a:off x="10157684" y="5954603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3" name="AutoShape 1010">
            <a:extLst>
              <a:ext uri="{FF2B5EF4-FFF2-40B4-BE49-F238E27FC236}">
                <a16:creationId xmlns:a16="http://schemas.microsoft.com/office/drawing/2014/main" id="{C10585A3-5046-F44C-A720-1B5360D1A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7877" y="5963487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4" name="AutoShape 1011">
            <a:extLst>
              <a:ext uri="{FF2B5EF4-FFF2-40B4-BE49-F238E27FC236}">
                <a16:creationId xmlns:a16="http://schemas.microsoft.com/office/drawing/2014/main" id="{0F1CC371-A8A5-1146-9D54-06BA5783B2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969166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5" name="Oval 1012">
            <a:extLst>
              <a:ext uri="{FF2B5EF4-FFF2-40B4-BE49-F238E27FC236}">
                <a16:creationId xmlns:a16="http://schemas.microsoft.com/office/drawing/2014/main" id="{165ACFDB-EB0A-EF4A-A53B-E952BF38B2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8210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6" name="Oval 1013">
            <a:extLst>
              <a:ext uri="{FF2B5EF4-FFF2-40B4-BE49-F238E27FC236}">
                <a16:creationId xmlns:a16="http://schemas.microsoft.com/office/drawing/2014/main" id="{8E1C86F1-E8A5-AB43-9FBE-05329F11F8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59867" y="5920815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7" name="Oval 1014">
            <a:extLst>
              <a:ext uri="{FF2B5EF4-FFF2-40B4-BE49-F238E27FC236}">
                <a16:creationId xmlns:a16="http://schemas.microsoft.com/office/drawing/2014/main" id="{0C189499-8A09-3E4B-B216-1DBC5D3CDC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201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8" name="Rectangle 1015">
            <a:extLst>
              <a:ext uri="{FF2B5EF4-FFF2-40B4-BE49-F238E27FC236}">
                <a16:creationId xmlns:a16="http://schemas.microsoft.com/office/drawing/2014/main" id="{F801E0C5-03DC-4947-89BB-24F841D73C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29410" y="5841444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Peer-peer </a:t>
            </a:r>
            <a:r>
              <a:rPr lang="en-US" altLang="en-US" dirty="0">
                <a:ea typeface="ＭＳ Ｐゴシック" panose="020B0600070205080204" pitchFamily="34" charset="-128"/>
              </a:rPr>
              <a:t>a</a:t>
            </a:r>
            <a:r>
              <a:rPr lang="en-US" altLang="en-US" sz="4400" dirty="0">
                <a:ea typeface="ＭＳ Ｐゴシック" panose="020B0600070205080204" pitchFamily="34" charset="-128"/>
              </a:rPr>
              <a:t>rchitecture</a:t>
            </a:r>
            <a:endParaRPr lang="en-US" sz="4400" dirty="0"/>
          </a:p>
        </p:txBody>
      </p:sp>
      <p:sp>
        <p:nvSpPr>
          <p:cNvPr id="656" name="Content Placeholder 3">
            <a:extLst>
              <a:ext uri="{FF2B5EF4-FFF2-40B4-BE49-F238E27FC236}">
                <a16:creationId xmlns:a16="http://schemas.microsoft.com/office/drawing/2014/main" id="{97C6B0DF-3B81-1046-A02E-98C8247EB000}"/>
              </a:ext>
            </a:extLst>
          </p:cNvPr>
          <p:cNvSpPr txBox="1">
            <a:spLocks/>
          </p:cNvSpPr>
          <p:nvPr/>
        </p:nvSpPr>
        <p:spPr>
          <a:xfrm>
            <a:off x="889178" y="1260346"/>
            <a:ext cx="5968498" cy="497469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always-on server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arbitrary end systems directly communicate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peers request service from other peers, provide service in return to other peers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self scalability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– new peers bring new service capacity, as well as new service demands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peers are intermittently connected and change IP addresses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complex management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example: P2P file sharing</a:t>
            </a:r>
          </a:p>
        </p:txBody>
      </p:sp>
      <p:grpSp>
        <p:nvGrpSpPr>
          <p:cNvPr id="661" name="Group 950">
            <a:extLst>
              <a:ext uri="{FF2B5EF4-FFF2-40B4-BE49-F238E27FC236}">
                <a16:creationId xmlns:a16="http://schemas.microsoft.com/office/drawing/2014/main" id="{221CDB90-F15F-3B40-BE7C-5642BDA8CF7F}"/>
              </a:ext>
            </a:extLst>
          </p:cNvPr>
          <p:cNvGrpSpPr>
            <a:grpSpLocks/>
          </p:cNvGrpSpPr>
          <p:nvPr/>
        </p:nvGrpSpPr>
        <p:grpSpPr bwMode="auto">
          <a:xfrm>
            <a:off x="10002508" y="5616400"/>
            <a:ext cx="214974" cy="403920"/>
            <a:chOff x="4140" y="429"/>
            <a:chExt cx="1425" cy="2396"/>
          </a:xfrm>
        </p:grpSpPr>
        <p:sp>
          <p:nvSpPr>
            <p:cNvPr id="662" name="Freeform 951">
              <a:extLst>
                <a:ext uri="{FF2B5EF4-FFF2-40B4-BE49-F238E27FC236}">
                  <a16:creationId xmlns:a16="http://schemas.microsoft.com/office/drawing/2014/main" id="{3F5BE32F-BF2D-5D43-A3F8-8015366B9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Rectangle 952">
              <a:extLst>
                <a:ext uri="{FF2B5EF4-FFF2-40B4-BE49-F238E27FC236}">
                  <a16:creationId xmlns:a16="http://schemas.microsoft.com/office/drawing/2014/main" id="{74DD6C49-0B6B-3445-ABF4-46D45AE69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64" name="Freeform 953">
              <a:extLst>
                <a:ext uri="{FF2B5EF4-FFF2-40B4-BE49-F238E27FC236}">
                  <a16:creationId xmlns:a16="http://schemas.microsoft.com/office/drawing/2014/main" id="{20913D95-E88A-A848-9963-B3BA4505F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954">
              <a:extLst>
                <a:ext uri="{FF2B5EF4-FFF2-40B4-BE49-F238E27FC236}">
                  <a16:creationId xmlns:a16="http://schemas.microsoft.com/office/drawing/2014/main" id="{0DE93F6C-FE6F-AA44-96FD-B6D85A46D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6" name="Rectangle 955">
              <a:extLst>
                <a:ext uri="{FF2B5EF4-FFF2-40B4-BE49-F238E27FC236}">
                  <a16:creationId xmlns:a16="http://schemas.microsoft.com/office/drawing/2014/main" id="{529745F5-82EA-8148-9AA1-BA608BD7B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7" name="Group 956">
              <a:extLst>
                <a:ext uri="{FF2B5EF4-FFF2-40B4-BE49-F238E27FC236}">
                  <a16:creationId xmlns:a16="http://schemas.microsoft.com/office/drawing/2014/main" id="{B8FB9448-22B7-FE4A-8748-ABEF4BEADF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92" name="AutoShape 957">
                <a:extLst>
                  <a:ext uri="{FF2B5EF4-FFF2-40B4-BE49-F238E27FC236}">
                    <a16:creationId xmlns:a16="http://schemas.microsoft.com/office/drawing/2014/main" id="{EADB5D3D-04E2-EF48-B58E-48F7BABA0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93" name="AutoShape 958">
                <a:extLst>
                  <a:ext uri="{FF2B5EF4-FFF2-40B4-BE49-F238E27FC236}">
                    <a16:creationId xmlns:a16="http://schemas.microsoft.com/office/drawing/2014/main" id="{F98E41BE-EA39-754F-82C7-36D93FBD7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8" name="Rectangle 959">
              <a:extLst>
                <a:ext uri="{FF2B5EF4-FFF2-40B4-BE49-F238E27FC236}">
                  <a16:creationId xmlns:a16="http://schemas.microsoft.com/office/drawing/2014/main" id="{327755D1-B209-404D-9363-9EDC28F7F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9" name="Group 960">
              <a:extLst>
                <a:ext uri="{FF2B5EF4-FFF2-40B4-BE49-F238E27FC236}">
                  <a16:creationId xmlns:a16="http://schemas.microsoft.com/office/drawing/2014/main" id="{26E2E8A6-CFB6-044F-85B5-1DAAEA7FA1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90" name="AutoShape 961">
                <a:extLst>
                  <a:ext uri="{FF2B5EF4-FFF2-40B4-BE49-F238E27FC236}">
                    <a16:creationId xmlns:a16="http://schemas.microsoft.com/office/drawing/2014/main" id="{17D69473-78FB-C74F-B4D2-8D565D3F9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91" name="AutoShape 962">
                <a:extLst>
                  <a:ext uri="{FF2B5EF4-FFF2-40B4-BE49-F238E27FC236}">
                    <a16:creationId xmlns:a16="http://schemas.microsoft.com/office/drawing/2014/main" id="{17A1D2AB-658B-704B-AE35-B18C119E5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70" name="Rectangle 963">
              <a:extLst>
                <a:ext uri="{FF2B5EF4-FFF2-40B4-BE49-F238E27FC236}">
                  <a16:creationId xmlns:a16="http://schemas.microsoft.com/office/drawing/2014/main" id="{F2475D91-5410-684E-A143-AE723E908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1" name="Rectangle 964">
              <a:extLst>
                <a:ext uri="{FF2B5EF4-FFF2-40B4-BE49-F238E27FC236}">
                  <a16:creationId xmlns:a16="http://schemas.microsoft.com/office/drawing/2014/main" id="{88C09684-E90D-B34B-AA01-5F070FE81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72" name="Group 965">
              <a:extLst>
                <a:ext uri="{FF2B5EF4-FFF2-40B4-BE49-F238E27FC236}">
                  <a16:creationId xmlns:a16="http://schemas.microsoft.com/office/drawing/2014/main" id="{8ACC4595-9F78-AF46-887A-914807075E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88" name="AutoShape 966">
                <a:extLst>
                  <a:ext uri="{FF2B5EF4-FFF2-40B4-BE49-F238E27FC236}">
                    <a16:creationId xmlns:a16="http://schemas.microsoft.com/office/drawing/2014/main" id="{0A202C7C-1909-AC47-A2CA-695CE34F5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9" name="AutoShape 967">
                <a:extLst>
                  <a:ext uri="{FF2B5EF4-FFF2-40B4-BE49-F238E27FC236}">
                    <a16:creationId xmlns:a16="http://schemas.microsoft.com/office/drawing/2014/main" id="{E346AA42-C439-DA48-84D9-5D4DD0ABF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73" name="Freeform 968">
              <a:extLst>
                <a:ext uri="{FF2B5EF4-FFF2-40B4-BE49-F238E27FC236}">
                  <a16:creationId xmlns:a16="http://schemas.microsoft.com/office/drawing/2014/main" id="{5FD4884A-2CB1-894E-8CB9-2067C75F0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74" name="Group 969">
              <a:extLst>
                <a:ext uri="{FF2B5EF4-FFF2-40B4-BE49-F238E27FC236}">
                  <a16:creationId xmlns:a16="http://schemas.microsoft.com/office/drawing/2014/main" id="{B2CB40CE-804C-0948-841C-9A509EE86B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6" name="AutoShape 970">
                <a:extLst>
                  <a:ext uri="{FF2B5EF4-FFF2-40B4-BE49-F238E27FC236}">
                    <a16:creationId xmlns:a16="http://schemas.microsoft.com/office/drawing/2014/main" id="{58614F2D-DA1A-F842-A886-A2F0D8C2B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7" name="AutoShape 971">
                <a:extLst>
                  <a:ext uri="{FF2B5EF4-FFF2-40B4-BE49-F238E27FC236}">
                    <a16:creationId xmlns:a16="http://schemas.microsoft.com/office/drawing/2014/main" id="{8B641E3D-5D3B-2B4B-B634-292AB1DA6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75" name="Rectangle 972">
              <a:extLst>
                <a:ext uri="{FF2B5EF4-FFF2-40B4-BE49-F238E27FC236}">
                  <a16:creationId xmlns:a16="http://schemas.microsoft.com/office/drawing/2014/main" id="{34776F72-1048-254B-9F43-F004B26E0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6" name="Freeform 973">
              <a:extLst>
                <a:ext uri="{FF2B5EF4-FFF2-40B4-BE49-F238E27FC236}">
                  <a16:creationId xmlns:a16="http://schemas.microsoft.com/office/drawing/2014/main" id="{A2E37FDF-DD02-AA46-A996-DF9614588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7" name="Freeform 974">
              <a:extLst>
                <a:ext uri="{FF2B5EF4-FFF2-40B4-BE49-F238E27FC236}">
                  <a16:creationId xmlns:a16="http://schemas.microsoft.com/office/drawing/2014/main" id="{5E599968-E309-0C41-A6E5-1A2E8D0D7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8" name="Oval 975">
              <a:extLst>
                <a:ext uri="{FF2B5EF4-FFF2-40B4-BE49-F238E27FC236}">
                  <a16:creationId xmlns:a16="http://schemas.microsoft.com/office/drawing/2014/main" id="{8B76954B-B2F9-7644-B168-314EF4AAF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9" name="Freeform 976">
              <a:extLst>
                <a:ext uri="{FF2B5EF4-FFF2-40B4-BE49-F238E27FC236}">
                  <a16:creationId xmlns:a16="http://schemas.microsoft.com/office/drawing/2014/main" id="{D9EAE5CF-636D-F54A-8351-01EA3167D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0" name="AutoShape 977">
              <a:extLst>
                <a:ext uri="{FF2B5EF4-FFF2-40B4-BE49-F238E27FC236}">
                  <a16:creationId xmlns:a16="http://schemas.microsoft.com/office/drawing/2014/main" id="{BA3B7F84-E639-E547-B5C6-A02DC5582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81" name="AutoShape 978">
              <a:extLst>
                <a:ext uri="{FF2B5EF4-FFF2-40B4-BE49-F238E27FC236}">
                  <a16:creationId xmlns:a16="http://schemas.microsoft.com/office/drawing/2014/main" id="{0442B1DD-1D97-9F4D-B5C4-F5A4F4BB4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82" name="Oval 979">
              <a:extLst>
                <a:ext uri="{FF2B5EF4-FFF2-40B4-BE49-F238E27FC236}">
                  <a16:creationId xmlns:a16="http://schemas.microsoft.com/office/drawing/2014/main" id="{EA6FE86C-D41E-1949-A3C7-77647ACF0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83" name="Oval 980">
              <a:extLst>
                <a:ext uri="{FF2B5EF4-FFF2-40B4-BE49-F238E27FC236}">
                  <a16:creationId xmlns:a16="http://schemas.microsoft.com/office/drawing/2014/main" id="{38AA7182-25E5-E442-9745-7BAF64CEA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84" name="Oval 981">
              <a:extLst>
                <a:ext uri="{FF2B5EF4-FFF2-40B4-BE49-F238E27FC236}">
                  <a16:creationId xmlns:a16="http://schemas.microsoft.com/office/drawing/2014/main" id="{16842D0E-A2D6-0745-B8FB-E328BE5B3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85" name="Rectangle 982">
              <a:extLst>
                <a:ext uri="{FF2B5EF4-FFF2-40B4-BE49-F238E27FC236}">
                  <a16:creationId xmlns:a16="http://schemas.microsoft.com/office/drawing/2014/main" id="{8F08011A-E991-A946-A958-0A487EA35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575" name="Rectangle 574">
            <a:extLst>
              <a:ext uri="{FF2B5EF4-FFF2-40B4-BE49-F238E27FC236}">
                <a16:creationId xmlns:a16="http://schemas.microsoft.com/office/drawing/2014/main" id="{2DA99646-DBA9-0746-9A79-29EAA25D43FE}"/>
              </a:ext>
            </a:extLst>
          </p:cNvPr>
          <p:cNvSpPr/>
          <p:nvPr/>
        </p:nvSpPr>
        <p:spPr>
          <a:xfrm>
            <a:off x="6747501" y="148846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F227275-E754-4D43-889C-5A2BD4A21205}"/>
              </a:ext>
            </a:extLst>
          </p:cNvPr>
          <p:cNvGrpSpPr/>
          <p:nvPr/>
        </p:nvGrpSpPr>
        <p:grpSpPr>
          <a:xfrm>
            <a:off x="7680324" y="1814171"/>
            <a:ext cx="1991221" cy="4482411"/>
            <a:chOff x="7680324" y="1814171"/>
            <a:chExt cx="1991221" cy="4482411"/>
          </a:xfrm>
        </p:grpSpPr>
        <p:sp>
          <p:nvSpPr>
            <p:cNvPr id="612" name="Oval 611">
              <a:extLst>
                <a:ext uri="{FF2B5EF4-FFF2-40B4-BE49-F238E27FC236}">
                  <a16:creationId xmlns:a16="http://schemas.microsoft.com/office/drawing/2014/main" id="{626C6AB3-E95B-4E45-912D-03BD50D0AB9E}"/>
                </a:ext>
              </a:extLst>
            </p:cNvPr>
            <p:cNvSpPr/>
            <p:nvPr/>
          </p:nvSpPr>
          <p:spPr>
            <a:xfrm>
              <a:off x="7689254" y="5160841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7680324" y="1814171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1" name="Line 913">
              <a:extLst>
                <a:ext uri="{FF2B5EF4-FFF2-40B4-BE49-F238E27FC236}">
                  <a16:creationId xmlns:a16="http://schemas.microsoft.com/office/drawing/2014/main" id="{47A3D5AF-94CC-B24F-922A-C603CC0A5A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53326" y="2438326"/>
              <a:ext cx="498897" cy="1114752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2" name="Line 911">
              <a:extLst>
                <a:ext uri="{FF2B5EF4-FFF2-40B4-BE49-F238E27FC236}">
                  <a16:creationId xmlns:a16="http://schemas.microsoft.com/office/drawing/2014/main" id="{8E6A54E5-62F1-544B-AE41-5137E62BFC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71176" y="2321758"/>
              <a:ext cx="1187" cy="2793530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1E120312-45B0-4C42-82FC-F180847C8246}"/>
                </a:ext>
              </a:extLst>
            </p:cNvPr>
            <p:cNvSpPr/>
            <p:nvPr/>
          </p:nvSpPr>
          <p:spPr>
            <a:xfrm>
              <a:off x="8703904" y="1943418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05394771-B526-F445-85E3-3C2DA3BC4892}"/>
                </a:ext>
              </a:extLst>
            </p:cNvPr>
            <p:cNvSpPr/>
            <p:nvPr/>
          </p:nvSpPr>
          <p:spPr>
            <a:xfrm>
              <a:off x="8013358" y="3440898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01400376-9630-4440-8893-6D129686EE19}"/>
                </a:ext>
              </a:extLst>
            </p:cNvPr>
            <p:cNvSpPr/>
            <p:nvPr/>
          </p:nvSpPr>
          <p:spPr>
            <a:xfrm>
              <a:off x="9059242" y="5786513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9" name="Line 913">
              <a:extLst>
                <a:ext uri="{FF2B5EF4-FFF2-40B4-BE49-F238E27FC236}">
                  <a16:creationId xmlns:a16="http://schemas.microsoft.com/office/drawing/2014/main" id="{4FC33EFC-28C4-404D-91B5-F7C18E7064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43664" y="2462348"/>
              <a:ext cx="228982" cy="3299611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0" name="Line 913">
              <a:extLst>
                <a:ext uri="{FF2B5EF4-FFF2-40B4-BE49-F238E27FC236}">
                  <a16:creationId xmlns:a16="http://schemas.microsoft.com/office/drawing/2014/main" id="{7602507B-BECA-7042-893E-42D6FF9E5D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85044" y="3911282"/>
              <a:ext cx="764880" cy="1866664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" name="Group 652">
            <a:extLst>
              <a:ext uri="{FF2B5EF4-FFF2-40B4-BE49-F238E27FC236}">
                <a16:creationId xmlns:a16="http://schemas.microsoft.com/office/drawing/2014/main" id="{F4E63F52-683B-8244-A48E-D8CF833CC085}"/>
              </a:ext>
            </a:extLst>
          </p:cNvPr>
          <p:cNvGrpSpPr>
            <a:grpSpLocks/>
          </p:cNvGrpSpPr>
          <p:nvPr/>
        </p:nvGrpSpPr>
        <p:grpSpPr bwMode="auto">
          <a:xfrm>
            <a:off x="7750224" y="1859725"/>
            <a:ext cx="415925" cy="385763"/>
            <a:chOff x="2751" y="1851"/>
            <a:chExt cx="462" cy="478"/>
          </a:xfrm>
        </p:grpSpPr>
        <p:pic>
          <p:nvPicPr>
            <p:cNvPr id="359" name="Picture 653" descr="iphone_stylized_small">
              <a:extLst>
                <a:ext uri="{FF2B5EF4-FFF2-40B4-BE49-F238E27FC236}">
                  <a16:creationId xmlns:a16="http://schemas.microsoft.com/office/drawing/2014/main" id="{EDF1EC93-A6E5-964F-B0D6-EE56B282AE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0" name="Picture 654" descr="antenna_radiation_stylized">
              <a:extLst>
                <a:ext uri="{FF2B5EF4-FFF2-40B4-BE49-F238E27FC236}">
                  <a16:creationId xmlns:a16="http://schemas.microsoft.com/office/drawing/2014/main" id="{0A17C594-505E-6F41-AEEB-272A31DFD2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86" name="Group 785">
            <a:extLst>
              <a:ext uri="{FF2B5EF4-FFF2-40B4-BE49-F238E27FC236}">
                <a16:creationId xmlns:a16="http://schemas.microsoft.com/office/drawing/2014/main" id="{46F998A3-3B85-214A-927A-3BF067B7C2A0}"/>
              </a:ext>
            </a:extLst>
          </p:cNvPr>
          <p:cNvGrpSpPr/>
          <p:nvPr/>
        </p:nvGrpSpPr>
        <p:grpSpPr>
          <a:xfrm>
            <a:off x="8499539" y="2059124"/>
            <a:ext cx="849312" cy="226109"/>
            <a:chOff x="8493165" y="2029804"/>
            <a:chExt cx="849312" cy="226109"/>
          </a:xfrm>
        </p:grpSpPr>
        <p:pic>
          <p:nvPicPr>
            <p:cNvPr id="48" name="Picture 603" descr="car_icon_small">
              <a:extLst>
                <a:ext uri="{FF2B5EF4-FFF2-40B4-BE49-F238E27FC236}">
                  <a16:creationId xmlns:a16="http://schemas.microsoft.com/office/drawing/2014/main" id="{147E2796-D425-6645-93B3-B97E69B146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" name="Picture 1017" descr="antenna_stylized">
              <a:extLst>
                <a:ext uri="{FF2B5EF4-FFF2-40B4-BE49-F238E27FC236}">
                  <a16:creationId xmlns:a16="http://schemas.microsoft.com/office/drawing/2014/main" id="{F0886BE8-9B0B-F046-92AA-1AC818378E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8" name="Group 1139">
            <a:extLst>
              <a:ext uri="{FF2B5EF4-FFF2-40B4-BE49-F238E27FC236}">
                <a16:creationId xmlns:a16="http://schemas.microsoft.com/office/drawing/2014/main" id="{904B7C12-C509-8641-BB63-56DEDB95F95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91996" y="3567143"/>
            <a:ext cx="359261" cy="342045"/>
            <a:chOff x="2839" y="3501"/>
            <a:chExt cx="755" cy="803"/>
          </a:xfrm>
        </p:grpSpPr>
        <p:pic>
          <p:nvPicPr>
            <p:cNvPr id="138" name="Picture 1140" descr="desktop_computer_stylized_medium">
              <a:extLst>
                <a:ext uri="{FF2B5EF4-FFF2-40B4-BE49-F238E27FC236}">
                  <a16:creationId xmlns:a16="http://schemas.microsoft.com/office/drawing/2014/main" id="{BDC7F552-21C9-C942-90FF-0162099A3D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9" name="Freeform 1141">
              <a:extLst>
                <a:ext uri="{FF2B5EF4-FFF2-40B4-BE49-F238E27FC236}">
                  <a16:creationId xmlns:a16="http://schemas.microsoft.com/office/drawing/2014/main" id="{654B43BA-608E-5D4D-B11B-71762CFBE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201681" y="5852809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11" name="Slide Number Placeholder 2">
            <a:extLst>
              <a:ext uri="{FF2B5EF4-FFF2-40B4-BE49-F238E27FC236}">
                <a16:creationId xmlns:a16="http://schemas.microsoft.com/office/drawing/2014/main" id="{BF49A24D-3811-4749-86AF-DF0821A5234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922083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6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6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65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Processes communicating</a:t>
            </a:r>
            <a:endParaRPr lang="en-US" sz="4400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606042" y="1565977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program running within a host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within same host, two processes communicate using 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inter-process communication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(defined by OS)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processes in different hosts communicate by exchanging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messages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3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Rectangle 7">
            <a:extLst>
              <a:ext uri="{FF2B5EF4-FFF2-40B4-BE49-F238E27FC236}">
                <a16:creationId xmlns:a16="http://schemas.microsoft.com/office/drawing/2014/main" id="{8F7AD000-A388-6C4C-8C9C-158A86A0C5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5273" y="4263451"/>
            <a:ext cx="3989387" cy="1839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note: applications with P2P architectures have client processes &amp; server processes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6E7D9C5A-4A0F-3E45-B3EB-48F963F34B69}"/>
              </a:ext>
            </a:extLst>
          </p:cNvPr>
          <p:cNvGrpSpPr/>
          <p:nvPr/>
        </p:nvGrpSpPr>
        <p:grpSpPr>
          <a:xfrm>
            <a:off x="6974010" y="1488501"/>
            <a:ext cx="4092575" cy="2567781"/>
            <a:chOff x="6974010" y="1488501"/>
            <a:chExt cx="4092575" cy="2567781"/>
          </a:xfrm>
        </p:grpSpPr>
        <p:sp>
          <p:nvSpPr>
            <p:cNvPr id="8" name="Rectangle 4">
              <a:extLst>
                <a:ext uri="{FF2B5EF4-FFF2-40B4-BE49-F238E27FC236}">
                  <a16:creationId xmlns:a16="http://schemas.microsoft.com/office/drawing/2014/main" id="{96562BEA-C84E-254B-BD55-56C2EB6C5088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7025603" y="2022695"/>
              <a:ext cx="3989387" cy="2033587"/>
            </a:xfrm>
            <a:prstGeom prst="rect">
              <a:avLst/>
            </a:prstGeom>
            <a:noFill/>
          </p:spPr>
          <p:txBody>
            <a:bodyPr/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52425" marR="0" lvl="0" indent="-222250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client process:</a:t>
              </a: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process that initiates communication</a:t>
              </a:r>
            </a:p>
            <a:p>
              <a:pPr marL="352425" marR="0" lvl="0" indent="-222250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server process:</a:t>
              </a: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process that waits to be contacted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  <a:p>
              <a:pPr marL="352425" marR="0" lvl="0" indent="-22225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" name="Rectangle 13">
              <a:extLst>
                <a:ext uri="{FF2B5EF4-FFF2-40B4-BE49-F238E27FC236}">
                  <a16:creationId xmlns:a16="http://schemas.microsoft.com/office/drawing/2014/main" id="{0414D3D5-1BB8-5844-8D2A-3C8E3E5DC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4010" y="1786951"/>
              <a:ext cx="4092575" cy="2062163"/>
            </a:xfrm>
            <a:prstGeom prst="rect">
              <a:avLst/>
            </a:prstGeom>
            <a:noFill/>
            <a:ln w="2857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" name="Text Box 14">
              <a:extLst>
                <a:ext uri="{FF2B5EF4-FFF2-40B4-BE49-F238E27FC236}">
                  <a16:creationId xmlns:a16="http://schemas.microsoft.com/office/drawing/2014/main" id="{FAA5D4F0-1DCB-7C49-A07F-4729B9F9DC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94660" y="1488501"/>
              <a:ext cx="2325688" cy="51911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clients, servers</a:t>
              </a:r>
            </a:p>
          </p:txBody>
        </p:sp>
      </p:grpSp>
      <p:sp>
        <p:nvSpPr>
          <p:cNvPr id="14" name="Slide Number Placeholder 2">
            <a:extLst>
              <a:ext uri="{FF2B5EF4-FFF2-40B4-BE49-F238E27FC236}">
                <a16:creationId xmlns:a16="http://schemas.microsoft.com/office/drawing/2014/main" id="{126C885E-4769-8644-8E59-814749DC523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0737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Sockets</a:t>
            </a:r>
            <a:endParaRPr lang="en-US" sz="4400" dirty="0"/>
          </a:p>
        </p:txBody>
      </p:sp>
      <p:sp>
        <p:nvSpPr>
          <p:cNvPr id="68" name="Rectangle 3">
            <a:extLst>
              <a:ext uri="{FF2B5EF4-FFF2-40B4-BE49-F238E27FC236}">
                <a16:creationId xmlns:a16="http://schemas.microsoft.com/office/drawing/2014/main" id="{AE0F6699-BC13-C349-9AC1-8B36945FEA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691" y="1183986"/>
            <a:ext cx="10965041" cy="2328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process sends/receives messages to/from its 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socket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socket analogous to door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sending process shoves message out door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sending process relies on transport infrastructure on other side of door to deliver message to socket at receiving process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two sockets involved: one on each side</a:t>
            </a:r>
          </a:p>
        </p:txBody>
      </p:sp>
      <p:sp>
        <p:nvSpPr>
          <p:cNvPr id="69" name="Freeform 66">
            <a:extLst>
              <a:ext uri="{FF2B5EF4-FFF2-40B4-BE49-F238E27FC236}">
                <a16:creationId xmlns:a16="http://schemas.microsoft.com/office/drawing/2014/main" id="{C55660F8-73B5-034B-A597-DD5D87ECF66A}"/>
              </a:ext>
            </a:extLst>
          </p:cNvPr>
          <p:cNvSpPr>
            <a:spLocks/>
          </p:cNvSpPr>
          <p:nvPr/>
        </p:nvSpPr>
        <p:spPr bwMode="auto">
          <a:xfrm>
            <a:off x="8482481" y="4098352"/>
            <a:ext cx="736600" cy="1998662"/>
          </a:xfrm>
          <a:custGeom>
            <a:avLst/>
            <a:gdLst>
              <a:gd name="T0" fmla="*/ 2147483647 w 464"/>
              <a:gd name="T1" fmla="*/ 2147483647 h 1259"/>
              <a:gd name="T2" fmla="*/ 0 w 464"/>
              <a:gd name="T3" fmla="*/ 0 h 1259"/>
              <a:gd name="T4" fmla="*/ 2147483647 w 464"/>
              <a:gd name="T5" fmla="*/ 2147483647 h 1259"/>
              <a:gd name="T6" fmla="*/ 2147483647 w 464"/>
              <a:gd name="T7" fmla="*/ 2147483647 h 1259"/>
              <a:gd name="T8" fmla="*/ 2147483647 w 464"/>
              <a:gd name="T9" fmla="*/ 2147483647 h 12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64"/>
              <a:gd name="T16" fmla="*/ 0 h 1259"/>
              <a:gd name="T17" fmla="*/ 464 w 464"/>
              <a:gd name="T18" fmla="*/ 1259 h 12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64" h="1259">
                <a:moveTo>
                  <a:pt x="464" y="1060"/>
                </a:moveTo>
                <a:lnTo>
                  <a:pt x="0" y="0"/>
                </a:lnTo>
                <a:lnTo>
                  <a:pt x="6" y="1258"/>
                </a:lnTo>
                <a:lnTo>
                  <a:pt x="382" y="1259"/>
                </a:lnTo>
                <a:lnTo>
                  <a:pt x="464" y="1060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B2B2B2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0" name="Freeform 7">
            <a:extLst>
              <a:ext uri="{FF2B5EF4-FFF2-40B4-BE49-F238E27FC236}">
                <a16:creationId xmlns:a16="http://schemas.microsoft.com/office/drawing/2014/main" id="{ABAB43B4-03FC-2A42-98B9-913DD8EC77B7}"/>
              </a:ext>
            </a:extLst>
          </p:cNvPr>
          <p:cNvSpPr>
            <a:spLocks/>
          </p:cNvSpPr>
          <p:nvPr/>
        </p:nvSpPr>
        <p:spPr bwMode="auto">
          <a:xfrm>
            <a:off x="5167781" y="5395339"/>
            <a:ext cx="1808162" cy="1031875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1" name="Text Box 51">
            <a:extLst>
              <a:ext uri="{FF2B5EF4-FFF2-40B4-BE49-F238E27FC236}">
                <a16:creationId xmlns:a16="http://schemas.microsoft.com/office/drawing/2014/main" id="{66AD3E16-6743-CC4C-9091-25C6B0A95F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5931" y="5527102"/>
            <a:ext cx="8747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Internet</a:t>
            </a:r>
          </a:p>
        </p:txBody>
      </p:sp>
      <p:sp>
        <p:nvSpPr>
          <p:cNvPr id="72" name="Line 52">
            <a:extLst>
              <a:ext uri="{FF2B5EF4-FFF2-40B4-BE49-F238E27FC236}">
                <a16:creationId xmlns:a16="http://schemas.microsoft.com/office/drawing/2014/main" id="{2374F19B-E4B6-644E-AEE0-FC14C13C0183}"/>
              </a:ext>
            </a:extLst>
          </p:cNvPr>
          <p:cNvSpPr>
            <a:spLocks noChangeShapeType="1"/>
          </p:cNvSpPr>
          <p:nvPr/>
        </p:nvSpPr>
        <p:spPr bwMode="auto">
          <a:xfrm>
            <a:off x="4926481" y="5938264"/>
            <a:ext cx="221138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3" name="Text Box 53">
            <a:extLst>
              <a:ext uri="{FF2B5EF4-FFF2-40B4-BE49-F238E27FC236}">
                <a16:creationId xmlns:a16="http://schemas.microsoft.com/office/drawing/2014/main" id="{AD6E6CB7-7739-BE4D-84DA-1BBDF2D16B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47618" y="5163564"/>
            <a:ext cx="1063625" cy="825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controlled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by OS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4" name="Text Box 56">
            <a:extLst>
              <a:ext uri="{FF2B5EF4-FFF2-40B4-BE49-F238E27FC236}">
                <a16:creationId xmlns:a16="http://schemas.microsoft.com/office/drawing/2014/main" id="{20BE946D-C7D0-4A45-83B1-1480163BA2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5393" y="4263452"/>
            <a:ext cx="1470025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controlled by</a:t>
            </a:r>
          </a:p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app developer</a:t>
            </a:r>
          </a:p>
        </p:txBody>
      </p:sp>
      <p:sp>
        <p:nvSpPr>
          <p:cNvPr id="75" name="Freeform 45">
            <a:extLst>
              <a:ext uri="{FF2B5EF4-FFF2-40B4-BE49-F238E27FC236}">
                <a16:creationId xmlns:a16="http://schemas.microsoft.com/office/drawing/2014/main" id="{6780AD31-F16D-1B4A-BC72-926F1B2A7FE8}"/>
              </a:ext>
            </a:extLst>
          </p:cNvPr>
          <p:cNvSpPr>
            <a:spLocks/>
          </p:cNvSpPr>
          <p:nvPr/>
        </p:nvSpPr>
        <p:spPr bwMode="auto">
          <a:xfrm>
            <a:off x="2742081" y="4161852"/>
            <a:ext cx="758825" cy="1997075"/>
          </a:xfrm>
          <a:custGeom>
            <a:avLst/>
            <a:gdLst>
              <a:gd name="T0" fmla="*/ 0 w 478"/>
              <a:gd name="T1" fmla="*/ 2147483647 h 1258"/>
              <a:gd name="T2" fmla="*/ 2147483647 w 478"/>
              <a:gd name="T3" fmla="*/ 0 h 1258"/>
              <a:gd name="T4" fmla="*/ 2147483647 w 478"/>
              <a:gd name="T5" fmla="*/ 2147483647 h 1258"/>
              <a:gd name="T6" fmla="*/ 2147483647 w 478"/>
              <a:gd name="T7" fmla="*/ 2147483647 h 1258"/>
              <a:gd name="T8" fmla="*/ 0 w 478"/>
              <a:gd name="T9" fmla="*/ 2147483647 h 125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78"/>
              <a:gd name="T16" fmla="*/ 0 h 1258"/>
              <a:gd name="T17" fmla="*/ 478 w 478"/>
              <a:gd name="T18" fmla="*/ 1258 h 125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78" h="1258">
                <a:moveTo>
                  <a:pt x="0" y="1040"/>
                </a:moveTo>
                <a:lnTo>
                  <a:pt x="478" y="0"/>
                </a:lnTo>
                <a:lnTo>
                  <a:pt x="472" y="1258"/>
                </a:lnTo>
                <a:lnTo>
                  <a:pt x="41" y="1246"/>
                </a:lnTo>
                <a:lnTo>
                  <a:pt x="0" y="1040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B2B2B2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6" name="Rectangle 23">
            <a:extLst>
              <a:ext uri="{FF2B5EF4-FFF2-40B4-BE49-F238E27FC236}">
                <a16:creationId xmlns:a16="http://schemas.microsoft.com/office/drawing/2014/main" id="{F7C1C383-CE46-7C44-B7F2-94606E877E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5356" y="4117402"/>
            <a:ext cx="1296987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7" name="Rectangle 24">
            <a:extLst>
              <a:ext uri="{FF2B5EF4-FFF2-40B4-BE49-F238E27FC236}">
                <a16:creationId xmlns:a16="http://schemas.microsoft.com/office/drawing/2014/main" id="{FD8D123C-B8FD-A64F-9AD3-86943A5D55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7256" y="4171377"/>
            <a:ext cx="1273175" cy="1979612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8" name="Line 25">
            <a:extLst>
              <a:ext uri="{FF2B5EF4-FFF2-40B4-BE49-F238E27FC236}">
                <a16:creationId xmlns:a16="http://schemas.microsoft.com/office/drawing/2014/main" id="{A30BEE8C-0165-984E-888C-91DC647B6A97}"/>
              </a:ext>
            </a:extLst>
          </p:cNvPr>
          <p:cNvSpPr>
            <a:spLocks noChangeShapeType="1"/>
          </p:cNvSpPr>
          <p:nvPr/>
        </p:nvSpPr>
        <p:spPr bwMode="auto">
          <a:xfrm>
            <a:off x="3516781" y="4931789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9" name="Text Box 26">
            <a:extLst>
              <a:ext uri="{FF2B5EF4-FFF2-40B4-BE49-F238E27FC236}">
                <a16:creationId xmlns:a16="http://schemas.microsoft.com/office/drawing/2014/main" id="{4E5CE7E7-BE20-B242-B8AA-2C5D479929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73918" y="4914327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80" name="Line 27">
            <a:extLst>
              <a:ext uri="{FF2B5EF4-FFF2-40B4-BE49-F238E27FC236}">
                <a16:creationId xmlns:a16="http://schemas.microsoft.com/office/drawing/2014/main" id="{9AB6E7C8-3093-D94D-9D3B-10F5749B7340}"/>
              </a:ext>
            </a:extLst>
          </p:cNvPr>
          <p:cNvSpPr>
            <a:spLocks noChangeShapeType="1"/>
          </p:cNvSpPr>
          <p:nvPr/>
        </p:nvSpPr>
        <p:spPr bwMode="auto">
          <a:xfrm>
            <a:off x="3524718" y="525246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1" name="Line 28">
            <a:extLst>
              <a:ext uri="{FF2B5EF4-FFF2-40B4-BE49-F238E27FC236}">
                <a16:creationId xmlns:a16="http://schemas.microsoft.com/office/drawing/2014/main" id="{2F4C67B7-677F-C84F-B3B7-01AAFB2AD3B3}"/>
              </a:ext>
            </a:extLst>
          </p:cNvPr>
          <p:cNvSpPr>
            <a:spLocks noChangeShapeType="1"/>
          </p:cNvSpPr>
          <p:nvPr/>
        </p:nvSpPr>
        <p:spPr bwMode="auto">
          <a:xfrm>
            <a:off x="3510431" y="5562027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2" name="Line 29">
            <a:extLst>
              <a:ext uri="{FF2B5EF4-FFF2-40B4-BE49-F238E27FC236}">
                <a16:creationId xmlns:a16="http://schemas.microsoft.com/office/drawing/2014/main" id="{3E1AB729-CEED-FF4B-AB94-DA2863E62F5F}"/>
              </a:ext>
            </a:extLst>
          </p:cNvPr>
          <p:cNvSpPr>
            <a:spLocks noChangeShapeType="1"/>
          </p:cNvSpPr>
          <p:nvPr/>
        </p:nvSpPr>
        <p:spPr bwMode="auto">
          <a:xfrm>
            <a:off x="3510431" y="5847777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3" name="Text Box 26">
            <a:extLst>
              <a:ext uri="{FF2B5EF4-FFF2-40B4-BE49-F238E27FC236}">
                <a16:creationId xmlns:a16="http://schemas.microsoft.com/office/drawing/2014/main" id="{B3BC3B01-336B-B648-9417-1795AE45E5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8843" y="4161852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84" name="Text Box 26">
            <a:extLst>
              <a:ext uri="{FF2B5EF4-FFF2-40B4-BE49-F238E27FC236}">
                <a16:creationId xmlns:a16="http://schemas.microsoft.com/office/drawing/2014/main" id="{DC97EC39-5ADE-8D46-9FEE-DBDD51FDB3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64393" y="5819202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sp>
        <p:nvSpPr>
          <p:cNvPr id="85" name="Text Box 26">
            <a:extLst>
              <a:ext uri="{FF2B5EF4-FFF2-40B4-BE49-F238E27FC236}">
                <a16:creationId xmlns:a16="http://schemas.microsoft.com/office/drawing/2014/main" id="{8C832346-4F39-4844-8091-F736554D8A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83443" y="5533452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86" name="Text Box 26">
            <a:extLst>
              <a:ext uri="{FF2B5EF4-FFF2-40B4-BE49-F238E27FC236}">
                <a16:creationId xmlns:a16="http://schemas.microsoft.com/office/drawing/2014/main" id="{68FADC82-2C08-DB43-951D-4FB06FD5E7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73918" y="5238177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87" name="Oval 57">
            <a:extLst>
              <a:ext uri="{FF2B5EF4-FFF2-40B4-BE49-F238E27FC236}">
                <a16:creationId xmlns:a16="http://schemas.microsoft.com/office/drawing/2014/main" id="{FBC4E611-49B5-5546-8E93-C03CEF4C03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42193" y="4436489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process</a:t>
            </a:r>
          </a:p>
        </p:txBody>
      </p:sp>
      <p:grpSp>
        <p:nvGrpSpPr>
          <p:cNvPr id="88" name="Group 58">
            <a:extLst>
              <a:ext uri="{FF2B5EF4-FFF2-40B4-BE49-F238E27FC236}">
                <a16:creationId xmlns:a16="http://schemas.microsoft.com/office/drawing/2014/main" id="{BDB7A80F-EA2D-2740-83B7-DE5AFE13D157}"/>
              </a:ext>
            </a:extLst>
          </p:cNvPr>
          <p:cNvGrpSpPr>
            <a:grpSpLocks/>
          </p:cNvGrpSpPr>
          <p:nvPr/>
        </p:nvGrpSpPr>
        <p:grpSpPr bwMode="auto">
          <a:xfrm>
            <a:off x="3889843" y="4796852"/>
            <a:ext cx="546100" cy="225425"/>
            <a:chOff x="1287" y="2524"/>
            <a:chExt cx="260" cy="100"/>
          </a:xfrm>
        </p:grpSpPr>
        <p:sp>
          <p:nvSpPr>
            <p:cNvPr id="89" name="Rectangle 59">
              <a:extLst>
                <a:ext uri="{FF2B5EF4-FFF2-40B4-BE49-F238E27FC236}">
                  <a16:creationId xmlns:a16="http://schemas.microsoft.com/office/drawing/2014/main" id="{DE66C40C-3B9D-EF46-85B9-52614CA50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C96B72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0" name="Rectangle 60">
              <a:extLst>
                <a:ext uri="{FF2B5EF4-FFF2-40B4-BE49-F238E27FC236}">
                  <a16:creationId xmlns:a16="http://schemas.microsoft.com/office/drawing/2014/main" id="{BB035EC9-3E84-A147-B1F1-334CDBA3D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" name="Rectangle 61">
              <a:extLst>
                <a:ext uri="{FF2B5EF4-FFF2-40B4-BE49-F238E27FC236}">
                  <a16:creationId xmlns:a16="http://schemas.microsoft.com/office/drawing/2014/main" id="{A4F869EE-C3F1-524C-9E52-D9CF58C69B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0000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" name="Rectangle 62">
              <a:extLst>
                <a:ext uri="{FF2B5EF4-FFF2-40B4-BE49-F238E27FC236}">
                  <a16:creationId xmlns:a16="http://schemas.microsoft.com/office/drawing/2014/main" id="{58E3BF21-8802-5F4C-9E24-B71F07259B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0000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93" name="Rectangle 23">
            <a:extLst>
              <a:ext uri="{FF2B5EF4-FFF2-40B4-BE49-F238E27FC236}">
                <a16:creationId xmlns:a16="http://schemas.microsoft.com/office/drawing/2014/main" id="{EA6D85FB-86B2-B745-ADFD-3765EC14F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7718" y="4088827"/>
            <a:ext cx="1296988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4" name="Rectangle 24">
            <a:extLst>
              <a:ext uri="{FF2B5EF4-FFF2-40B4-BE49-F238E27FC236}">
                <a16:creationId xmlns:a16="http://schemas.microsoft.com/office/drawing/2014/main" id="{A1355835-1546-1740-B9B8-CC9141EB37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9618" y="4142802"/>
            <a:ext cx="1273175" cy="1979612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5" name="Line 25">
            <a:extLst>
              <a:ext uri="{FF2B5EF4-FFF2-40B4-BE49-F238E27FC236}">
                <a16:creationId xmlns:a16="http://schemas.microsoft.com/office/drawing/2014/main" id="{22344C4F-F96A-944B-9A5E-6962A9AC2F9D}"/>
              </a:ext>
            </a:extLst>
          </p:cNvPr>
          <p:cNvSpPr>
            <a:spLocks noChangeShapeType="1"/>
          </p:cNvSpPr>
          <p:nvPr/>
        </p:nvSpPr>
        <p:spPr bwMode="auto">
          <a:xfrm>
            <a:off x="7179143" y="490321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6" name="Text Box 26">
            <a:extLst>
              <a:ext uri="{FF2B5EF4-FFF2-40B4-BE49-F238E27FC236}">
                <a16:creationId xmlns:a16="http://schemas.microsoft.com/office/drawing/2014/main" id="{93E8ABA8-42C2-C44C-8972-76E2C7AD81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36281" y="4885752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97" name="Line 27">
            <a:extLst>
              <a:ext uri="{FF2B5EF4-FFF2-40B4-BE49-F238E27FC236}">
                <a16:creationId xmlns:a16="http://schemas.microsoft.com/office/drawing/2014/main" id="{4C22E15D-78C1-E143-93B3-4A31B8A2541D}"/>
              </a:ext>
            </a:extLst>
          </p:cNvPr>
          <p:cNvSpPr>
            <a:spLocks noChangeShapeType="1"/>
          </p:cNvSpPr>
          <p:nvPr/>
        </p:nvSpPr>
        <p:spPr bwMode="auto">
          <a:xfrm>
            <a:off x="7187081" y="5223889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8" name="Line 28">
            <a:extLst>
              <a:ext uri="{FF2B5EF4-FFF2-40B4-BE49-F238E27FC236}">
                <a16:creationId xmlns:a16="http://schemas.microsoft.com/office/drawing/2014/main" id="{5648F986-3546-E545-A6F7-3CF9C2DDADF0}"/>
              </a:ext>
            </a:extLst>
          </p:cNvPr>
          <p:cNvSpPr>
            <a:spLocks noChangeShapeType="1"/>
          </p:cNvSpPr>
          <p:nvPr/>
        </p:nvSpPr>
        <p:spPr bwMode="auto">
          <a:xfrm>
            <a:off x="7172793" y="5533452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9" name="Line 29">
            <a:extLst>
              <a:ext uri="{FF2B5EF4-FFF2-40B4-BE49-F238E27FC236}">
                <a16:creationId xmlns:a16="http://schemas.microsoft.com/office/drawing/2014/main" id="{55B6D46E-D326-D64F-A181-AB7274FEB64E}"/>
              </a:ext>
            </a:extLst>
          </p:cNvPr>
          <p:cNvSpPr>
            <a:spLocks noChangeShapeType="1"/>
          </p:cNvSpPr>
          <p:nvPr/>
        </p:nvSpPr>
        <p:spPr bwMode="auto">
          <a:xfrm>
            <a:off x="7172793" y="5819202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0" name="Text Box 26">
            <a:extLst>
              <a:ext uri="{FF2B5EF4-FFF2-40B4-BE49-F238E27FC236}">
                <a16:creationId xmlns:a16="http://schemas.microsoft.com/office/drawing/2014/main" id="{704444CB-075A-0948-9F82-6F49A25E3E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71206" y="4133277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101" name="Text Box 26">
            <a:extLst>
              <a:ext uri="{FF2B5EF4-FFF2-40B4-BE49-F238E27FC236}">
                <a16:creationId xmlns:a16="http://schemas.microsoft.com/office/drawing/2014/main" id="{40B8469F-1FF4-FE40-9A71-D5EC33D373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26756" y="5790627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sp>
        <p:nvSpPr>
          <p:cNvPr id="102" name="Text Box 26">
            <a:extLst>
              <a:ext uri="{FF2B5EF4-FFF2-40B4-BE49-F238E27FC236}">
                <a16:creationId xmlns:a16="http://schemas.microsoft.com/office/drawing/2014/main" id="{713E03C4-58F2-5D42-92BD-0578A2D33B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45806" y="5504877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103" name="Text Box 26">
            <a:extLst>
              <a:ext uri="{FF2B5EF4-FFF2-40B4-BE49-F238E27FC236}">
                <a16:creationId xmlns:a16="http://schemas.microsoft.com/office/drawing/2014/main" id="{76001FF3-4EB3-9E44-B006-2987493451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36281" y="5209602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104" name="Oval 78">
            <a:extLst>
              <a:ext uri="{FF2B5EF4-FFF2-40B4-BE49-F238E27FC236}">
                <a16:creationId xmlns:a16="http://schemas.microsoft.com/office/drawing/2014/main" id="{8A13F36B-8768-0745-9E90-83E8FC5EE5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4556" y="4407914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process</a:t>
            </a:r>
          </a:p>
        </p:txBody>
      </p:sp>
      <p:grpSp>
        <p:nvGrpSpPr>
          <p:cNvPr id="105" name="Group 79">
            <a:extLst>
              <a:ext uri="{FF2B5EF4-FFF2-40B4-BE49-F238E27FC236}">
                <a16:creationId xmlns:a16="http://schemas.microsoft.com/office/drawing/2014/main" id="{535443B2-390F-4D43-AFF5-FF5F8E34F3A9}"/>
              </a:ext>
            </a:extLst>
          </p:cNvPr>
          <p:cNvGrpSpPr>
            <a:grpSpLocks/>
          </p:cNvGrpSpPr>
          <p:nvPr/>
        </p:nvGrpSpPr>
        <p:grpSpPr bwMode="auto">
          <a:xfrm>
            <a:off x="7552206" y="4768277"/>
            <a:ext cx="546100" cy="225425"/>
            <a:chOff x="1287" y="2524"/>
            <a:chExt cx="260" cy="100"/>
          </a:xfrm>
        </p:grpSpPr>
        <p:sp>
          <p:nvSpPr>
            <p:cNvPr id="106" name="Rectangle 80">
              <a:extLst>
                <a:ext uri="{FF2B5EF4-FFF2-40B4-BE49-F238E27FC236}">
                  <a16:creationId xmlns:a16="http://schemas.microsoft.com/office/drawing/2014/main" id="{160B4F41-7E38-6E47-B7F6-C6AA76DC2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C96B72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" name="Rectangle 81">
              <a:extLst>
                <a:ext uri="{FF2B5EF4-FFF2-40B4-BE49-F238E27FC236}">
                  <a16:creationId xmlns:a16="http://schemas.microsoft.com/office/drawing/2014/main" id="{28B3876F-4677-0D4D-AF89-6E06B2B3CD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" name="Rectangle 82">
              <a:extLst>
                <a:ext uri="{FF2B5EF4-FFF2-40B4-BE49-F238E27FC236}">
                  <a16:creationId xmlns:a16="http://schemas.microsoft.com/office/drawing/2014/main" id="{51611D2E-921B-804E-9775-6922F75F41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0000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" name="Rectangle 83">
              <a:extLst>
                <a:ext uri="{FF2B5EF4-FFF2-40B4-BE49-F238E27FC236}">
                  <a16:creationId xmlns:a16="http://schemas.microsoft.com/office/drawing/2014/main" id="{CBFB6CF2-1A50-F741-BAE7-97F8AF134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0000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10" name="Line 88">
            <a:extLst>
              <a:ext uri="{FF2B5EF4-FFF2-40B4-BE49-F238E27FC236}">
                <a16:creationId xmlns:a16="http://schemas.microsoft.com/office/drawing/2014/main" id="{EAAA0F7C-765D-CD49-B290-164DB9D3A19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361831" y="4539677"/>
            <a:ext cx="609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1" name="Line 89">
            <a:extLst>
              <a:ext uri="{FF2B5EF4-FFF2-40B4-BE49-F238E27FC236}">
                <a16:creationId xmlns:a16="http://schemas.microsoft.com/office/drawing/2014/main" id="{D2CD81D4-6282-5749-AF3E-B0E55816CDA4}"/>
              </a:ext>
            </a:extLst>
          </p:cNvPr>
          <p:cNvSpPr>
            <a:spLocks noChangeShapeType="1"/>
          </p:cNvSpPr>
          <p:nvPr/>
        </p:nvSpPr>
        <p:spPr bwMode="auto">
          <a:xfrm>
            <a:off x="8587256" y="4965127"/>
            <a:ext cx="0" cy="102235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2" name="Line 90">
            <a:extLst>
              <a:ext uri="{FF2B5EF4-FFF2-40B4-BE49-F238E27FC236}">
                <a16:creationId xmlns:a16="http://schemas.microsoft.com/office/drawing/2014/main" id="{86899CB5-FD7D-A644-9755-2DA9E5F4AA7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11068" y="5465189"/>
            <a:ext cx="609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3" name="Text Box 56">
            <a:extLst>
              <a:ext uri="{FF2B5EF4-FFF2-40B4-BE49-F238E27FC236}">
                <a16:creationId xmlns:a16="http://schemas.microsoft.com/office/drawing/2014/main" id="{2CFC877C-1B09-8849-95D0-2EBA259C9E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4968" y="4220589"/>
            <a:ext cx="9175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socket</a:t>
            </a:r>
          </a:p>
        </p:txBody>
      </p:sp>
      <p:sp>
        <p:nvSpPr>
          <p:cNvPr id="114" name="Line 92">
            <a:extLst>
              <a:ext uri="{FF2B5EF4-FFF2-40B4-BE49-F238E27FC236}">
                <a16:creationId xmlns:a16="http://schemas.microsoft.com/office/drawing/2014/main" id="{F5883250-9436-014C-B8FA-7F184F4516E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28018" y="4420614"/>
            <a:ext cx="968375" cy="4349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5" name="Line 93">
            <a:extLst>
              <a:ext uri="{FF2B5EF4-FFF2-40B4-BE49-F238E27FC236}">
                <a16:creationId xmlns:a16="http://schemas.microsoft.com/office/drawing/2014/main" id="{F83582A8-D082-E24D-9637-B677A079F01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463181" y="4409502"/>
            <a:ext cx="968375" cy="4349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16" name="Group 96">
            <a:extLst>
              <a:ext uri="{FF2B5EF4-FFF2-40B4-BE49-F238E27FC236}">
                <a16:creationId xmlns:a16="http://schemas.microsoft.com/office/drawing/2014/main" id="{A4EC689D-3AE5-AC42-8E9A-D41B31DF26A0}"/>
              </a:ext>
            </a:extLst>
          </p:cNvPr>
          <p:cNvGrpSpPr>
            <a:grpSpLocks/>
          </p:cNvGrpSpPr>
          <p:nvPr/>
        </p:nvGrpSpPr>
        <p:grpSpPr bwMode="auto">
          <a:xfrm>
            <a:off x="2318218" y="5474714"/>
            <a:ext cx="719138" cy="773113"/>
            <a:chOff x="-44" y="1473"/>
            <a:chExt cx="981" cy="1105"/>
          </a:xfrm>
        </p:grpSpPr>
        <p:pic>
          <p:nvPicPr>
            <p:cNvPr id="117" name="Picture 97" descr="desktop_computer_stylized_medium">
              <a:extLst>
                <a:ext uri="{FF2B5EF4-FFF2-40B4-BE49-F238E27FC236}">
                  <a16:creationId xmlns:a16="http://schemas.microsoft.com/office/drawing/2014/main" id="{4EAFAA9B-1FE4-8048-AEF5-4600C1CB33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8" name="Freeform 98">
              <a:extLst>
                <a:ext uri="{FF2B5EF4-FFF2-40B4-BE49-F238E27FC236}">
                  <a16:creationId xmlns:a16="http://schemas.microsoft.com/office/drawing/2014/main" id="{88B1BD01-DE89-6A4D-A050-0D8D405A8F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9" name="Group 99">
            <a:extLst>
              <a:ext uri="{FF2B5EF4-FFF2-40B4-BE49-F238E27FC236}">
                <a16:creationId xmlns:a16="http://schemas.microsoft.com/office/drawing/2014/main" id="{13D0F484-888E-5342-9E3B-6B702B522B8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14293" y="5669977"/>
            <a:ext cx="719138" cy="773112"/>
            <a:chOff x="-44" y="1473"/>
            <a:chExt cx="981" cy="1105"/>
          </a:xfrm>
        </p:grpSpPr>
        <p:pic>
          <p:nvPicPr>
            <p:cNvPr id="120" name="Picture 100" descr="desktop_computer_stylized_medium">
              <a:extLst>
                <a:ext uri="{FF2B5EF4-FFF2-40B4-BE49-F238E27FC236}">
                  <a16:creationId xmlns:a16="http://schemas.microsoft.com/office/drawing/2014/main" id="{A3C739BC-E497-6E4F-8AF0-1E359C6228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1" name="Freeform 101">
              <a:extLst>
                <a:ext uri="{FF2B5EF4-FFF2-40B4-BE49-F238E27FC236}">
                  <a16:creationId xmlns:a16="http://schemas.microsoft.com/office/drawing/2014/main" id="{34D4BA65-175D-534B-96CE-35055DA62B6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7" name="Slide Number Placeholder 2">
            <a:extLst>
              <a:ext uri="{FF2B5EF4-FFF2-40B4-BE49-F238E27FC236}">
                <a16:creationId xmlns:a16="http://schemas.microsoft.com/office/drawing/2014/main" id="{4F8ECF08-A4D3-AC44-87C7-BD50757B39D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065017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6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Addressing processes</a:t>
            </a:r>
            <a:endParaRPr lang="en-US" sz="4400" dirty="0"/>
          </a:p>
        </p:txBody>
      </p:sp>
      <p:sp>
        <p:nvSpPr>
          <p:cNvPr id="61" name="Rectangle 3">
            <a:extLst>
              <a:ext uri="{FF2B5EF4-FFF2-40B4-BE49-F238E27FC236}">
                <a16:creationId xmlns:a16="http://schemas.microsoft.com/office/drawing/2014/main" id="{4B0603A7-FD76-E142-950F-40A4CCA78957}"/>
              </a:ext>
            </a:extLst>
          </p:cNvPr>
          <p:cNvSpPr txBox="1">
            <a:spLocks noChangeArrowheads="1"/>
          </p:cNvSpPr>
          <p:nvPr/>
        </p:nvSpPr>
        <p:spPr>
          <a:xfrm>
            <a:off x="695101" y="1464896"/>
            <a:ext cx="4964479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 receive messages, process  must have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identifier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host device has unique 32-bit IP address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does IP address of host on which process runs suffice for identifying the process?</a:t>
            </a:r>
          </a:p>
        </p:txBody>
      </p:sp>
      <p:sp>
        <p:nvSpPr>
          <p:cNvPr id="62" name="Rectangle 4">
            <a:extLst>
              <a:ext uri="{FF2B5EF4-FFF2-40B4-BE49-F238E27FC236}">
                <a16:creationId xmlns:a16="http://schemas.microsoft.com/office/drawing/2014/main" id="{3FB47D89-608E-6B48-B260-00596EFC3969}"/>
              </a:ext>
            </a:extLst>
          </p:cNvPr>
          <p:cNvSpPr txBox="1">
            <a:spLocks noChangeArrowheads="1"/>
          </p:cNvSpPr>
          <p:nvPr/>
        </p:nvSpPr>
        <p:spPr>
          <a:xfrm>
            <a:off x="6056491" y="1464896"/>
            <a:ext cx="5573224" cy="5218112"/>
          </a:xfrm>
          <a:prstGeom prst="rect">
            <a:avLst/>
          </a:prstGeom>
          <a:noFill/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identifier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includes both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IP address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and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port numbers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associated with process on host.</a:t>
            </a:r>
          </a:p>
          <a:p>
            <a:pPr>
              <a:defRPr/>
            </a:pPr>
            <a:r>
              <a:rPr lang="en-US" dirty="0">
                <a:latin typeface="Gill Sans MT" charset="0"/>
              </a:rPr>
              <a:t>Example port numbers:</a:t>
            </a:r>
          </a:p>
          <a:p>
            <a:pPr lvl="1">
              <a:defRPr/>
            </a:pPr>
            <a:r>
              <a:rPr lang="en-US" dirty="0">
                <a:latin typeface="Gill Sans MT" charset="0"/>
              </a:rPr>
              <a:t>HTTP server: </a:t>
            </a:r>
            <a:r>
              <a:rPr lang="en-US" dirty="0">
                <a:solidFill>
                  <a:srgbClr val="C00000"/>
                </a:solidFill>
                <a:latin typeface="Gill Sans MT" charset="0"/>
              </a:rPr>
              <a:t>80</a:t>
            </a:r>
          </a:p>
          <a:p>
            <a:pPr lvl="1">
              <a:defRPr/>
            </a:pPr>
            <a:r>
              <a:rPr lang="en-US" dirty="0">
                <a:latin typeface="Gill Sans MT" charset="0"/>
              </a:rPr>
              <a:t>mail server: </a:t>
            </a:r>
            <a:r>
              <a:rPr lang="en-US" dirty="0">
                <a:solidFill>
                  <a:srgbClr val="C00000"/>
                </a:solidFill>
                <a:latin typeface="Gill Sans MT" charset="0"/>
              </a:rPr>
              <a:t>25</a:t>
            </a:r>
          </a:p>
          <a:p>
            <a:pPr>
              <a:defRPr/>
            </a:pPr>
            <a:r>
              <a:rPr lang="en-US" dirty="0">
                <a:latin typeface="Gill Sans MT" charset="0"/>
              </a:rPr>
              <a:t>Example: to send HTTP message to </a:t>
            </a:r>
            <a:r>
              <a:rPr lang="en-US" dirty="0" err="1">
                <a:latin typeface="Gill Sans MT" charset="0"/>
              </a:rPr>
              <a:t>google.com</a:t>
            </a:r>
            <a:r>
              <a:rPr lang="en-US" dirty="0">
                <a:latin typeface="Gill Sans MT" charset="0"/>
              </a:rPr>
              <a:t> web server:</a:t>
            </a:r>
          </a:p>
          <a:p>
            <a:pPr lvl="1">
              <a:defRPr/>
            </a:pPr>
            <a:r>
              <a:rPr lang="en-US" dirty="0">
                <a:solidFill>
                  <a:srgbClr val="CC0000"/>
                </a:solidFill>
                <a:latin typeface="Gill Sans MT" charset="0"/>
              </a:rPr>
              <a:t>IP address:</a:t>
            </a:r>
            <a:r>
              <a:rPr lang="en-US" dirty="0">
                <a:latin typeface="Gill Sans MT" charset="0"/>
              </a:rPr>
              <a:t> 142.250.191.100</a:t>
            </a:r>
          </a:p>
          <a:p>
            <a:pPr lvl="1">
              <a:defRPr/>
            </a:pPr>
            <a:r>
              <a:rPr lang="en-US" dirty="0">
                <a:solidFill>
                  <a:srgbClr val="CC0000"/>
                </a:solidFill>
                <a:latin typeface="Gill Sans MT" charset="0"/>
              </a:rPr>
              <a:t>port number:</a:t>
            </a:r>
            <a:r>
              <a:rPr lang="en-US" dirty="0">
                <a:solidFill>
                  <a:schemeClr val="accent2"/>
                </a:solidFill>
                <a:latin typeface="Gill Sans MT" charset="0"/>
              </a:rPr>
              <a:t> </a:t>
            </a:r>
            <a:r>
              <a:rPr lang="en-US" dirty="0">
                <a:latin typeface="Gill Sans MT" charset="0"/>
              </a:rPr>
              <a:t>80</a:t>
            </a:r>
          </a:p>
          <a:p>
            <a:pPr lvl="1">
              <a:defRPr/>
            </a:pPr>
            <a:endParaRPr lang="en-US" dirty="0">
              <a:latin typeface="Gill Sans MT" charset="0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more shortly…</a:t>
            </a:r>
          </a:p>
        </p:txBody>
      </p:sp>
      <p:sp>
        <p:nvSpPr>
          <p:cNvPr id="63" name="Rectangle 3">
            <a:extLst>
              <a:ext uri="{FF2B5EF4-FFF2-40B4-BE49-F238E27FC236}">
                <a16:creationId xmlns:a16="http://schemas.microsoft.com/office/drawing/2014/main" id="{E09403B9-43A8-5149-B58E-34440F6AB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2285" y="4507034"/>
            <a:ext cx="431451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742950" marR="0" lvl="1" indent="-28575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no,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many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processes can be running on same host</a:t>
            </a: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21946457-0440-7A46-8315-47A8A412F95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114764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6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6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6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6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6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 build="p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36C30B-387C-21AF-C00D-CD212B6780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540198D-0994-B32D-6C4C-1C9994E249E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Recap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1C98309B-61F6-67F2-8F64-F96614DB2A1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  <p:sp>
        <p:nvSpPr>
          <p:cNvPr id="4" name="Freeform 66">
            <a:extLst>
              <a:ext uri="{FF2B5EF4-FFF2-40B4-BE49-F238E27FC236}">
                <a16:creationId xmlns:a16="http://schemas.microsoft.com/office/drawing/2014/main" id="{27395D88-2B8D-D304-D449-1A64B6E36180}"/>
              </a:ext>
            </a:extLst>
          </p:cNvPr>
          <p:cNvSpPr>
            <a:spLocks/>
          </p:cNvSpPr>
          <p:nvPr/>
        </p:nvSpPr>
        <p:spPr bwMode="auto">
          <a:xfrm>
            <a:off x="8109948" y="1415091"/>
            <a:ext cx="736600" cy="1998662"/>
          </a:xfrm>
          <a:custGeom>
            <a:avLst/>
            <a:gdLst>
              <a:gd name="T0" fmla="*/ 2147483647 w 464"/>
              <a:gd name="T1" fmla="*/ 2147483647 h 1259"/>
              <a:gd name="T2" fmla="*/ 0 w 464"/>
              <a:gd name="T3" fmla="*/ 0 h 1259"/>
              <a:gd name="T4" fmla="*/ 2147483647 w 464"/>
              <a:gd name="T5" fmla="*/ 2147483647 h 1259"/>
              <a:gd name="T6" fmla="*/ 2147483647 w 464"/>
              <a:gd name="T7" fmla="*/ 2147483647 h 1259"/>
              <a:gd name="T8" fmla="*/ 2147483647 w 464"/>
              <a:gd name="T9" fmla="*/ 2147483647 h 12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64"/>
              <a:gd name="T16" fmla="*/ 0 h 1259"/>
              <a:gd name="T17" fmla="*/ 464 w 464"/>
              <a:gd name="T18" fmla="*/ 1259 h 12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64" h="1259">
                <a:moveTo>
                  <a:pt x="464" y="1060"/>
                </a:moveTo>
                <a:lnTo>
                  <a:pt x="0" y="0"/>
                </a:lnTo>
                <a:lnTo>
                  <a:pt x="6" y="1258"/>
                </a:lnTo>
                <a:lnTo>
                  <a:pt x="382" y="1259"/>
                </a:lnTo>
                <a:lnTo>
                  <a:pt x="464" y="1060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B2B2B2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" name="Freeform 7">
            <a:extLst>
              <a:ext uri="{FF2B5EF4-FFF2-40B4-BE49-F238E27FC236}">
                <a16:creationId xmlns:a16="http://schemas.microsoft.com/office/drawing/2014/main" id="{E1070212-2592-34ED-5C68-8C8814BEFE23}"/>
              </a:ext>
            </a:extLst>
          </p:cNvPr>
          <p:cNvSpPr>
            <a:spLocks/>
          </p:cNvSpPr>
          <p:nvPr/>
        </p:nvSpPr>
        <p:spPr bwMode="auto">
          <a:xfrm>
            <a:off x="4795248" y="2712078"/>
            <a:ext cx="1808162" cy="1031875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Text Box 51">
            <a:extLst>
              <a:ext uri="{FF2B5EF4-FFF2-40B4-BE49-F238E27FC236}">
                <a16:creationId xmlns:a16="http://schemas.microsoft.com/office/drawing/2014/main" id="{828BBAE9-72AA-B5F5-7E59-7B15DC80BB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33398" y="2843841"/>
            <a:ext cx="8747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Internet</a:t>
            </a:r>
          </a:p>
        </p:txBody>
      </p:sp>
      <p:sp>
        <p:nvSpPr>
          <p:cNvPr id="7" name="Line 52">
            <a:extLst>
              <a:ext uri="{FF2B5EF4-FFF2-40B4-BE49-F238E27FC236}">
                <a16:creationId xmlns:a16="http://schemas.microsoft.com/office/drawing/2014/main" id="{2F1DF342-DF5F-E579-54F3-C3AAFD568B9C}"/>
              </a:ext>
            </a:extLst>
          </p:cNvPr>
          <p:cNvSpPr>
            <a:spLocks noChangeShapeType="1"/>
          </p:cNvSpPr>
          <p:nvPr/>
        </p:nvSpPr>
        <p:spPr bwMode="auto">
          <a:xfrm>
            <a:off x="4553948" y="3255003"/>
            <a:ext cx="221138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" name="Freeform 45">
            <a:extLst>
              <a:ext uri="{FF2B5EF4-FFF2-40B4-BE49-F238E27FC236}">
                <a16:creationId xmlns:a16="http://schemas.microsoft.com/office/drawing/2014/main" id="{B39EA8E4-3A47-1951-5F45-3E7583F64E3B}"/>
              </a:ext>
            </a:extLst>
          </p:cNvPr>
          <p:cNvSpPr>
            <a:spLocks/>
          </p:cNvSpPr>
          <p:nvPr/>
        </p:nvSpPr>
        <p:spPr bwMode="auto">
          <a:xfrm>
            <a:off x="2369548" y="1478591"/>
            <a:ext cx="758825" cy="1997075"/>
          </a:xfrm>
          <a:custGeom>
            <a:avLst/>
            <a:gdLst>
              <a:gd name="T0" fmla="*/ 0 w 478"/>
              <a:gd name="T1" fmla="*/ 2147483647 h 1258"/>
              <a:gd name="T2" fmla="*/ 2147483647 w 478"/>
              <a:gd name="T3" fmla="*/ 0 h 1258"/>
              <a:gd name="T4" fmla="*/ 2147483647 w 478"/>
              <a:gd name="T5" fmla="*/ 2147483647 h 1258"/>
              <a:gd name="T6" fmla="*/ 2147483647 w 478"/>
              <a:gd name="T7" fmla="*/ 2147483647 h 1258"/>
              <a:gd name="T8" fmla="*/ 0 w 478"/>
              <a:gd name="T9" fmla="*/ 2147483647 h 125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78"/>
              <a:gd name="T16" fmla="*/ 0 h 1258"/>
              <a:gd name="T17" fmla="*/ 478 w 478"/>
              <a:gd name="T18" fmla="*/ 1258 h 125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78" h="1258">
                <a:moveTo>
                  <a:pt x="0" y="1040"/>
                </a:moveTo>
                <a:lnTo>
                  <a:pt x="478" y="0"/>
                </a:lnTo>
                <a:lnTo>
                  <a:pt x="472" y="1258"/>
                </a:lnTo>
                <a:lnTo>
                  <a:pt x="41" y="1246"/>
                </a:lnTo>
                <a:lnTo>
                  <a:pt x="0" y="1040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B2B2B2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" name="Rectangle 23">
            <a:extLst>
              <a:ext uri="{FF2B5EF4-FFF2-40B4-BE49-F238E27FC236}">
                <a16:creationId xmlns:a16="http://schemas.microsoft.com/office/drawing/2014/main" id="{B9F0A111-DAA3-52F1-53BB-A79FE8CD63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2823" y="1434141"/>
            <a:ext cx="1296987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" name="Rectangle 24">
            <a:extLst>
              <a:ext uri="{FF2B5EF4-FFF2-40B4-BE49-F238E27FC236}">
                <a16:creationId xmlns:a16="http://schemas.microsoft.com/office/drawing/2014/main" id="{55DE67F7-7F0D-1053-11E9-863E7D0FC9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4723" y="1488116"/>
            <a:ext cx="1273175" cy="1979612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" name="Line 25">
            <a:extLst>
              <a:ext uri="{FF2B5EF4-FFF2-40B4-BE49-F238E27FC236}">
                <a16:creationId xmlns:a16="http://schemas.microsoft.com/office/drawing/2014/main" id="{4613A8BE-F5D5-0F89-4C52-A689ACA426A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4248" y="2248528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" name="Text Box 26">
            <a:extLst>
              <a:ext uri="{FF2B5EF4-FFF2-40B4-BE49-F238E27FC236}">
                <a16:creationId xmlns:a16="http://schemas.microsoft.com/office/drawing/2014/main" id="{BCD8C4C1-A2A1-ACEB-1EF5-E776BA1DCB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01385" y="2231066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15" name="Line 27">
            <a:extLst>
              <a:ext uri="{FF2B5EF4-FFF2-40B4-BE49-F238E27FC236}">
                <a16:creationId xmlns:a16="http://schemas.microsoft.com/office/drawing/2014/main" id="{ED126E22-1745-6A54-2BD1-CB28B5A3252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52185" y="2569203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" name="Line 28">
            <a:extLst>
              <a:ext uri="{FF2B5EF4-FFF2-40B4-BE49-F238E27FC236}">
                <a16:creationId xmlns:a16="http://schemas.microsoft.com/office/drawing/2014/main" id="{9CD7D474-BD1B-2D84-E9A0-36D84ABE182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7898" y="2878766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" name="Line 29">
            <a:extLst>
              <a:ext uri="{FF2B5EF4-FFF2-40B4-BE49-F238E27FC236}">
                <a16:creationId xmlns:a16="http://schemas.microsoft.com/office/drawing/2014/main" id="{183A326B-D7A7-EB8A-3039-B5C9D775877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7898" y="3164516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" name="Text Box 26">
            <a:extLst>
              <a:ext uri="{FF2B5EF4-FFF2-40B4-BE49-F238E27FC236}">
                <a16:creationId xmlns:a16="http://schemas.microsoft.com/office/drawing/2014/main" id="{BB7B5E4B-608F-5284-D5C8-CCBBD971E3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6310" y="1478591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19" name="Text Box 26">
            <a:extLst>
              <a:ext uri="{FF2B5EF4-FFF2-40B4-BE49-F238E27FC236}">
                <a16:creationId xmlns:a16="http://schemas.microsoft.com/office/drawing/2014/main" id="{AA82E77C-E56C-4270-06D9-FA01BC8D68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1860" y="3135941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sp>
        <p:nvSpPr>
          <p:cNvPr id="20" name="Text Box 26">
            <a:extLst>
              <a:ext uri="{FF2B5EF4-FFF2-40B4-BE49-F238E27FC236}">
                <a16:creationId xmlns:a16="http://schemas.microsoft.com/office/drawing/2014/main" id="{56D6F160-90C2-7F4F-8EF9-010D60B1E9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0910" y="2850191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21" name="Text Box 26">
            <a:extLst>
              <a:ext uri="{FF2B5EF4-FFF2-40B4-BE49-F238E27FC236}">
                <a16:creationId xmlns:a16="http://schemas.microsoft.com/office/drawing/2014/main" id="{E69284C5-BAAE-13E2-A7D2-CF70A81A08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01385" y="2554916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28" name="Rectangle 23">
            <a:extLst>
              <a:ext uri="{FF2B5EF4-FFF2-40B4-BE49-F238E27FC236}">
                <a16:creationId xmlns:a16="http://schemas.microsoft.com/office/drawing/2014/main" id="{CBEB59E9-567D-F5CE-A5D2-7EB31A240B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5185" y="1405566"/>
            <a:ext cx="1296988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9" name="Rectangle 24">
            <a:extLst>
              <a:ext uri="{FF2B5EF4-FFF2-40B4-BE49-F238E27FC236}">
                <a16:creationId xmlns:a16="http://schemas.microsoft.com/office/drawing/2014/main" id="{6EA2F58E-7FC1-F378-9A92-F51A610B61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7085" y="1459541"/>
            <a:ext cx="1273175" cy="1979612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0" name="Line 25">
            <a:extLst>
              <a:ext uri="{FF2B5EF4-FFF2-40B4-BE49-F238E27FC236}">
                <a16:creationId xmlns:a16="http://schemas.microsoft.com/office/drawing/2014/main" id="{6DD7E0B3-BD08-58FC-2D7E-2BDC45B94A6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06610" y="2219953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1" name="Text Box 26">
            <a:extLst>
              <a:ext uri="{FF2B5EF4-FFF2-40B4-BE49-F238E27FC236}">
                <a16:creationId xmlns:a16="http://schemas.microsoft.com/office/drawing/2014/main" id="{3AA37C3D-5BDE-105E-A33F-BF308D9CC3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63748" y="2202491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32" name="Line 27">
            <a:extLst>
              <a:ext uri="{FF2B5EF4-FFF2-40B4-BE49-F238E27FC236}">
                <a16:creationId xmlns:a16="http://schemas.microsoft.com/office/drawing/2014/main" id="{7E2ED6EE-0D37-3993-1F80-D86F28256293}"/>
              </a:ext>
            </a:extLst>
          </p:cNvPr>
          <p:cNvSpPr>
            <a:spLocks noChangeShapeType="1"/>
          </p:cNvSpPr>
          <p:nvPr/>
        </p:nvSpPr>
        <p:spPr bwMode="auto">
          <a:xfrm>
            <a:off x="6814548" y="2540628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" name="Line 28">
            <a:extLst>
              <a:ext uri="{FF2B5EF4-FFF2-40B4-BE49-F238E27FC236}">
                <a16:creationId xmlns:a16="http://schemas.microsoft.com/office/drawing/2014/main" id="{D9E5EB73-2D02-A08F-C57A-3AEAF88908B4}"/>
              </a:ext>
            </a:extLst>
          </p:cNvPr>
          <p:cNvSpPr>
            <a:spLocks noChangeShapeType="1"/>
          </p:cNvSpPr>
          <p:nvPr/>
        </p:nvSpPr>
        <p:spPr bwMode="auto">
          <a:xfrm>
            <a:off x="6800260" y="2850191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4" name="Line 29">
            <a:extLst>
              <a:ext uri="{FF2B5EF4-FFF2-40B4-BE49-F238E27FC236}">
                <a16:creationId xmlns:a16="http://schemas.microsoft.com/office/drawing/2014/main" id="{2447BAD7-7241-D422-B191-D9063EA4E93A}"/>
              </a:ext>
            </a:extLst>
          </p:cNvPr>
          <p:cNvSpPr>
            <a:spLocks noChangeShapeType="1"/>
          </p:cNvSpPr>
          <p:nvPr/>
        </p:nvSpPr>
        <p:spPr bwMode="auto">
          <a:xfrm>
            <a:off x="6800260" y="3135941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5" name="Text Box 26">
            <a:extLst>
              <a:ext uri="{FF2B5EF4-FFF2-40B4-BE49-F238E27FC236}">
                <a16:creationId xmlns:a16="http://schemas.microsoft.com/office/drawing/2014/main" id="{10E8642F-2D98-ACB3-444C-C766478032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98673" y="1450016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36" name="Text Box 26">
            <a:extLst>
              <a:ext uri="{FF2B5EF4-FFF2-40B4-BE49-F238E27FC236}">
                <a16:creationId xmlns:a16="http://schemas.microsoft.com/office/drawing/2014/main" id="{F8A8D999-83E2-1D51-4DBE-D3757188A1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54223" y="3107366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sp>
        <p:nvSpPr>
          <p:cNvPr id="37" name="Text Box 26">
            <a:extLst>
              <a:ext uri="{FF2B5EF4-FFF2-40B4-BE49-F238E27FC236}">
                <a16:creationId xmlns:a16="http://schemas.microsoft.com/office/drawing/2014/main" id="{BA312B47-4D44-B45F-26A1-F53AD8D0E0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73273" y="2821616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38" name="Text Box 26">
            <a:extLst>
              <a:ext uri="{FF2B5EF4-FFF2-40B4-BE49-F238E27FC236}">
                <a16:creationId xmlns:a16="http://schemas.microsoft.com/office/drawing/2014/main" id="{C36F73FE-6435-9372-E7A5-79FC9682A2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63748" y="2526341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grpSp>
        <p:nvGrpSpPr>
          <p:cNvPr id="51" name="Group 96">
            <a:extLst>
              <a:ext uri="{FF2B5EF4-FFF2-40B4-BE49-F238E27FC236}">
                <a16:creationId xmlns:a16="http://schemas.microsoft.com/office/drawing/2014/main" id="{FC53A857-AA6D-BA31-7A50-3838D3E5B6EB}"/>
              </a:ext>
            </a:extLst>
          </p:cNvPr>
          <p:cNvGrpSpPr>
            <a:grpSpLocks/>
          </p:cNvGrpSpPr>
          <p:nvPr/>
        </p:nvGrpSpPr>
        <p:grpSpPr bwMode="auto">
          <a:xfrm>
            <a:off x="1945685" y="2791453"/>
            <a:ext cx="719138" cy="773113"/>
            <a:chOff x="-44" y="1473"/>
            <a:chExt cx="981" cy="1105"/>
          </a:xfrm>
        </p:grpSpPr>
        <p:pic>
          <p:nvPicPr>
            <p:cNvPr id="52" name="Picture 97" descr="desktop_computer_stylized_medium">
              <a:extLst>
                <a:ext uri="{FF2B5EF4-FFF2-40B4-BE49-F238E27FC236}">
                  <a16:creationId xmlns:a16="http://schemas.microsoft.com/office/drawing/2014/main" id="{1B88729E-926F-EBF8-5D3E-496F544478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3" name="Freeform 98">
              <a:extLst>
                <a:ext uri="{FF2B5EF4-FFF2-40B4-BE49-F238E27FC236}">
                  <a16:creationId xmlns:a16="http://schemas.microsoft.com/office/drawing/2014/main" id="{B21E7CE2-B931-491D-DAAA-8F009F0D79C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54" name="Group 99">
            <a:extLst>
              <a:ext uri="{FF2B5EF4-FFF2-40B4-BE49-F238E27FC236}">
                <a16:creationId xmlns:a16="http://schemas.microsoft.com/office/drawing/2014/main" id="{F0F683A0-48A3-2BF3-916B-38F5ACA75BD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641760" y="2986716"/>
            <a:ext cx="719138" cy="773112"/>
            <a:chOff x="-44" y="1473"/>
            <a:chExt cx="981" cy="1105"/>
          </a:xfrm>
        </p:grpSpPr>
        <p:pic>
          <p:nvPicPr>
            <p:cNvPr id="55" name="Picture 100" descr="desktop_computer_stylized_medium">
              <a:extLst>
                <a:ext uri="{FF2B5EF4-FFF2-40B4-BE49-F238E27FC236}">
                  <a16:creationId xmlns:a16="http://schemas.microsoft.com/office/drawing/2014/main" id="{E221D156-3C8A-3CEF-4F3B-0CE7A3F5CB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" name="Freeform 101">
              <a:extLst>
                <a:ext uri="{FF2B5EF4-FFF2-40B4-BE49-F238E27FC236}">
                  <a16:creationId xmlns:a16="http://schemas.microsoft.com/office/drawing/2014/main" id="{320F779C-FAC2-C2BC-93E5-0E58529090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22702780-D397-9814-A5F7-A98F55F6E603}"/>
              </a:ext>
            </a:extLst>
          </p:cNvPr>
          <p:cNvGrpSpPr/>
          <p:nvPr/>
        </p:nvGrpSpPr>
        <p:grpSpPr>
          <a:xfrm>
            <a:off x="4407898" y="1537063"/>
            <a:ext cx="2391163" cy="389744"/>
            <a:chOff x="4423962" y="1846294"/>
            <a:chExt cx="2391163" cy="389744"/>
          </a:xfrm>
        </p:grpSpPr>
        <p:cxnSp>
          <p:nvCxnSpPr>
            <p:cNvPr id="58" name="Straight Arrow Connector 57">
              <a:extLst>
                <a:ext uri="{FF2B5EF4-FFF2-40B4-BE49-F238E27FC236}">
                  <a16:creationId xmlns:a16="http://schemas.microsoft.com/office/drawing/2014/main" id="{02AEA837-5FC4-7E2F-2206-9469E042AD90}"/>
                </a:ext>
              </a:extLst>
            </p:cNvPr>
            <p:cNvCxnSpPr>
              <a:cxnSpLocks/>
            </p:cNvCxnSpPr>
            <p:nvPr/>
          </p:nvCxnSpPr>
          <p:spPr>
            <a:xfrm>
              <a:off x="4423962" y="1993691"/>
              <a:ext cx="2391163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F74CE6A8-A68E-9FD7-AC78-08C06E5F823D}"/>
                </a:ext>
              </a:extLst>
            </p:cNvPr>
            <p:cNvSpPr/>
            <p:nvPr/>
          </p:nvSpPr>
          <p:spPr>
            <a:xfrm>
              <a:off x="5378114" y="1846294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60" name="Group 175">
              <a:extLst>
                <a:ext uri="{FF2B5EF4-FFF2-40B4-BE49-F238E27FC236}">
                  <a16:creationId xmlns:a16="http://schemas.microsoft.com/office/drawing/2014/main" id="{1E2484B5-7ACC-2603-9B28-1766CFDE14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93081" y="1857555"/>
              <a:ext cx="679450" cy="301625"/>
              <a:chOff x="427" y="1553"/>
              <a:chExt cx="428" cy="190"/>
            </a:xfrm>
          </p:grpSpPr>
          <p:sp>
            <p:nvSpPr>
              <p:cNvPr id="61" name="Rectangle 176">
                <a:extLst>
                  <a:ext uri="{FF2B5EF4-FFF2-40B4-BE49-F238E27FC236}">
                    <a16:creationId xmlns:a16="http://schemas.microsoft.com/office/drawing/2014/main" id="{43E299D1-5328-BCA4-4293-D029CBDE00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2" name="Rectangle 177">
                <a:extLst>
                  <a:ext uri="{FF2B5EF4-FFF2-40B4-BE49-F238E27FC236}">
                    <a16:creationId xmlns:a16="http://schemas.microsoft.com/office/drawing/2014/main" id="{3CAFCE8C-8041-B587-97DF-8EDBCA6D6C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66" name="Oval 57">
            <a:extLst>
              <a:ext uri="{FF2B5EF4-FFF2-40B4-BE49-F238E27FC236}">
                <a16:creationId xmlns:a16="http://schemas.microsoft.com/office/drawing/2014/main" id="{F1FB9035-378D-363C-E465-571F150D86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9660" y="1753228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process</a:t>
            </a:r>
          </a:p>
        </p:txBody>
      </p:sp>
      <p:sp>
        <p:nvSpPr>
          <p:cNvPr id="67" name="Oval 78">
            <a:extLst>
              <a:ext uri="{FF2B5EF4-FFF2-40B4-BE49-F238E27FC236}">
                <a16:creationId xmlns:a16="http://schemas.microsoft.com/office/drawing/2014/main" id="{0C2DC12D-084A-B3F0-1E8A-403F5EBF8E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32023" y="1724653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process</a:t>
            </a:r>
          </a:p>
        </p:txBody>
      </p:sp>
      <p:sp>
        <p:nvSpPr>
          <p:cNvPr id="72" name="Rectangle 3">
            <a:extLst>
              <a:ext uri="{FF2B5EF4-FFF2-40B4-BE49-F238E27FC236}">
                <a16:creationId xmlns:a16="http://schemas.microsoft.com/office/drawing/2014/main" id="{51FEE726-EB24-7860-04F7-F974CA473100}"/>
              </a:ext>
            </a:extLst>
          </p:cNvPr>
          <p:cNvSpPr txBox="1">
            <a:spLocks noChangeArrowheads="1"/>
          </p:cNvSpPr>
          <p:nvPr/>
        </p:nvSpPr>
        <p:spPr>
          <a:xfrm>
            <a:off x="1287482" y="4168889"/>
            <a:ext cx="9092890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Two modes: </a:t>
            </a:r>
            <a:endParaRPr kumimoji="0" lang="en-US" altLang="en-US" sz="2800" b="0" i="1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lvl="1" indent="-222250"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/>
            </a:pPr>
            <a:r>
              <a:rPr kumimoji="0" lang="en-US" alt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Client-Server</a:t>
            </a:r>
            <a:r>
              <a:rPr kumimoji="0" lang="en-US" altLang="en-US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V.S. P2P</a:t>
            </a:r>
          </a:p>
        </p:txBody>
      </p:sp>
    </p:spTree>
    <p:extLst>
      <p:ext uri="{BB962C8B-B14F-4D97-AF65-F5344CB8AC3E}">
        <p14:creationId xmlns:p14="http://schemas.microsoft.com/office/powerpoint/2010/main" val="13215121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 animBg="1"/>
      <p:bldP spid="67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A21A4B5-EE7B-05E1-EF04-A17F229534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Recap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01F7AED-9418-F960-2110-89E7D581C5E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  <p:sp>
        <p:nvSpPr>
          <p:cNvPr id="4" name="Freeform 66">
            <a:extLst>
              <a:ext uri="{FF2B5EF4-FFF2-40B4-BE49-F238E27FC236}">
                <a16:creationId xmlns:a16="http://schemas.microsoft.com/office/drawing/2014/main" id="{78A3BDED-F27A-F9BC-CC36-6A80161F8DA5}"/>
              </a:ext>
            </a:extLst>
          </p:cNvPr>
          <p:cNvSpPr>
            <a:spLocks/>
          </p:cNvSpPr>
          <p:nvPr/>
        </p:nvSpPr>
        <p:spPr bwMode="auto">
          <a:xfrm>
            <a:off x="8109948" y="1415091"/>
            <a:ext cx="736600" cy="1998662"/>
          </a:xfrm>
          <a:custGeom>
            <a:avLst/>
            <a:gdLst>
              <a:gd name="T0" fmla="*/ 2147483647 w 464"/>
              <a:gd name="T1" fmla="*/ 2147483647 h 1259"/>
              <a:gd name="T2" fmla="*/ 0 w 464"/>
              <a:gd name="T3" fmla="*/ 0 h 1259"/>
              <a:gd name="T4" fmla="*/ 2147483647 w 464"/>
              <a:gd name="T5" fmla="*/ 2147483647 h 1259"/>
              <a:gd name="T6" fmla="*/ 2147483647 w 464"/>
              <a:gd name="T7" fmla="*/ 2147483647 h 1259"/>
              <a:gd name="T8" fmla="*/ 2147483647 w 464"/>
              <a:gd name="T9" fmla="*/ 2147483647 h 12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64"/>
              <a:gd name="T16" fmla="*/ 0 h 1259"/>
              <a:gd name="T17" fmla="*/ 464 w 464"/>
              <a:gd name="T18" fmla="*/ 1259 h 12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64" h="1259">
                <a:moveTo>
                  <a:pt x="464" y="1060"/>
                </a:moveTo>
                <a:lnTo>
                  <a:pt x="0" y="0"/>
                </a:lnTo>
                <a:lnTo>
                  <a:pt x="6" y="1258"/>
                </a:lnTo>
                <a:lnTo>
                  <a:pt x="382" y="1259"/>
                </a:lnTo>
                <a:lnTo>
                  <a:pt x="464" y="1060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B2B2B2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" name="Freeform 7">
            <a:extLst>
              <a:ext uri="{FF2B5EF4-FFF2-40B4-BE49-F238E27FC236}">
                <a16:creationId xmlns:a16="http://schemas.microsoft.com/office/drawing/2014/main" id="{ABE3677F-FA3E-AD56-A564-5706D6BE6AEE}"/>
              </a:ext>
            </a:extLst>
          </p:cNvPr>
          <p:cNvSpPr>
            <a:spLocks/>
          </p:cNvSpPr>
          <p:nvPr/>
        </p:nvSpPr>
        <p:spPr bwMode="auto">
          <a:xfrm>
            <a:off x="4795248" y="2712078"/>
            <a:ext cx="1808162" cy="1031875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Text Box 51">
            <a:extLst>
              <a:ext uri="{FF2B5EF4-FFF2-40B4-BE49-F238E27FC236}">
                <a16:creationId xmlns:a16="http://schemas.microsoft.com/office/drawing/2014/main" id="{D9E91667-5909-F087-A32F-456B7A4A52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33398" y="2843841"/>
            <a:ext cx="8747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Internet</a:t>
            </a:r>
          </a:p>
        </p:txBody>
      </p:sp>
      <p:sp>
        <p:nvSpPr>
          <p:cNvPr id="7" name="Line 52">
            <a:extLst>
              <a:ext uri="{FF2B5EF4-FFF2-40B4-BE49-F238E27FC236}">
                <a16:creationId xmlns:a16="http://schemas.microsoft.com/office/drawing/2014/main" id="{ADC36A07-3B7E-AE8E-7DE1-E62167E40906}"/>
              </a:ext>
            </a:extLst>
          </p:cNvPr>
          <p:cNvSpPr>
            <a:spLocks noChangeShapeType="1"/>
          </p:cNvSpPr>
          <p:nvPr/>
        </p:nvSpPr>
        <p:spPr bwMode="auto">
          <a:xfrm>
            <a:off x="4553948" y="3255003"/>
            <a:ext cx="221138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" name="Text Box 53">
            <a:extLst>
              <a:ext uri="{FF2B5EF4-FFF2-40B4-BE49-F238E27FC236}">
                <a16:creationId xmlns:a16="http://schemas.microsoft.com/office/drawing/2014/main" id="{07217F8E-1EB9-D988-B6CD-FA7396B338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75085" y="2480303"/>
            <a:ext cx="1063625" cy="825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controlled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by OS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" name="Text Box 56">
            <a:extLst>
              <a:ext uri="{FF2B5EF4-FFF2-40B4-BE49-F238E27FC236}">
                <a16:creationId xmlns:a16="http://schemas.microsoft.com/office/drawing/2014/main" id="{95CF092F-6D17-14A4-E388-E574081A97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52860" y="1580191"/>
            <a:ext cx="1470025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controlled by</a:t>
            </a:r>
          </a:p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app developer</a:t>
            </a:r>
          </a:p>
        </p:txBody>
      </p:sp>
      <p:sp>
        <p:nvSpPr>
          <p:cNvPr id="10" name="Freeform 45">
            <a:extLst>
              <a:ext uri="{FF2B5EF4-FFF2-40B4-BE49-F238E27FC236}">
                <a16:creationId xmlns:a16="http://schemas.microsoft.com/office/drawing/2014/main" id="{AADEB147-F208-8417-F712-54C3876DF819}"/>
              </a:ext>
            </a:extLst>
          </p:cNvPr>
          <p:cNvSpPr>
            <a:spLocks/>
          </p:cNvSpPr>
          <p:nvPr/>
        </p:nvSpPr>
        <p:spPr bwMode="auto">
          <a:xfrm>
            <a:off x="2369548" y="1478591"/>
            <a:ext cx="758825" cy="1997075"/>
          </a:xfrm>
          <a:custGeom>
            <a:avLst/>
            <a:gdLst>
              <a:gd name="T0" fmla="*/ 0 w 478"/>
              <a:gd name="T1" fmla="*/ 2147483647 h 1258"/>
              <a:gd name="T2" fmla="*/ 2147483647 w 478"/>
              <a:gd name="T3" fmla="*/ 0 h 1258"/>
              <a:gd name="T4" fmla="*/ 2147483647 w 478"/>
              <a:gd name="T5" fmla="*/ 2147483647 h 1258"/>
              <a:gd name="T6" fmla="*/ 2147483647 w 478"/>
              <a:gd name="T7" fmla="*/ 2147483647 h 1258"/>
              <a:gd name="T8" fmla="*/ 0 w 478"/>
              <a:gd name="T9" fmla="*/ 2147483647 h 125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78"/>
              <a:gd name="T16" fmla="*/ 0 h 1258"/>
              <a:gd name="T17" fmla="*/ 478 w 478"/>
              <a:gd name="T18" fmla="*/ 1258 h 125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78" h="1258">
                <a:moveTo>
                  <a:pt x="0" y="1040"/>
                </a:moveTo>
                <a:lnTo>
                  <a:pt x="478" y="0"/>
                </a:lnTo>
                <a:lnTo>
                  <a:pt x="472" y="1258"/>
                </a:lnTo>
                <a:lnTo>
                  <a:pt x="41" y="1246"/>
                </a:lnTo>
                <a:lnTo>
                  <a:pt x="0" y="1040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B2B2B2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" name="Rectangle 23">
            <a:extLst>
              <a:ext uri="{FF2B5EF4-FFF2-40B4-BE49-F238E27FC236}">
                <a16:creationId xmlns:a16="http://schemas.microsoft.com/office/drawing/2014/main" id="{D0B45789-27CE-EB41-6A78-D05BED045D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2823" y="1434141"/>
            <a:ext cx="1296987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" name="Rectangle 24">
            <a:extLst>
              <a:ext uri="{FF2B5EF4-FFF2-40B4-BE49-F238E27FC236}">
                <a16:creationId xmlns:a16="http://schemas.microsoft.com/office/drawing/2014/main" id="{F160EA5A-2E24-12A9-E18F-EB0B9C7544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4723" y="1488116"/>
            <a:ext cx="1273175" cy="1979612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" name="Line 25">
            <a:extLst>
              <a:ext uri="{FF2B5EF4-FFF2-40B4-BE49-F238E27FC236}">
                <a16:creationId xmlns:a16="http://schemas.microsoft.com/office/drawing/2014/main" id="{2D270D46-2853-9B59-4739-0AE7A5C047E6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4248" y="2248528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" name="Text Box 26">
            <a:extLst>
              <a:ext uri="{FF2B5EF4-FFF2-40B4-BE49-F238E27FC236}">
                <a16:creationId xmlns:a16="http://schemas.microsoft.com/office/drawing/2014/main" id="{BF970739-8F93-594F-F6BF-904A9A36C7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01385" y="2231066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15" name="Line 27">
            <a:extLst>
              <a:ext uri="{FF2B5EF4-FFF2-40B4-BE49-F238E27FC236}">
                <a16:creationId xmlns:a16="http://schemas.microsoft.com/office/drawing/2014/main" id="{C753B3AF-ADEB-60C9-8FE8-7B8F800229E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52185" y="2569203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" name="Line 28">
            <a:extLst>
              <a:ext uri="{FF2B5EF4-FFF2-40B4-BE49-F238E27FC236}">
                <a16:creationId xmlns:a16="http://schemas.microsoft.com/office/drawing/2014/main" id="{E16E7BC1-F1E1-ACC0-A22C-92A43DE494F6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7898" y="2878766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" name="Line 29">
            <a:extLst>
              <a:ext uri="{FF2B5EF4-FFF2-40B4-BE49-F238E27FC236}">
                <a16:creationId xmlns:a16="http://schemas.microsoft.com/office/drawing/2014/main" id="{B8CB327E-A748-E0EC-DFC9-173E2B09E3C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7898" y="3164516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" name="Text Box 26">
            <a:extLst>
              <a:ext uri="{FF2B5EF4-FFF2-40B4-BE49-F238E27FC236}">
                <a16:creationId xmlns:a16="http://schemas.microsoft.com/office/drawing/2014/main" id="{A8DC7137-5E9B-32A2-CD4B-DC290264D5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6310" y="1478591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19" name="Text Box 26">
            <a:extLst>
              <a:ext uri="{FF2B5EF4-FFF2-40B4-BE49-F238E27FC236}">
                <a16:creationId xmlns:a16="http://schemas.microsoft.com/office/drawing/2014/main" id="{147E809C-7A57-E70C-CE3B-558C22B466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1860" y="3135941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sp>
        <p:nvSpPr>
          <p:cNvPr id="20" name="Text Box 26">
            <a:extLst>
              <a:ext uri="{FF2B5EF4-FFF2-40B4-BE49-F238E27FC236}">
                <a16:creationId xmlns:a16="http://schemas.microsoft.com/office/drawing/2014/main" id="{D9BCD0C2-2F0B-727F-9AE5-60E04B2A99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0910" y="2850191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21" name="Text Box 26">
            <a:extLst>
              <a:ext uri="{FF2B5EF4-FFF2-40B4-BE49-F238E27FC236}">
                <a16:creationId xmlns:a16="http://schemas.microsoft.com/office/drawing/2014/main" id="{2CE06B96-FB11-820D-6F5D-747EC24A02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01385" y="2554916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22" name="Oval 57">
            <a:extLst>
              <a:ext uri="{FF2B5EF4-FFF2-40B4-BE49-F238E27FC236}">
                <a16:creationId xmlns:a16="http://schemas.microsoft.com/office/drawing/2014/main" id="{39D11F62-2FBB-7A93-5C0D-6D26A439F9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9660" y="1753228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process</a:t>
            </a:r>
          </a:p>
        </p:txBody>
      </p:sp>
      <p:grpSp>
        <p:nvGrpSpPr>
          <p:cNvPr id="23" name="Group 58">
            <a:extLst>
              <a:ext uri="{FF2B5EF4-FFF2-40B4-BE49-F238E27FC236}">
                <a16:creationId xmlns:a16="http://schemas.microsoft.com/office/drawing/2014/main" id="{8573B633-B6E3-5AE7-1A11-4D01FBF3E4F9}"/>
              </a:ext>
            </a:extLst>
          </p:cNvPr>
          <p:cNvGrpSpPr>
            <a:grpSpLocks/>
          </p:cNvGrpSpPr>
          <p:nvPr/>
        </p:nvGrpSpPr>
        <p:grpSpPr bwMode="auto">
          <a:xfrm>
            <a:off x="3517310" y="2113591"/>
            <a:ext cx="546100" cy="225425"/>
            <a:chOff x="1287" y="2524"/>
            <a:chExt cx="260" cy="100"/>
          </a:xfrm>
        </p:grpSpPr>
        <p:sp>
          <p:nvSpPr>
            <p:cNvPr id="24" name="Rectangle 59">
              <a:extLst>
                <a:ext uri="{FF2B5EF4-FFF2-40B4-BE49-F238E27FC236}">
                  <a16:creationId xmlns:a16="http://schemas.microsoft.com/office/drawing/2014/main" id="{B3C77E7E-DB33-0A1F-A5C4-7674445302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C96B72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" name="Rectangle 60">
              <a:extLst>
                <a:ext uri="{FF2B5EF4-FFF2-40B4-BE49-F238E27FC236}">
                  <a16:creationId xmlns:a16="http://schemas.microsoft.com/office/drawing/2014/main" id="{5E81CFD3-EA4D-CDE8-EC0B-975AEDAF4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" name="Rectangle 61">
              <a:extLst>
                <a:ext uri="{FF2B5EF4-FFF2-40B4-BE49-F238E27FC236}">
                  <a16:creationId xmlns:a16="http://schemas.microsoft.com/office/drawing/2014/main" id="{89B29634-70D4-A9B9-42D1-A4227994C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0000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" name="Rectangle 62">
              <a:extLst>
                <a:ext uri="{FF2B5EF4-FFF2-40B4-BE49-F238E27FC236}">
                  <a16:creationId xmlns:a16="http://schemas.microsoft.com/office/drawing/2014/main" id="{A6720C72-1C02-E165-3899-33CF50940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0000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28" name="Rectangle 23">
            <a:extLst>
              <a:ext uri="{FF2B5EF4-FFF2-40B4-BE49-F238E27FC236}">
                <a16:creationId xmlns:a16="http://schemas.microsoft.com/office/drawing/2014/main" id="{F730F57B-D1DE-570B-BEF6-F1D682AC91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5185" y="1405566"/>
            <a:ext cx="1296988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9" name="Rectangle 24">
            <a:extLst>
              <a:ext uri="{FF2B5EF4-FFF2-40B4-BE49-F238E27FC236}">
                <a16:creationId xmlns:a16="http://schemas.microsoft.com/office/drawing/2014/main" id="{8746198E-14A0-4F83-009C-2CCE3B76A1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7085" y="1459541"/>
            <a:ext cx="1273175" cy="1979612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0" name="Line 25">
            <a:extLst>
              <a:ext uri="{FF2B5EF4-FFF2-40B4-BE49-F238E27FC236}">
                <a16:creationId xmlns:a16="http://schemas.microsoft.com/office/drawing/2014/main" id="{BB68171D-DA79-F689-0598-0FED1F22107D}"/>
              </a:ext>
            </a:extLst>
          </p:cNvPr>
          <p:cNvSpPr>
            <a:spLocks noChangeShapeType="1"/>
          </p:cNvSpPr>
          <p:nvPr/>
        </p:nvSpPr>
        <p:spPr bwMode="auto">
          <a:xfrm>
            <a:off x="6806610" y="2219953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1" name="Text Box 26">
            <a:extLst>
              <a:ext uri="{FF2B5EF4-FFF2-40B4-BE49-F238E27FC236}">
                <a16:creationId xmlns:a16="http://schemas.microsoft.com/office/drawing/2014/main" id="{324F5BD8-C077-BD17-66E3-BB99B39B5C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63748" y="2202491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32" name="Line 27">
            <a:extLst>
              <a:ext uri="{FF2B5EF4-FFF2-40B4-BE49-F238E27FC236}">
                <a16:creationId xmlns:a16="http://schemas.microsoft.com/office/drawing/2014/main" id="{2D572F60-FB75-642A-907A-EB77FF7301D5}"/>
              </a:ext>
            </a:extLst>
          </p:cNvPr>
          <p:cNvSpPr>
            <a:spLocks noChangeShapeType="1"/>
          </p:cNvSpPr>
          <p:nvPr/>
        </p:nvSpPr>
        <p:spPr bwMode="auto">
          <a:xfrm>
            <a:off x="6814548" y="2540628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" name="Line 28">
            <a:extLst>
              <a:ext uri="{FF2B5EF4-FFF2-40B4-BE49-F238E27FC236}">
                <a16:creationId xmlns:a16="http://schemas.microsoft.com/office/drawing/2014/main" id="{30BC1E6B-5EBC-A9DB-333A-7D9AE1FC74EC}"/>
              </a:ext>
            </a:extLst>
          </p:cNvPr>
          <p:cNvSpPr>
            <a:spLocks noChangeShapeType="1"/>
          </p:cNvSpPr>
          <p:nvPr/>
        </p:nvSpPr>
        <p:spPr bwMode="auto">
          <a:xfrm>
            <a:off x="6800260" y="2850191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4" name="Line 29">
            <a:extLst>
              <a:ext uri="{FF2B5EF4-FFF2-40B4-BE49-F238E27FC236}">
                <a16:creationId xmlns:a16="http://schemas.microsoft.com/office/drawing/2014/main" id="{E6D492CB-4A4E-4FEE-E2C4-A1E17FE28CD7}"/>
              </a:ext>
            </a:extLst>
          </p:cNvPr>
          <p:cNvSpPr>
            <a:spLocks noChangeShapeType="1"/>
          </p:cNvSpPr>
          <p:nvPr/>
        </p:nvSpPr>
        <p:spPr bwMode="auto">
          <a:xfrm>
            <a:off x="6800260" y="3135941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5" name="Text Box 26">
            <a:extLst>
              <a:ext uri="{FF2B5EF4-FFF2-40B4-BE49-F238E27FC236}">
                <a16:creationId xmlns:a16="http://schemas.microsoft.com/office/drawing/2014/main" id="{DF079072-DA26-43B5-2E18-0059F02BE6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98673" y="1450016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36" name="Text Box 26">
            <a:extLst>
              <a:ext uri="{FF2B5EF4-FFF2-40B4-BE49-F238E27FC236}">
                <a16:creationId xmlns:a16="http://schemas.microsoft.com/office/drawing/2014/main" id="{9D1F47CB-A776-711E-80DC-1CA1E51DA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54223" y="3107366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sp>
        <p:nvSpPr>
          <p:cNvPr id="37" name="Text Box 26">
            <a:extLst>
              <a:ext uri="{FF2B5EF4-FFF2-40B4-BE49-F238E27FC236}">
                <a16:creationId xmlns:a16="http://schemas.microsoft.com/office/drawing/2014/main" id="{F0638C66-A266-C351-D311-823001CF61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73273" y="2821616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38" name="Text Box 26">
            <a:extLst>
              <a:ext uri="{FF2B5EF4-FFF2-40B4-BE49-F238E27FC236}">
                <a16:creationId xmlns:a16="http://schemas.microsoft.com/office/drawing/2014/main" id="{941FFFC7-4B08-BD3E-CB4D-568FD40D89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63748" y="2526341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39" name="Oval 78">
            <a:extLst>
              <a:ext uri="{FF2B5EF4-FFF2-40B4-BE49-F238E27FC236}">
                <a16:creationId xmlns:a16="http://schemas.microsoft.com/office/drawing/2014/main" id="{9D21B1BD-C895-14CE-801A-0CC45EE89A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32023" y="1724653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process</a:t>
            </a:r>
          </a:p>
        </p:txBody>
      </p:sp>
      <p:grpSp>
        <p:nvGrpSpPr>
          <p:cNvPr id="40" name="Group 79">
            <a:extLst>
              <a:ext uri="{FF2B5EF4-FFF2-40B4-BE49-F238E27FC236}">
                <a16:creationId xmlns:a16="http://schemas.microsoft.com/office/drawing/2014/main" id="{A14DD5BA-96A4-6A41-6FBF-BEC112F267CE}"/>
              </a:ext>
            </a:extLst>
          </p:cNvPr>
          <p:cNvGrpSpPr>
            <a:grpSpLocks/>
          </p:cNvGrpSpPr>
          <p:nvPr/>
        </p:nvGrpSpPr>
        <p:grpSpPr bwMode="auto">
          <a:xfrm>
            <a:off x="7179673" y="2085016"/>
            <a:ext cx="546100" cy="225425"/>
            <a:chOff x="1287" y="2524"/>
            <a:chExt cx="260" cy="100"/>
          </a:xfrm>
        </p:grpSpPr>
        <p:sp>
          <p:nvSpPr>
            <p:cNvPr id="41" name="Rectangle 80">
              <a:extLst>
                <a:ext uri="{FF2B5EF4-FFF2-40B4-BE49-F238E27FC236}">
                  <a16:creationId xmlns:a16="http://schemas.microsoft.com/office/drawing/2014/main" id="{64197848-302E-8BFF-CC76-7C531A8EC5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C96B72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" name="Rectangle 81">
              <a:extLst>
                <a:ext uri="{FF2B5EF4-FFF2-40B4-BE49-F238E27FC236}">
                  <a16:creationId xmlns:a16="http://schemas.microsoft.com/office/drawing/2014/main" id="{A49E20F8-E51C-D006-BFF4-31C0164C4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" name="Rectangle 82">
              <a:extLst>
                <a:ext uri="{FF2B5EF4-FFF2-40B4-BE49-F238E27FC236}">
                  <a16:creationId xmlns:a16="http://schemas.microsoft.com/office/drawing/2014/main" id="{3C02F89B-3EEC-5929-6F7D-C16044FE1E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0000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" name="Rectangle 83">
              <a:extLst>
                <a:ext uri="{FF2B5EF4-FFF2-40B4-BE49-F238E27FC236}">
                  <a16:creationId xmlns:a16="http://schemas.microsoft.com/office/drawing/2014/main" id="{D1CB06A1-B04D-2F6D-D555-A20B9D408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0000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5" name="Line 88">
            <a:extLst>
              <a:ext uri="{FF2B5EF4-FFF2-40B4-BE49-F238E27FC236}">
                <a16:creationId xmlns:a16="http://schemas.microsoft.com/office/drawing/2014/main" id="{6E2361ED-B12A-134D-C6B4-84C5ED18A5C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989298" y="1856416"/>
            <a:ext cx="609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6" name="Line 89">
            <a:extLst>
              <a:ext uri="{FF2B5EF4-FFF2-40B4-BE49-F238E27FC236}">
                <a16:creationId xmlns:a16="http://schemas.microsoft.com/office/drawing/2014/main" id="{CCEF5E08-8302-EE8E-070D-124BF21028A6}"/>
              </a:ext>
            </a:extLst>
          </p:cNvPr>
          <p:cNvSpPr>
            <a:spLocks noChangeShapeType="1"/>
          </p:cNvSpPr>
          <p:nvPr/>
        </p:nvSpPr>
        <p:spPr bwMode="auto">
          <a:xfrm>
            <a:off x="8214723" y="2281866"/>
            <a:ext cx="0" cy="102235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" name="Line 90">
            <a:extLst>
              <a:ext uri="{FF2B5EF4-FFF2-40B4-BE49-F238E27FC236}">
                <a16:creationId xmlns:a16="http://schemas.microsoft.com/office/drawing/2014/main" id="{15C47569-E3A8-D410-A085-CAC64265EF8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38535" y="2781928"/>
            <a:ext cx="609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" name="Text Box 56">
            <a:extLst>
              <a:ext uri="{FF2B5EF4-FFF2-40B4-BE49-F238E27FC236}">
                <a16:creationId xmlns:a16="http://schemas.microsoft.com/office/drawing/2014/main" id="{382034EA-06A5-FFEC-78AD-E2303369AC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2435" y="1537328"/>
            <a:ext cx="9175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socket</a:t>
            </a:r>
          </a:p>
        </p:txBody>
      </p:sp>
      <p:sp>
        <p:nvSpPr>
          <p:cNvPr id="49" name="Line 92">
            <a:extLst>
              <a:ext uri="{FF2B5EF4-FFF2-40B4-BE49-F238E27FC236}">
                <a16:creationId xmlns:a16="http://schemas.microsoft.com/office/drawing/2014/main" id="{A40975E0-54E3-E864-8E53-F10477D613F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55485" y="1737353"/>
            <a:ext cx="968375" cy="4349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0" name="Line 93">
            <a:extLst>
              <a:ext uri="{FF2B5EF4-FFF2-40B4-BE49-F238E27FC236}">
                <a16:creationId xmlns:a16="http://schemas.microsoft.com/office/drawing/2014/main" id="{5027323B-D2DF-19F4-8C42-9B62B73938F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090648" y="1726241"/>
            <a:ext cx="968375" cy="4349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51" name="Group 96">
            <a:extLst>
              <a:ext uri="{FF2B5EF4-FFF2-40B4-BE49-F238E27FC236}">
                <a16:creationId xmlns:a16="http://schemas.microsoft.com/office/drawing/2014/main" id="{FE8FA74B-9172-730E-1459-CF05A778D70A}"/>
              </a:ext>
            </a:extLst>
          </p:cNvPr>
          <p:cNvGrpSpPr>
            <a:grpSpLocks/>
          </p:cNvGrpSpPr>
          <p:nvPr/>
        </p:nvGrpSpPr>
        <p:grpSpPr bwMode="auto">
          <a:xfrm>
            <a:off x="1945685" y="2791453"/>
            <a:ext cx="719138" cy="773113"/>
            <a:chOff x="-44" y="1473"/>
            <a:chExt cx="981" cy="1105"/>
          </a:xfrm>
        </p:grpSpPr>
        <p:pic>
          <p:nvPicPr>
            <p:cNvPr id="52" name="Picture 97" descr="desktop_computer_stylized_medium">
              <a:extLst>
                <a:ext uri="{FF2B5EF4-FFF2-40B4-BE49-F238E27FC236}">
                  <a16:creationId xmlns:a16="http://schemas.microsoft.com/office/drawing/2014/main" id="{95E3BBFF-9545-79E0-BCF4-CE4ECC6A65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3" name="Freeform 98">
              <a:extLst>
                <a:ext uri="{FF2B5EF4-FFF2-40B4-BE49-F238E27FC236}">
                  <a16:creationId xmlns:a16="http://schemas.microsoft.com/office/drawing/2014/main" id="{81FD6E5B-CEDE-DE2E-FB59-2749795EF0E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54" name="Group 99">
            <a:extLst>
              <a:ext uri="{FF2B5EF4-FFF2-40B4-BE49-F238E27FC236}">
                <a16:creationId xmlns:a16="http://schemas.microsoft.com/office/drawing/2014/main" id="{1D132F87-7E2C-14CC-C632-D145D743804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641760" y="2986716"/>
            <a:ext cx="719138" cy="773112"/>
            <a:chOff x="-44" y="1473"/>
            <a:chExt cx="981" cy="1105"/>
          </a:xfrm>
        </p:grpSpPr>
        <p:pic>
          <p:nvPicPr>
            <p:cNvPr id="55" name="Picture 100" descr="desktop_computer_stylized_medium">
              <a:extLst>
                <a:ext uri="{FF2B5EF4-FFF2-40B4-BE49-F238E27FC236}">
                  <a16:creationId xmlns:a16="http://schemas.microsoft.com/office/drawing/2014/main" id="{FEBF9801-75B4-7366-0D24-AC36259FC9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" name="Freeform 101">
              <a:extLst>
                <a:ext uri="{FF2B5EF4-FFF2-40B4-BE49-F238E27FC236}">
                  <a16:creationId xmlns:a16="http://schemas.microsoft.com/office/drawing/2014/main" id="{10262490-C3D1-DDE0-1EB3-0CB3C773218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8" name="Rectangle 3">
            <a:extLst>
              <a:ext uri="{FF2B5EF4-FFF2-40B4-BE49-F238E27FC236}">
                <a16:creationId xmlns:a16="http://schemas.microsoft.com/office/drawing/2014/main" id="{3D411AA4-35A0-70FD-D268-89D4EBD31ACF}"/>
              </a:ext>
            </a:extLst>
          </p:cNvPr>
          <p:cNvSpPr txBox="1">
            <a:spLocks noChangeArrowheads="1"/>
          </p:cNvSpPr>
          <p:nvPr/>
        </p:nvSpPr>
        <p:spPr>
          <a:xfrm>
            <a:off x="1287482" y="4168889"/>
            <a:ext cx="9092890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How we </a:t>
            </a:r>
            <a:r>
              <a:rPr kumimoji="0" lang="en-US" altLang="en-US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locate the </a:t>
            </a:r>
            <a:r>
              <a:rPr lang="en-US" altLang="en-US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correct process running on the host?</a:t>
            </a:r>
            <a:endParaRPr kumimoji="0" lang="en-US" altLang="en-US" sz="2800" b="0" i="1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lvl="1" indent="-222250"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/>
            </a:pPr>
            <a:r>
              <a:rPr kumimoji="0" lang="en-US" alt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IP address</a:t>
            </a:r>
            <a:endParaRPr kumimoji="0" lang="en-US" altLang="en-US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lvl="1" indent="-222250"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/>
            </a:pPr>
            <a:r>
              <a:rPr lang="en-US" altLang="en-US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Port</a:t>
            </a:r>
            <a:endParaRPr kumimoji="0" lang="en-US" altLang="en-US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478667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An application-layer </a:t>
            </a:r>
            <a:r>
              <a:rPr lang="en-US" altLang="en-US" dirty="0">
                <a:ea typeface="ＭＳ Ｐゴシック" panose="020B0600070205080204" pitchFamily="34" charset="-128"/>
              </a:rPr>
              <a:t>p</a:t>
            </a:r>
            <a:r>
              <a:rPr lang="en-US" altLang="en-US" sz="4400" dirty="0">
                <a:ea typeface="ＭＳ Ｐゴシック" panose="020B0600070205080204" pitchFamily="34" charset="-128"/>
              </a:rPr>
              <a:t>rotocol </a:t>
            </a:r>
            <a:r>
              <a:rPr lang="en-US" altLang="en-US" dirty="0">
                <a:ea typeface="ＭＳ Ｐゴシック" panose="020B0600070205080204" pitchFamily="34" charset="-128"/>
              </a:rPr>
              <a:t>d</a:t>
            </a:r>
            <a:r>
              <a:rPr lang="en-US" altLang="en-US" sz="4400" dirty="0">
                <a:ea typeface="ＭＳ Ｐゴシック" panose="020B0600070205080204" pitchFamily="34" charset="-128"/>
              </a:rPr>
              <a:t>efines:</a:t>
            </a:r>
            <a:endParaRPr lang="en-US" sz="4400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8251B37A-10ED-6C4A-A5F1-4B1BE824E86A}"/>
              </a:ext>
            </a:extLst>
          </p:cNvPr>
          <p:cNvSpPr txBox="1">
            <a:spLocks noChangeArrowheads="1"/>
          </p:cNvSpPr>
          <p:nvPr/>
        </p:nvSpPr>
        <p:spPr>
          <a:xfrm>
            <a:off x="759182" y="1464838"/>
            <a:ext cx="5297309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types of messages exchanged,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e.g., request, response 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message syntax: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what fields in messages &amp; how fields are delineated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message semantics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meaning of information in fields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rules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for when and how processes send &amp; respond to messages</a:t>
            </a:r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E3FA004C-2235-334F-8814-1F36401D2A86}"/>
              </a:ext>
            </a:extLst>
          </p:cNvPr>
          <p:cNvSpPr txBox="1">
            <a:spLocks noChangeArrowheads="1"/>
          </p:cNvSpPr>
          <p:nvPr/>
        </p:nvSpPr>
        <p:spPr>
          <a:xfrm>
            <a:off x="6555631" y="1474670"/>
            <a:ext cx="4758660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open protocols: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defined in RFCs, everyone has access to protocol definition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allows for interoperability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e.g., HTTP, SMTP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proprietary protocols: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e.g., Skype, Zoom</a:t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2BFE3DF4-2D02-7D4F-B76E-99CD4324F96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113361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What </a:t>
            </a:r>
            <a:r>
              <a:rPr lang="en-US" altLang="en-US" dirty="0">
                <a:ea typeface="ＭＳ Ｐゴシック" panose="020B0600070205080204" pitchFamily="34" charset="-128"/>
              </a:rPr>
              <a:t>t</a:t>
            </a:r>
            <a:r>
              <a:rPr lang="en-US" altLang="en-US" sz="4400" dirty="0">
                <a:ea typeface="ＭＳ Ｐゴシック" panose="020B0600070205080204" pitchFamily="34" charset="-128"/>
              </a:rPr>
              <a:t>ransport </a:t>
            </a:r>
            <a:r>
              <a:rPr lang="en-US" altLang="en-US" dirty="0">
                <a:ea typeface="ＭＳ Ｐゴシック" panose="020B0600070205080204" pitchFamily="34" charset="-128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</a:rPr>
              <a:t>ervice does an </a:t>
            </a:r>
            <a:r>
              <a:rPr lang="en-US" altLang="en-US" dirty="0">
                <a:ea typeface="ＭＳ Ｐゴシック" panose="020B0600070205080204" pitchFamily="34" charset="-128"/>
              </a:rPr>
              <a:t>a</a:t>
            </a:r>
            <a:r>
              <a:rPr lang="en-US" altLang="en-US" sz="4400" dirty="0">
                <a:ea typeface="ＭＳ Ｐゴシック" panose="020B0600070205080204" pitchFamily="34" charset="-128"/>
              </a:rPr>
              <a:t>pp need?</a:t>
            </a:r>
            <a:endParaRPr lang="en-US" sz="4400" dirty="0"/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FA2F19F9-C8D7-114F-8257-FB4D95438E3B}"/>
              </a:ext>
            </a:extLst>
          </p:cNvPr>
          <p:cNvSpPr txBox="1">
            <a:spLocks noChangeArrowheads="1"/>
          </p:cNvSpPr>
          <p:nvPr/>
        </p:nvSpPr>
        <p:spPr>
          <a:xfrm>
            <a:off x="676025" y="1406872"/>
            <a:ext cx="4972505" cy="27971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3363" marR="0" lvl="0" indent="-2190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 integrity</a:t>
            </a:r>
          </a:p>
          <a:p>
            <a:pPr marL="233363" marR="0" lvl="0" indent="-2190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some apps (e.g., file transfer, web transactions) require 100% reliable data transfer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other apps (e.g., audio) can tolerate some loss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A728678F-8DEF-4046-89DA-20D9B309E935}"/>
              </a:ext>
            </a:extLst>
          </p:cNvPr>
          <p:cNvSpPr txBox="1">
            <a:spLocks noChangeArrowheads="1"/>
          </p:cNvSpPr>
          <p:nvPr/>
        </p:nvSpPr>
        <p:spPr>
          <a:xfrm>
            <a:off x="544999" y="4365808"/>
            <a:ext cx="5572612" cy="2443163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timing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some apps (e.g., Internet telephony, interactive games) require low delay to be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effective”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" name="Rectangle 5">
            <a:extLst>
              <a:ext uri="{FF2B5EF4-FFF2-40B4-BE49-F238E27FC236}">
                <a16:creationId xmlns:a16="http://schemas.microsoft.com/office/drawing/2014/main" id="{99205150-A642-0847-95C4-8C48A24DAC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6691" y="1377376"/>
            <a:ext cx="4972505" cy="336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throughput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some apps (e.g., multimedia) require minimum amount of throughput to be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effective”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other apps (“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elastic apps”) make use of whatever throughput they get 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" name="Rectangle 5">
            <a:extLst>
              <a:ext uri="{FF2B5EF4-FFF2-40B4-BE49-F238E27FC236}">
                <a16:creationId xmlns:a16="http://schemas.microsoft.com/office/drawing/2014/main" id="{5EA7119B-8447-E949-AF1B-51F99BABCA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0666" y="4830189"/>
            <a:ext cx="4533593" cy="1271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security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encryption, data integrity, …</a:t>
            </a:r>
          </a:p>
        </p:txBody>
      </p:sp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id="{54A58A9F-013E-E14B-A97A-3F5139157AF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142114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Transport </a:t>
            </a:r>
            <a:r>
              <a:rPr lang="en-US" altLang="en-US" dirty="0">
                <a:ea typeface="ＭＳ Ｐゴシック" panose="020B0600070205080204" pitchFamily="34" charset="-128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</a:rPr>
              <a:t>ervice </a:t>
            </a:r>
            <a:r>
              <a:rPr lang="en-US" altLang="en-US" dirty="0">
                <a:ea typeface="ＭＳ Ｐゴシック" panose="020B0600070205080204" pitchFamily="34" charset="-128"/>
              </a:rPr>
              <a:t>r</a:t>
            </a:r>
            <a:r>
              <a:rPr lang="en-US" altLang="en-US" sz="4400" dirty="0">
                <a:ea typeface="ＭＳ Ｐゴシック" panose="020B0600070205080204" pitchFamily="34" charset="-128"/>
              </a:rPr>
              <a:t>equirements: common apps</a:t>
            </a:r>
            <a:endParaRPr lang="en-US" sz="4400" dirty="0"/>
          </a:p>
        </p:txBody>
      </p:sp>
      <p:sp>
        <p:nvSpPr>
          <p:cNvPr id="8" name="Text Box 3">
            <a:extLst>
              <a:ext uri="{FF2B5EF4-FFF2-40B4-BE49-F238E27FC236}">
                <a16:creationId xmlns:a16="http://schemas.microsoft.com/office/drawing/2014/main" id="{E374FB7B-D397-7246-99E8-CE483DFACD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30" y="1536174"/>
            <a:ext cx="3479735" cy="47221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application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file transfer/download</a:t>
            </a: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e-mail</a:t>
            </a: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Web documents</a:t>
            </a: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real-time audio/video</a:t>
            </a: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streaming audio/video</a:t>
            </a: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interactive games</a:t>
            </a: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text messaging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" name="Text Box 4">
            <a:extLst>
              <a:ext uri="{FF2B5EF4-FFF2-40B4-BE49-F238E27FC236}">
                <a16:creationId xmlns:a16="http://schemas.microsoft.com/office/drawing/2014/main" id="{AFA70EB7-D6E6-AF43-A3B7-A903567063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7968" y="1539349"/>
            <a:ext cx="2009076" cy="47221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data loss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 loss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 loss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 loss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loss-tolerant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loss-tolerant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loss-tolerant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 loss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5" name="Text Box 5">
            <a:extLst>
              <a:ext uri="{FF2B5EF4-FFF2-40B4-BE49-F238E27FC236}">
                <a16:creationId xmlns:a16="http://schemas.microsoft.com/office/drawing/2014/main" id="{2B53E900-CFB4-8641-AD80-727AE9380A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91692" y="1537762"/>
            <a:ext cx="3025344" cy="47221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throughput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elastic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elastic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elastic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audio: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5Kbps-1Mbps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video: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10Kbps-5Mbps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same as above 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Kbps+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elastic</a:t>
            </a:r>
          </a:p>
        </p:txBody>
      </p:sp>
      <p:sp>
        <p:nvSpPr>
          <p:cNvPr id="16" name="Text Box 6">
            <a:extLst>
              <a:ext uri="{FF2B5EF4-FFF2-40B4-BE49-F238E27FC236}">
                <a16:creationId xmlns:a16="http://schemas.microsoft.com/office/drawing/2014/main" id="{7DDCF5FE-9982-C44D-9FFC-E56BA98BF0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39064" y="1585760"/>
            <a:ext cx="2936433" cy="47221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 sensitive?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yes, 10’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</a:t>
            </a:r>
            <a:r>
              <a:rPr kumimoji="0" lang="en-US" altLang="ja-JP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msec</a:t>
            </a:r>
            <a:endParaRPr kumimoji="0" lang="en-US" altLang="ja-JP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yes, few secs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yes, 10’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</a:t>
            </a:r>
            <a:r>
              <a:rPr kumimoji="0" lang="en-US" altLang="ja-JP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msec</a:t>
            </a:r>
            <a:endParaRPr kumimoji="0" lang="en-US" altLang="ja-JP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yes and no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62228CC-A1AA-2642-A56E-E4F7B0293C25}"/>
              </a:ext>
            </a:extLst>
          </p:cNvPr>
          <p:cNvCxnSpPr/>
          <p:nvPr/>
        </p:nvCxnSpPr>
        <p:spPr>
          <a:xfrm>
            <a:off x="1931843" y="2115070"/>
            <a:ext cx="9382448" cy="0"/>
          </a:xfrm>
          <a:prstGeom prst="line">
            <a:avLst/>
          </a:prstGeom>
          <a:ln w="31750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7E9224A1-0105-BB4F-B94B-90B305877290}"/>
              </a:ext>
            </a:extLst>
          </p:cNvPr>
          <p:cNvCxnSpPr/>
          <p:nvPr/>
        </p:nvCxnSpPr>
        <p:spPr>
          <a:xfrm>
            <a:off x="1939865" y="2900516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64A7C77C-B9C9-EE46-B426-55950F26169C}"/>
              </a:ext>
            </a:extLst>
          </p:cNvPr>
          <p:cNvCxnSpPr/>
          <p:nvPr/>
        </p:nvCxnSpPr>
        <p:spPr>
          <a:xfrm>
            <a:off x="1939865" y="3426882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75440764-46DB-324A-BB6F-3C97D7643878}"/>
              </a:ext>
            </a:extLst>
          </p:cNvPr>
          <p:cNvCxnSpPr/>
          <p:nvPr/>
        </p:nvCxnSpPr>
        <p:spPr>
          <a:xfrm>
            <a:off x="1939865" y="3871968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F40DC4FF-F8E4-5448-B459-EE842599FEE7}"/>
              </a:ext>
            </a:extLst>
          </p:cNvPr>
          <p:cNvCxnSpPr/>
          <p:nvPr/>
        </p:nvCxnSpPr>
        <p:spPr>
          <a:xfrm>
            <a:off x="1943100" y="4810618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EF59182A-878C-AA49-B17B-09494DE9E7C7}"/>
              </a:ext>
            </a:extLst>
          </p:cNvPr>
          <p:cNvCxnSpPr/>
          <p:nvPr/>
        </p:nvCxnSpPr>
        <p:spPr>
          <a:xfrm>
            <a:off x="1943876" y="5263991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DFFF0474-E5A5-BA49-A926-1DB9D2E63B31}"/>
              </a:ext>
            </a:extLst>
          </p:cNvPr>
          <p:cNvCxnSpPr/>
          <p:nvPr/>
        </p:nvCxnSpPr>
        <p:spPr>
          <a:xfrm>
            <a:off x="1943876" y="5745521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Slide Number Placeholder 2">
            <a:extLst>
              <a:ext uri="{FF2B5EF4-FFF2-40B4-BE49-F238E27FC236}">
                <a16:creationId xmlns:a16="http://schemas.microsoft.com/office/drawing/2014/main" id="{DCA62624-6B99-2E4F-9C54-E08632D8D1A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570208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</a:t>
            </a:r>
            <a:r>
              <a:rPr lang="en-US" altLang="en-US" dirty="0">
                <a:ea typeface="ＭＳ Ｐゴシック" panose="020B0600070205080204" pitchFamily="34" charset="-128"/>
              </a:rPr>
              <a:t>t</a:t>
            </a:r>
            <a:r>
              <a:rPr lang="en-US" altLang="en-US" sz="4400" dirty="0">
                <a:ea typeface="ＭＳ Ｐゴシック" panose="020B0600070205080204" pitchFamily="34" charset="-128"/>
              </a:rPr>
              <a:t>ransport protocols services</a:t>
            </a:r>
            <a:endParaRPr lang="en-US" sz="4400" dirty="0"/>
          </a:p>
        </p:txBody>
      </p:sp>
      <p:sp>
        <p:nvSpPr>
          <p:cNvPr id="17" name="Rectangle 3">
            <a:extLst>
              <a:ext uri="{FF2B5EF4-FFF2-40B4-BE49-F238E27FC236}">
                <a16:creationId xmlns:a16="http://schemas.microsoft.com/office/drawing/2014/main" id="{DDE501EC-BB63-AE43-9802-69590E95725F}"/>
              </a:ext>
            </a:extLst>
          </p:cNvPr>
          <p:cNvSpPr txBox="1">
            <a:spLocks noChangeArrowheads="1"/>
          </p:cNvSpPr>
          <p:nvPr/>
        </p:nvSpPr>
        <p:spPr>
          <a:xfrm>
            <a:off x="753320" y="1383910"/>
            <a:ext cx="6016137" cy="49530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TCP service: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reliable transport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between sending and receiving process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flow control: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sender won’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 overwhelm receiver 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congestion control: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throttle sender when network overloaded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connection-oriented: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setup required between client and server processes</a:t>
            </a:r>
          </a:p>
          <a:p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does not provide: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solidFill>
                  <a:prstClr val="black"/>
                </a:solidFill>
                <a:ea typeface="ＭＳ Ｐゴシック" panose="020B0600070205080204" pitchFamily="34" charset="-128"/>
              </a:rPr>
              <a:t>timing, minimum throughput guarantee, security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" name="Rectangle 4">
            <a:extLst>
              <a:ext uri="{FF2B5EF4-FFF2-40B4-BE49-F238E27FC236}">
                <a16:creationId xmlns:a16="http://schemas.microsoft.com/office/drawing/2014/main" id="{385CB224-459F-9A46-AAC8-FC8111271826}"/>
              </a:ext>
            </a:extLst>
          </p:cNvPr>
          <p:cNvSpPr txBox="1">
            <a:spLocks noChangeArrowheads="1"/>
          </p:cNvSpPr>
          <p:nvPr/>
        </p:nvSpPr>
        <p:spPr>
          <a:xfrm>
            <a:off x="6924091" y="1395634"/>
            <a:ext cx="5038725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R="0" lvl="0" indent="-3381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defRPr/>
            </a:pP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UDP service:</a:t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unreliable data transfer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between sending and receiving process</a:t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does not provide: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reliability, flow control, congestion control, timing, throughput guarantee, security, or connection setup.</a:t>
            </a:r>
          </a:p>
        </p:txBody>
      </p:sp>
      <p:sp>
        <p:nvSpPr>
          <p:cNvPr id="19" name="Rectangle 4">
            <a:extLst>
              <a:ext uri="{FF2B5EF4-FFF2-40B4-BE49-F238E27FC236}">
                <a16:creationId xmlns:a16="http://schemas.microsoft.com/office/drawing/2014/main" id="{A063EBCE-3A03-8F4C-B279-46497740F45C}"/>
              </a:ext>
            </a:extLst>
          </p:cNvPr>
          <p:cNvSpPr txBox="1">
            <a:spLocks noChangeArrowheads="1"/>
          </p:cNvSpPr>
          <p:nvPr/>
        </p:nvSpPr>
        <p:spPr>
          <a:xfrm>
            <a:off x="7316721" y="5388865"/>
            <a:ext cx="3651156" cy="1259644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0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Q: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why bother? 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Why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is there a UDP?</a:t>
            </a: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16E5A18-9D2E-8A4C-A214-8B012F3309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818879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uiExpand="1" build="p"/>
      <p:bldP spid="18" grpId="0" uiExpand="1" build="p"/>
      <p:bldP spid="19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applications, and transport protocols</a:t>
            </a:r>
            <a:endParaRPr lang="en-US" sz="4400" dirty="0"/>
          </a:p>
        </p:txBody>
      </p:sp>
      <p:sp>
        <p:nvSpPr>
          <p:cNvPr id="8" name="Text Box 3">
            <a:extLst>
              <a:ext uri="{FF2B5EF4-FFF2-40B4-BE49-F238E27FC236}">
                <a16:creationId xmlns:a16="http://schemas.microsoft.com/office/drawing/2014/main" id="{E374FB7B-D397-7246-99E8-CE483DFACD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30" y="1536174"/>
            <a:ext cx="3479735" cy="4248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application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file transfer/download</a:t>
            </a: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e-mail</a:t>
            </a: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Web documents</a:t>
            </a: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Internet telephony</a:t>
            </a: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streaming audio/video</a:t>
            </a: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interactive games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62228CC-A1AA-2642-A56E-E4F7B0293C25}"/>
              </a:ext>
            </a:extLst>
          </p:cNvPr>
          <p:cNvCxnSpPr/>
          <p:nvPr/>
        </p:nvCxnSpPr>
        <p:spPr>
          <a:xfrm>
            <a:off x="1931843" y="2115070"/>
            <a:ext cx="9382448" cy="0"/>
          </a:xfrm>
          <a:prstGeom prst="line">
            <a:avLst/>
          </a:prstGeom>
          <a:ln w="31750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7E9224A1-0105-BB4F-B94B-90B305877290}"/>
              </a:ext>
            </a:extLst>
          </p:cNvPr>
          <p:cNvCxnSpPr/>
          <p:nvPr/>
        </p:nvCxnSpPr>
        <p:spPr>
          <a:xfrm>
            <a:off x="1939865" y="2900516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64A7C77C-B9C9-EE46-B426-55950F26169C}"/>
              </a:ext>
            </a:extLst>
          </p:cNvPr>
          <p:cNvCxnSpPr/>
          <p:nvPr/>
        </p:nvCxnSpPr>
        <p:spPr>
          <a:xfrm>
            <a:off x="1939865" y="3426882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75440764-46DB-324A-BB6F-3C97D7643878}"/>
              </a:ext>
            </a:extLst>
          </p:cNvPr>
          <p:cNvCxnSpPr/>
          <p:nvPr/>
        </p:nvCxnSpPr>
        <p:spPr>
          <a:xfrm>
            <a:off x="1939865" y="3871968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F40DC4FF-F8E4-5448-B459-EE842599FEE7}"/>
              </a:ext>
            </a:extLst>
          </p:cNvPr>
          <p:cNvCxnSpPr/>
          <p:nvPr/>
        </p:nvCxnSpPr>
        <p:spPr>
          <a:xfrm>
            <a:off x="1943100" y="4810618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EF59182A-878C-AA49-B17B-09494DE9E7C7}"/>
              </a:ext>
            </a:extLst>
          </p:cNvPr>
          <p:cNvCxnSpPr/>
          <p:nvPr/>
        </p:nvCxnSpPr>
        <p:spPr>
          <a:xfrm>
            <a:off x="1943876" y="5263991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DFFF0474-E5A5-BA49-A926-1DB9D2E63B31}"/>
              </a:ext>
            </a:extLst>
          </p:cNvPr>
          <p:cNvCxnSpPr/>
          <p:nvPr/>
        </p:nvCxnSpPr>
        <p:spPr>
          <a:xfrm>
            <a:off x="1943876" y="5745521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 Box 4">
            <a:extLst>
              <a:ext uri="{FF2B5EF4-FFF2-40B4-BE49-F238E27FC236}">
                <a16:creationId xmlns:a16="http://schemas.microsoft.com/office/drawing/2014/main" id="{5B1BE3BE-D970-9F49-A4D6-24B7C05F2D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5021" y="1113609"/>
            <a:ext cx="4019427" cy="51530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application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layer protocol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FTP [RFC 959]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SMTP [RFC 5321]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HTTP 1.1 [RFC 7320]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SIP [RFC 3261], RTP [RFC 3550], or proprietary HTTP [RFC 7320], DASH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WOW, FPS (proprietary) </a:t>
            </a:r>
            <a:b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</a:b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" name="Text Box 3">
            <a:extLst>
              <a:ext uri="{FF2B5EF4-FFF2-40B4-BE49-F238E27FC236}">
                <a16:creationId xmlns:a16="http://schemas.microsoft.com/office/drawing/2014/main" id="{EC200A6A-DCEC-4843-B6A0-ED8F92661D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07541" y="1566040"/>
            <a:ext cx="2914772" cy="4248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transport protocol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TCP</a:t>
            </a: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TCP</a:t>
            </a: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TCP</a:t>
            </a: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TCP or UDP</a:t>
            </a: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TCP</a:t>
            </a:r>
          </a:p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UDP or TCP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93C3B59E-F3F5-494A-B878-7AC0C33A93C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2429235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Application layer: overview</a:t>
            </a:r>
            <a:endParaRPr lang="en-US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809242" y="1870563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Principles of network applications</a:t>
            </a:r>
          </a:p>
          <a:p>
            <a:pPr marL="401638" indent="-401638">
              <a:defRPr/>
            </a:pPr>
            <a:r>
              <a:rPr 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Web and HTTP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E-mail, SMTP, IMAP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The Domain Name System DNS</a:t>
            </a:r>
          </a:p>
          <a:p>
            <a:endParaRPr lang="en-US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FE695BD-369F-8C4A-ACAD-42671E1C0719}"/>
              </a:ext>
            </a:extLst>
          </p:cNvPr>
          <p:cNvSpPr txBox="1">
            <a:spLocks noChangeArrowheads="1"/>
          </p:cNvSpPr>
          <p:nvPr/>
        </p:nvSpPr>
        <p:spPr>
          <a:xfrm>
            <a:off x="6557554" y="1422888"/>
            <a:ext cx="5405262" cy="4799013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P2P applications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video streaming and content distribution networks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socket programming with UDP and TCP</a:t>
            </a:r>
          </a:p>
          <a:p>
            <a:pPr>
              <a:buFont typeface="Wingdings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0837052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6E6965-FBEB-A7B4-2A9C-FA78BA5120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F24290DD-09EF-7AB3-40D1-D403E17FFCB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Most popular or a killer application on the Internet</a:t>
            </a:r>
          </a:p>
          <a:p>
            <a:r>
              <a:rPr lang="en-US" dirty="0"/>
              <a:t>Client-server model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CED46375-9694-39CB-C12D-DB8B75E2C6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Web and HTTP 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D1A1E70-2D89-C3A9-01B1-8966B144F04C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 bwMode="auto">
          <a:xfrm>
            <a:off x="11515725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sz="1200" kern="1200">
                <a:solidFill>
                  <a:schemeClr val="tx1"/>
                </a:solidFill>
                <a:latin typeface="Tahoma" charset="0"/>
                <a:ea typeface="ＭＳ Ｐゴシック" charset="0"/>
                <a:cs typeface="ＭＳ Ｐゴシック" charset="0"/>
              </a:defRPr>
            </a:lvl1pPr>
            <a:lvl2pPr marL="4572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2pPr>
            <a:lvl3pPr marL="9144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3pPr>
            <a:lvl4pPr marL="1371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4pPr>
            <a:lvl5pPr marL="18288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9pPr>
          </a:lstStyle>
          <a:p>
            <a:pPr>
              <a:defRPr/>
            </a:pPr>
            <a:endParaRPr lang="en-US"/>
          </a:p>
          <a:p>
            <a:pPr>
              <a:defRPr/>
            </a:pPr>
            <a:fld id="{EA4DE36C-4767-D04B-8BF6-480838CCF4A8}" type="slidenum">
              <a:rPr lang="en-US" smtClean="0"/>
              <a:pPr>
                <a:defRPr/>
              </a:pPr>
              <a:t>18</a:t>
            </a:fld>
            <a:endParaRPr lang="en-US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27061994-1162-F4F0-9DD4-DEC134E5F7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59283" y="3966507"/>
            <a:ext cx="2715808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sz="1600" dirty="0"/>
              <a:t>PC, phone, pad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sz="1600" dirty="0"/>
              <a:t> running web browser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sz="1600" dirty="0"/>
              <a:t>(chrome, Firefox, Safari, …)</a:t>
            </a:r>
            <a:endParaRPr lang="en-US" sz="2400" dirty="0"/>
          </a:p>
        </p:txBody>
      </p:sp>
      <p:sp>
        <p:nvSpPr>
          <p:cNvPr id="9" name="Text Box 9">
            <a:extLst>
              <a:ext uri="{FF2B5EF4-FFF2-40B4-BE49-F238E27FC236}">
                <a16:creationId xmlns:a16="http://schemas.microsoft.com/office/drawing/2014/main" id="{D8A52A03-A474-64E8-C149-7A66050F6D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28095" y="3449317"/>
            <a:ext cx="1355760" cy="13234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sz="1600" dirty="0"/>
              <a:t>server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en-US" sz="1600" dirty="0"/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sz="1600" dirty="0"/>
              <a:t>e.g., running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sz="1600" dirty="0"/>
              <a:t>Apache Web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sz="1600" dirty="0"/>
              <a:t>server</a:t>
            </a:r>
            <a:endParaRPr lang="en-US" sz="2400" dirty="0"/>
          </a:p>
        </p:txBody>
      </p:sp>
      <p:pic>
        <p:nvPicPr>
          <p:cNvPr id="61" name="Picture 43" descr="iphone_stylized_small">
            <a:extLst>
              <a:ext uri="{FF2B5EF4-FFF2-40B4-BE49-F238E27FC236}">
                <a16:creationId xmlns:a16="http://schemas.microsoft.com/office/drawing/2014/main" id="{B51AC40F-0B23-B4CC-8828-821302B7BD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82218" y="2829104"/>
            <a:ext cx="382588" cy="917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2" name="Picture 61">
            <a:extLst>
              <a:ext uri="{FF2B5EF4-FFF2-40B4-BE49-F238E27FC236}">
                <a16:creationId xmlns:a16="http://schemas.microsoft.com/office/drawing/2014/main" id="{95F3BA12-DD20-BF3B-B4AB-F4AD2C5C262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54927" y="3074750"/>
            <a:ext cx="796758" cy="1036159"/>
          </a:xfrm>
          <a:prstGeom prst="rect">
            <a:avLst/>
          </a:prstGeom>
        </p:spPr>
      </p:pic>
      <p:sp>
        <p:nvSpPr>
          <p:cNvPr id="104" name="Line 19">
            <a:extLst>
              <a:ext uri="{FF2B5EF4-FFF2-40B4-BE49-F238E27FC236}">
                <a16:creationId xmlns:a16="http://schemas.microsoft.com/office/drawing/2014/main" id="{584ABBDD-3D0C-9891-D15A-A38A48CFFB4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09895" y="2713790"/>
            <a:ext cx="2954755" cy="27611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5" name="Line 20">
            <a:extLst>
              <a:ext uri="{FF2B5EF4-FFF2-40B4-BE49-F238E27FC236}">
                <a16:creationId xmlns:a16="http://schemas.microsoft.com/office/drawing/2014/main" id="{AA3014C1-ED59-C049-EB5E-3851B9CEA57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09894" y="2994527"/>
            <a:ext cx="3007144" cy="2616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06" name="Group 44">
            <a:extLst>
              <a:ext uri="{FF2B5EF4-FFF2-40B4-BE49-F238E27FC236}">
                <a16:creationId xmlns:a16="http://schemas.microsoft.com/office/drawing/2014/main" id="{9EF1B613-CCDE-783B-236A-07668C43F1CC}"/>
              </a:ext>
            </a:extLst>
          </p:cNvPr>
          <p:cNvGrpSpPr>
            <a:grpSpLocks/>
          </p:cNvGrpSpPr>
          <p:nvPr/>
        </p:nvGrpSpPr>
        <p:grpSpPr bwMode="auto">
          <a:xfrm>
            <a:off x="4999785" y="2430977"/>
            <a:ext cx="1279275" cy="1258720"/>
            <a:chOff x="-44" y="1473"/>
            <a:chExt cx="981" cy="1105"/>
          </a:xfrm>
        </p:grpSpPr>
        <p:pic>
          <p:nvPicPr>
            <p:cNvPr id="107" name="Picture 45" descr="desktop_computer_stylized_medium">
              <a:extLst>
                <a:ext uri="{FF2B5EF4-FFF2-40B4-BE49-F238E27FC236}">
                  <a16:creationId xmlns:a16="http://schemas.microsoft.com/office/drawing/2014/main" id="{5EF0870A-3A66-F146-655B-17FA6BAE34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8" name="Freeform 46">
              <a:extLst>
                <a:ext uri="{FF2B5EF4-FFF2-40B4-BE49-F238E27FC236}">
                  <a16:creationId xmlns:a16="http://schemas.microsoft.com/office/drawing/2014/main" id="{364CC81D-389B-9D18-DE0F-96DCF9E3517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39825 w 356"/>
                <a:gd name="T3" fmla="*/ 11340 h 368"/>
                <a:gd name="T4" fmla="*/ 165873 w 356"/>
                <a:gd name="T5" fmla="*/ 236254 h 368"/>
                <a:gd name="T6" fmla="*/ 36556 w 356"/>
                <a:gd name="T7" fmla="*/ 29546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9" name="Group 47">
            <a:extLst>
              <a:ext uri="{FF2B5EF4-FFF2-40B4-BE49-F238E27FC236}">
                <a16:creationId xmlns:a16="http://schemas.microsoft.com/office/drawing/2014/main" id="{8A5DF79C-4A4C-4CE2-32A7-A8A39F198D0E}"/>
              </a:ext>
            </a:extLst>
          </p:cNvPr>
          <p:cNvGrpSpPr>
            <a:grpSpLocks/>
          </p:cNvGrpSpPr>
          <p:nvPr/>
        </p:nvGrpSpPr>
        <p:grpSpPr bwMode="auto">
          <a:xfrm>
            <a:off x="9402764" y="2245991"/>
            <a:ext cx="695325" cy="1282700"/>
            <a:chOff x="4140" y="429"/>
            <a:chExt cx="1425" cy="2396"/>
          </a:xfrm>
        </p:grpSpPr>
        <p:sp>
          <p:nvSpPr>
            <p:cNvPr id="110" name="Freeform 48">
              <a:extLst>
                <a:ext uri="{FF2B5EF4-FFF2-40B4-BE49-F238E27FC236}">
                  <a16:creationId xmlns:a16="http://schemas.microsoft.com/office/drawing/2014/main" id="{505754ED-23CB-67A3-25B2-833BBCA4B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3 w 354"/>
                <a:gd name="T3" fmla="*/ 8 h 2742"/>
                <a:gd name="T4" fmla="*/ 3 w 354"/>
                <a:gd name="T5" fmla="*/ 58 h 2742"/>
                <a:gd name="T6" fmla="*/ 0 w 354"/>
                <a:gd name="T7" fmla="*/ 60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" name="Rectangle 49">
              <a:extLst>
                <a:ext uri="{FF2B5EF4-FFF2-40B4-BE49-F238E27FC236}">
                  <a16:creationId xmlns:a16="http://schemas.microsoft.com/office/drawing/2014/main" id="{417DCF8C-D23A-EFEA-C42D-B3E47FA118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" name="Freeform 50">
              <a:extLst>
                <a:ext uri="{FF2B5EF4-FFF2-40B4-BE49-F238E27FC236}">
                  <a16:creationId xmlns:a16="http://schemas.microsoft.com/office/drawing/2014/main" id="{3BA41576-1E5D-7C22-67CB-B21C2D2A3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6 h 2537"/>
                <a:gd name="T4" fmla="*/ 2 w 211"/>
                <a:gd name="T5" fmla="*/ 54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" name="Freeform 51">
              <a:extLst>
                <a:ext uri="{FF2B5EF4-FFF2-40B4-BE49-F238E27FC236}">
                  <a16:creationId xmlns:a16="http://schemas.microsoft.com/office/drawing/2014/main" id="{DCD7181E-1937-5893-5EA1-F16609A17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 w 328"/>
                <a:gd name="T3" fmla="*/ 3 h 226"/>
                <a:gd name="T4" fmla="*/ 3 w 328"/>
                <a:gd name="T5" fmla="*/ 6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" name="Rectangle 52">
              <a:extLst>
                <a:ext uri="{FF2B5EF4-FFF2-40B4-BE49-F238E27FC236}">
                  <a16:creationId xmlns:a16="http://schemas.microsoft.com/office/drawing/2014/main" id="{F3844FDD-F1D3-82D3-E452-96EC3CF21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15" name="Group 53">
              <a:extLst>
                <a:ext uri="{FF2B5EF4-FFF2-40B4-BE49-F238E27FC236}">
                  <a16:creationId xmlns:a16="http://schemas.microsoft.com/office/drawing/2014/main" id="{44FCCCC5-C5A9-DAFA-B76B-BC187052CB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40" name="AutoShape 54">
                <a:extLst>
                  <a:ext uri="{FF2B5EF4-FFF2-40B4-BE49-F238E27FC236}">
                    <a16:creationId xmlns:a16="http://schemas.microsoft.com/office/drawing/2014/main" id="{BBF35D69-618C-0FC3-C5DB-BD5D9D0C7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27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1" name="AutoShape 55">
                <a:extLst>
                  <a:ext uri="{FF2B5EF4-FFF2-40B4-BE49-F238E27FC236}">
                    <a16:creationId xmlns:a16="http://schemas.microsoft.com/office/drawing/2014/main" id="{097376DA-5A66-C653-019D-2156E545D7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4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16" name="Rectangle 56">
              <a:extLst>
                <a:ext uri="{FF2B5EF4-FFF2-40B4-BE49-F238E27FC236}">
                  <a16:creationId xmlns:a16="http://schemas.microsoft.com/office/drawing/2014/main" id="{E0A70051-63BC-E4CC-3924-46CAFAF3D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17" name="Group 57">
              <a:extLst>
                <a:ext uri="{FF2B5EF4-FFF2-40B4-BE49-F238E27FC236}">
                  <a16:creationId xmlns:a16="http://schemas.microsoft.com/office/drawing/2014/main" id="{12355CD9-9242-42EF-63EE-3660666C58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38" name="AutoShape 58">
                <a:extLst>
                  <a:ext uri="{FF2B5EF4-FFF2-40B4-BE49-F238E27FC236}">
                    <a16:creationId xmlns:a16="http://schemas.microsoft.com/office/drawing/2014/main" id="{F5DCE5A9-CE29-A6AE-C807-843E0C316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9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9" name="AutoShape 59">
                <a:extLst>
                  <a:ext uri="{FF2B5EF4-FFF2-40B4-BE49-F238E27FC236}">
                    <a16:creationId xmlns:a16="http://schemas.microsoft.com/office/drawing/2014/main" id="{ED2DF86C-1986-6A94-891A-CCE1BC7BF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8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18" name="Rectangle 60">
              <a:extLst>
                <a:ext uri="{FF2B5EF4-FFF2-40B4-BE49-F238E27FC236}">
                  <a16:creationId xmlns:a16="http://schemas.microsoft.com/office/drawing/2014/main" id="{8B316C8A-560C-4EDB-5A48-8B31BF22D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7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" name="Rectangle 61">
              <a:extLst>
                <a:ext uri="{FF2B5EF4-FFF2-40B4-BE49-F238E27FC236}">
                  <a16:creationId xmlns:a16="http://schemas.microsoft.com/office/drawing/2014/main" id="{CD28BFF9-733F-820E-51EB-9EB391D98E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20" name="Group 62">
              <a:extLst>
                <a:ext uri="{FF2B5EF4-FFF2-40B4-BE49-F238E27FC236}">
                  <a16:creationId xmlns:a16="http://schemas.microsoft.com/office/drawing/2014/main" id="{03BF1781-28B2-9F0C-174D-ADFE8301B0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36" name="AutoShape 63">
                <a:extLst>
                  <a:ext uri="{FF2B5EF4-FFF2-40B4-BE49-F238E27FC236}">
                    <a16:creationId xmlns:a16="http://schemas.microsoft.com/office/drawing/2014/main" id="{3EADCE9D-851A-4AEC-2AB2-D21BC3C6B7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7" name="AutoShape 64">
                <a:extLst>
                  <a:ext uri="{FF2B5EF4-FFF2-40B4-BE49-F238E27FC236}">
                    <a16:creationId xmlns:a16="http://schemas.microsoft.com/office/drawing/2014/main" id="{1AB9FBE4-75B9-5FCF-0A96-C6440AC73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21" name="Freeform 65">
              <a:extLst>
                <a:ext uri="{FF2B5EF4-FFF2-40B4-BE49-F238E27FC236}">
                  <a16:creationId xmlns:a16="http://schemas.microsoft.com/office/drawing/2014/main" id="{49F0D539-B3CA-8C4C-D98F-D02CA29D4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 w 328"/>
                <a:gd name="T3" fmla="*/ 2 h 226"/>
                <a:gd name="T4" fmla="*/ 3 w 328"/>
                <a:gd name="T5" fmla="*/ 5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22" name="Group 66">
              <a:extLst>
                <a:ext uri="{FF2B5EF4-FFF2-40B4-BE49-F238E27FC236}">
                  <a16:creationId xmlns:a16="http://schemas.microsoft.com/office/drawing/2014/main" id="{4DA6D937-07CB-6514-9BAD-9B6509832D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34" name="AutoShape 67">
                <a:extLst>
                  <a:ext uri="{FF2B5EF4-FFF2-40B4-BE49-F238E27FC236}">
                    <a16:creationId xmlns:a16="http://schemas.microsoft.com/office/drawing/2014/main" id="{ACB90247-3172-289B-C557-FC3163EAA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5" name="AutoShape 68">
                <a:extLst>
                  <a:ext uri="{FF2B5EF4-FFF2-40B4-BE49-F238E27FC236}">
                    <a16:creationId xmlns:a16="http://schemas.microsoft.com/office/drawing/2014/main" id="{8D23B99F-58D8-37C0-A069-EA24E788C6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23" name="Rectangle 69">
              <a:extLst>
                <a:ext uri="{FF2B5EF4-FFF2-40B4-BE49-F238E27FC236}">
                  <a16:creationId xmlns:a16="http://schemas.microsoft.com/office/drawing/2014/main" id="{2E592AAD-47E4-E35E-B5C5-7CB7610E4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32"/>
              <a:ext cx="68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4" name="Freeform 70">
              <a:extLst>
                <a:ext uri="{FF2B5EF4-FFF2-40B4-BE49-F238E27FC236}">
                  <a16:creationId xmlns:a16="http://schemas.microsoft.com/office/drawing/2014/main" id="{DCA780D7-CB15-FE39-41E1-2C341724D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 w 296"/>
                <a:gd name="T3" fmla="*/ 2 h 256"/>
                <a:gd name="T4" fmla="*/ 3 w 296"/>
                <a:gd name="T5" fmla="*/ 5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" name="Freeform 71">
              <a:extLst>
                <a:ext uri="{FF2B5EF4-FFF2-40B4-BE49-F238E27FC236}">
                  <a16:creationId xmlns:a16="http://schemas.microsoft.com/office/drawing/2014/main" id="{66E7CA78-D175-3CCE-C7B0-613208137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 w 304"/>
                <a:gd name="T3" fmla="*/ 4 h 288"/>
                <a:gd name="T4" fmla="*/ 2 w 304"/>
                <a:gd name="T5" fmla="*/ 7 h 288"/>
                <a:gd name="T6" fmla="*/ 2 w 304"/>
                <a:gd name="T7" fmla="*/ 3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" name="Oval 72">
              <a:extLst>
                <a:ext uri="{FF2B5EF4-FFF2-40B4-BE49-F238E27FC236}">
                  <a16:creationId xmlns:a16="http://schemas.microsoft.com/office/drawing/2014/main" id="{4018C971-4D17-77FA-4B4A-EC037B48F5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" name="Freeform 73">
              <a:extLst>
                <a:ext uri="{FF2B5EF4-FFF2-40B4-BE49-F238E27FC236}">
                  <a16:creationId xmlns:a16="http://schemas.microsoft.com/office/drawing/2014/main" id="{B3722013-092D-9FBE-7C07-EFB17514D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6 h 240"/>
                <a:gd name="T4" fmla="*/ 3 w 306"/>
                <a:gd name="T5" fmla="*/ 3 h 240"/>
                <a:gd name="T6" fmla="*/ 3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" name="AutoShape 74">
              <a:extLst>
                <a:ext uri="{FF2B5EF4-FFF2-40B4-BE49-F238E27FC236}">
                  <a16:creationId xmlns:a16="http://schemas.microsoft.com/office/drawing/2014/main" id="{8DED31F2-7095-E5A7-7FCC-D980522E2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1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" name="AutoShape 75">
              <a:extLst>
                <a:ext uri="{FF2B5EF4-FFF2-40B4-BE49-F238E27FC236}">
                  <a16:creationId xmlns:a16="http://schemas.microsoft.com/office/drawing/2014/main" id="{2CC5CAFD-7819-BAB0-0C0A-C30CFFF8D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712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" name="Oval 76">
              <a:extLst>
                <a:ext uri="{FF2B5EF4-FFF2-40B4-BE49-F238E27FC236}">
                  <a16:creationId xmlns:a16="http://schemas.microsoft.com/office/drawing/2014/main" id="{56B5E961-82C8-E526-F0A5-EC13A90819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3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" name="Oval 77">
              <a:extLst>
                <a:ext uri="{FF2B5EF4-FFF2-40B4-BE49-F238E27FC236}">
                  <a16:creationId xmlns:a16="http://schemas.microsoft.com/office/drawing/2014/main" id="{07293B35-5AE3-E636-665B-A18C60E9A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3"/>
              <a:ext cx="163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>
                <a:solidFill>
                  <a:srgbClr val="FF0000"/>
                </a:solidFill>
                <a:cs typeface="Arial" charset="0"/>
              </a:endParaRPr>
            </a:p>
          </p:txBody>
        </p:sp>
        <p:sp>
          <p:nvSpPr>
            <p:cNvPr id="132" name="Oval 78">
              <a:extLst>
                <a:ext uri="{FF2B5EF4-FFF2-40B4-BE49-F238E27FC236}">
                  <a16:creationId xmlns:a16="http://schemas.microsoft.com/office/drawing/2014/main" id="{D3159A64-AF70-366B-CAD8-30812B511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" name="Rectangle 79">
              <a:extLst>
                <a:ext uri="{FF2B5EF4-FFF2-40B4-BE49-F238E27FC236}">
                  <a16:creationId xmlns:a16="http://schemas.microsoft.com/office/drawing/2014/main" id="{F24EB3D9-D364-C63A-2A53-E16B8463D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8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pic>
        <p:nvPicPr>
          <p:cNvPr id="4" name="Picture 3" descr="A screenshot of a website&#10;&#10;AI-generated content may be incorrect.">
            <a:extLst>
              <a:ext uri="{FF2B5EF4-FFF2-40B4-BE49-F238E27FC236}">
                <a16:creationId xmlns:a16="http://schemas.microsoft.com/office/drawing/2014/main" id="{4226263D-2AA7-D332-AE0D-CE9955C179C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759283" y="4914803"/>
            <a:ext cx="2597208" cy="1591588"/>
          </a:xfrm>
          <a:prstGeom prst="rect">
            <a:avLst/>
          </a:prstGeom>
        </p:spPr>
      </p:pic>
      <p:pic>
        <p:nvPicPr>
          <p:cNvPr id="10" name="Picture 9" descr="A logo of a university&#10;&#10;AI-generated content may be incorrect.">
            <a:extLst>
              <a:ext uri="{FF2B5EF4-FFF2-40B4-BE49-F238E27FC236}">
                <a16:creationId xmlns:a16="http://schemas.microsoft.com/office/drawing/2014/main" id="{3C75CD12-445A-1912-769F-8919AB21FE02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09834" y="5015810"/>
            <a:ext cx="2652395" cy="116609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6024724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4 Questions in Web and HTTP 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lnSpcReduction="10000"/>
          </a:bodyPr>
          <a:lstStyle/>
          <a:p>
            <a:r>
              <a:rPr lang="en-US"/>
              <a:t>What content to transfer?</a:t>
            </a:r>
            <a:endParaRPr lang="en-US" dirty="0"/>
          </a:p>
          <a:p>
            <a:pPr lvl="1"/>
            <a:r>
              <a:rPr lang="en-US" dirty="0"/>
              <a:t>Web pages</a:t>
            </a:r>
          </a:p>
          <a:p>
            <a:pPr lvl="1"/>
            <a:endParaRPr lang="en-US" dirty="0"/>
          </a:p>
          <a:p>
            <a:r>
              <a:rPr lang="en-US" dirty="0"/>
              <a:t>How to transfer?</a:t>
            </a:r>
          </a:p>
          <a:p>
            <a:pPr lvl="1"/>
            <a:r>
              <a:rPr lang="en-US" dirty="0"/>
              <a:t>HTTP connections</a:t>
            </a:r>
          </a:p>
          <a:p>
            <a:pPr lvl="1"/>
            <a:endParaRPr lang="en-US" dirty="0"/>
          </a:p>
          <a:p>
            <a:r>
              <a:rPr lang="en-US" dirty="0"/>
              <a:t>In what messages?</a:t>
            </a:r>
          </a:p>
          <a:p>
            <a:pPr lvl="1"/>
            <a:r>
              <a:rPr lang="en-US" dirty="0"/>
              <a:t>HTTP messages</a:t>
            </a:r>
          </a:p>
          <a:p>
            <a:endParaRPr lang="en-US" dirty="0"/>
          </a:p>
          <a:p>
            <a:r>
              <a:rPr lang="en-US" dirty="0"/>
              <a:t>Advanced features</a:t>
            </a:r>
          </a:p>
        </p:txBody>
      </p:sp>
      <p:sp>
        <p:nvSpPr>
          <p:cNvPr id="5" name="Line 19"/>
          <p:cNvSpPr>
            <a:spLocks noChangeShapeType="1"/>
          </p:cNvSpPr>
          <p:nvPr/>
        </p:nvSpPr>
        <p:spPr bwMode="auto">
          <a:xfrm>
            <a:off x="6309895" y="2713790"/>
            <a:ext cx="2954755" cy="27611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" name="Line 20"/>
          <p:cNvSpPr>
            <a:spLocks noChangeShapeType="1"/>
          </p:cNvSpPr>
          <p:nvPr/>
        </p:nvSpPr>
        <p:spPr bwMode="auto">
          <a:xfrm flipH="1" flipV="1">
            <a:off x="6309894" y="2994527"/>
            <a:ext cx="3007144" cy="2616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7" name="Group 44"/>
          <p:cNvGrpSpPr>
            <a:grpSpLocks/>
          </p:cNvGrpSpPr>
          <p:nvPr/>
        </p:nvGrpSpPr>
        <p:grpSpPr bwMode="auto">
          <a:xfrm>
            <a:off x="4999785" y="2430977"/>
            <a:ext cx="1279275" cy="1258720"/>
            <a:chOff x="-44" y="1473"/>
            <a:chExt cx="981" cy="1105"/>
          </a:xfrm>
        </p:grpSpPr>
        <p:pic>
          <p:nvPicPr>
            <p:cNvPr id="8" name="Picture 45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" name="Freeform 4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39825 w 356"/>
                <a:gd name="T3" fmla="*/ 11340 h 368"/>
                <a:gd name="T4" fmla="*/ 165873 w 356"/>
                <a:gd name="T5" fmla="*/ 236254 h 368"/>
                <a:gd name="T6" fmla="*/ 36556 w 356"/>
                <a:gd name="T7" fmla="*/ 29546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" name="Group 47"/>
          <p:cNvGrpSpPr>
            <a:grpSpLocks/>
          </p:cNvGrpSpPr>
          <p:nvPr/>
        </p:nvGrpSpPr>
        <p:grpSpPr bwMode="auto">
          <a:xfrm>
            <a:off x="9402764" y="2245991"/>
            <a:ext cx="695325" cy="1282700"/>
            <a:chOff x="4140" y="429"/>
            <a:chExt cx="1425" cy="2396"/>
          </a:xfrm>
        </p:grpSpPr>
        <p:sp>
          <p:nvSpPr>
            <p:cNvPr id="11" name="Freeform 48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3 w 354"/>
                <a:gd name="T3" fmla="*/ 8 h 2742"/>
                <a:gd name="T4" fmla="*/ 3 w 354"/>
                <a:gd name="T5" fmla="*/ 58 h 2742"/>
                <a:gd name="T6" fmla="*/ 0 w 354"/>
                <a:gd name="T7" fmla="*/ 60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" name="Rectangle 49"/>
            <p:cNvSpPr>
              <a:spLocks noChangeArrowheads="1"/>
            </p:cNvSpPr>
            <p:nvPr/>
          </p:nvSpPr>
          <p:spPr bwMode="auto">
            <a:xfrm>
              <a:off x="4205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" name="Freeform 50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6 h 2537"/>
                <a:gd name="T4" fmla="*/ 2 w 211"/>
                <a:gd name="T5" fmla="*/ 54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" name="Freeform 51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 w 328"/>
                <a:gd name="T3" fmla="*/ 3 h 226"/>
                <a:gd name="T4" fmla="*/ 3 w 328"/>
                <a:gd name="T5" fmla="*/ 6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" name="Rectangle 52"/>
            <p:cNvSpPr>
              <a:spLocks noChangeArrowheads="1"/>
            </p:cNvSpPr>
            <p:nvPr/>
          </p:nvSpPr>
          <p:spPr bwMode="auto">
            <a:xfrm>
              <a:off x="4212" y="693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6" name="Group 53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1" name="AutoShape 54"/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27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" name="AutoShape 55"/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4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7" name="Rectangle 56"/>
            <p:cNvSpPr>
              <a:spLocks noChangeArrowheads="1"/>
            </p:cNvSpPr>
            <p:nvPr/>
          </p:nvSpPr>
          <p:spPr bwMode="auto">
            <a:xfrm>
              <a:off x="4225" y="1019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8" name="Group 57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9" name="AutoShape 58"/>
              <p:cNvSpPr>
                <a:spLocks noChangeArrowheads="1"/>
              </p:cNvSpPr>
              <p:nvPr/>
            </p:nvSpPr>
            <p:spPr bwMode="auto">
              <a:xfrm>
                <a:off x="616" y="2569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" name="AutoShape 59"/>
              <p:cNvSpPr>
                <a:spLocks noChangeArrowheads="1"/>
              </p:cNvSpPr>
              <p:nvPr/>
            </p:nvSpPr>
            <p:spPr bwMode="auto">
              <a:xfrm>
                <a:off x="632" y="2588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9" name="Rectangle 60"/>
            <p:cNvSpPr>
              <a:spLocks noChangeArrowheads="1"/>
            </p:cNvSpPr>
            <p:nvPr/>
          </p:nvSpPr>
          <p:spPr bwMode="auto">
            <a:xfrm>
              <a:off x="4218" y="1357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" name="Rectangle 61"/>
            <p:cNvSpPr>
              <a:spLocks noChangeArrowheads="1"/>
            </p:cNvSpPr>
            <p:nvPr/>
          </p:nvSpPr>
          <p:spPr bwMode="auto">
            <a:xfrm>
              <a:off x="4228" y="1654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21" name="Group 62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7" name="AutoShape 63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" name="AutoShape 64"/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22" name="Freeform 65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 w 328"/>
                <a:gd name="T3" fmla="*/ 2 h 226"/>
                <a:gd name="T4" fmla="*/ 3 w 328"/>
                <a:gd name="T5" fmla="*/ 5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3" name="Group 66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5" name="AutoShape 67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6" name="AutoShape 68"/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24" name="Rectangle 69"/>
            <p:cNvSpPr>
              <a:spLocks noChangeArrowheads="1"/>
            </p:cNvSpPr>
            <p:nvPr/>
          </p:nvSpPr>
          <p:spPr bwMode="auto">
            <a:xfrm>
              <a:off x="5249" y="432"/>
              <a:ext cx="68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" name="Freeform 70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 w 296"/>
                <a:gd name="T3" fmla="*/ 2 h 256"/>
                <a:gd name="T4" fmla="*/ 3 w 296"/>
                <a:gd name="T5" fmla="*/ 5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Freeform 71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 w 304"/>
                <a:gd name="T3" fmla="*/ 4 h 288"/>
                <a:gd name="T4" fmla="*/ 2 w 304"/>
                <a:gd name="T5" fmla="*/ 7 h 288"/>
                <a:gd name="T6" fmla="*/ 2 w 304"/>
                <a:gd name="T7" fmla="*/ 3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Oval 72"/>
            <p:cNvSpPr>
              <a:spLocks noChangeArrowheads="1"/>
            </p:cNvSpPr>
            <p:nvPr/>
          </p:nvSpPr>
          <p:spPr bwMode="auto">
            <a:xfrm>
              <a:off x="5516" y="2611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" name="Freeform 73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6 h 240"/>
                <a:gd name="T4" fmla="*/ 3 w 306"/>
                <a:gd name="T5" fmla="*/ 3 h 240"/>
                <a:gd name="T6" fmla="*/ 3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AutoShape 74"/>
            <p:cNvSpPr>
              <a:spLocks noChangeArrowheads="1"/>
            </p:cNvSpPr>
            <p:nvPr/>
          </p:nvSpPr>
          <p:spPr bwMode="auto">
            <a:xfrm>
              <a:off x="4140" y="2677"/>
              <a:ext cx="1201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" name="AutoShape 75"/>
            <p:cNvSpPr>
              <a:spLocks noChangeArrowheads="1"/>
            </p:cNvSpPr>
            <p:nvPr/>
          </p:nvSpPr>
          <p:spPr bwMode="auto">
            <a:xfrm>
              <a:off x="4205" y="2712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" name="Oval 76"/>
            <p:cNvSpPr>
              <a:spLocks noChangeArrowheads="1"/>
            </p:cNvSpPr>
            <p:nvPr/>
          </p:nvSpPr>
          <p:spPr bwMode="auto">
            <a:xfrm>
              <a:off x="4309" y="2383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" name="Oval 77"/>
            <p:cNvSpPr>
              <a:spLocks noChangeArrowheads="1"/>
            </p:cNvSpPr>
            <p:nvPr/>
          </p:nvSpPr>
          <p:spPr bwMode="auto">
            <a:xfrm>
              <a:off x="4485" y="2383"/>
              <a:ext cx="163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>
                <a:solidFill>
                  <a:srgbClr val="FF0000"/>
                </a:solidFill>
                <a:cs typeface="Arial" charset="0"/>
              </a:endParaRPr>
            </a:p>
          </p:txBody>
        </p:sp>
        <p:sp>
          <p:nvSpPr>
            <p:cNvPr id="33" name="Oval 78"/>
            <p:cNvSpPr>
              <a:spLocks noChangeArrowheads="1"/>
            </p:cNvSpPr>
            <p:nvPr/>
          </p:nvSpPr>
          <p:spPr bwMode="auto">
            <a:xfrm>
              <a:off x="4661" y="2380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" name="Rectangle 79"/>
            <p:cNvSpPr>
              <a:spLocks noChangeArrowheads="1"/>
            </p:cNvSpPr>
            <p:nvPr/>
          </p:nvSpPr>
          <p:spPr bwMode="auto">
            <a:xfrm>
              <a:off x="5061" y="1835"/>
              <a:ext cx="88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43" name="Freeform 7"/>
          <p:cNvSpPr>
            <a:spLocks/>
          </p:cNvSpPr>
          <p:nvPr/>
        </p:nvSpPr>
        <p:spPr bwMode="auto">
          <a:xfrm>
            <a:off x="6868929" y="5021511"/>
            <a:ext cx="1808162" cy="1031875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4" name="Text Box 51"/>
          <p:cNvSpPr txBox="1">
            <a:spLocks noChangeArrowheads="1"/>
          </p:cNvSpPr>
          <p:nvPr/>
        </p:nvSpPr>
        <p:spPr bwMode="auto">
          <a:xfrm>
            <a:off x="7226871" y="5153273"/>
            <a:ext cx="8747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sz="1600"/>
              <a:t>Internet</a:t>
            </a:r>
          </a:p>
        </p:txBody>
      </p:sp>
      <p:sp>
        <p:nvSpPr>
          <p:cNvPr id="45" name="Line 52"/>
          <p:cNvSpPr>
            <a:spLocks noChangeShapeType="1"/>
          </p:cNvSpPr>
          <p:nvPr/>
        </p:nvSpPr>
        <p:spPr bwMode="auto">
          <a:xfrm flipV="1">
            <a:off x="6550526" y="5547895"/>
            <a:ext cx="240631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6" name="Rectangle 23"/>
          <p:cNvSpPr>
            <a:spLocks noChangeArrowheads="1"/>
          </p:cNvSpPr>
          <p:nvPr/>
        </p:nvSpPr>
        <p:spPr bwMode="auto">
          <a:xfrm>
            <a:off x="5420289" y="3743573"/>
            <a:ext cx="1296987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sz="2400">
              <a:latin typeface="Times New Roman" charset="0"/>
            </a:endParaRPr>
          </a:p>
        </p:txBody>
      </p:sp>
      <p:sp>
        <p:nvSpPr>
          <p:cNvPr id="47" name="Rectangle 24"/>
          <p:cNvSpPr>
            <a:spLocks noChangeArrowheads="1"/>
          </p:cNvSpPr>
          <p:nvPr/>
        </p:nvSpPr>
        <p:spPr bwMode="auto">
          <a:xfrm>
            <a:off x="5382189" y="3797548"/>
            <a:ext cx="1273175" cy="1979612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sz="2400">
              <a:latin typeface="Times New Roman" charset="0"/>
            </a:endParaRPr>
          </a:p>
        </p:txBody>
      </p:sp>
      <p:sp>
        <p:nvSpPr>
          <p:cNvPr id="48" name="Line 25"/>
          <p:cNvSpPr>
            <a:spLocks noChangeShapeType="1"/>
          </p:cNvSpPr>
          <p:nvPr/>
        </p:nvSpPr>
        <p:spPr bwMode="auto">
          <a:xfrm>
            <a:off x="5391713" y="455796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" name="Text Box 26"/>
          <p:cNvSpPr txBox="1">
            <a:spLocks noChangeArrowheads="1"/>
          </p:cNvSpPr>
          <p:nvPr/>
        </p:nvSpPr>
        <p:spPr bwMode="auto">
          <a:xfrm>
            <a:off x="5348851" y="4540498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solidFill>
                  <a:srgbClr val="969696"/>
                </a:solidFill>
                <a:latin typeface="Tahoma" charset="0"/>
              </a:rPr>
              <a:t>transport</a:t>
            </a:r>
          </a:p>
        </p:txBody>
      </p:sp>
      <p:sp>
        <p:nvSpPr>
          <p:cNvPr id="50" name="Line 27"/>
          <p:cNvSpPr>
            <a:spLocks noChangeShapeType="1"/>
          </p:cNvSpPr>
          <p:nvPr/>
        </p:nvSpPr>
        <p:spPr bwMode="auto">
          <a:xfrm>
            <a:off x="5399650" y="487863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1" name="Line 28"/>
          <p:cNvSpPr>
            <a:spLocks noChangeShapeType="1"/>
          </p:cNvSpPr>
          <p:nvPr/>
        </p:nvSpPr>
        <p:spPr bwMode="auto">
          <a:xfrm>
            <a:off x="5385363" y="518819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2" name="Line 29"/>
          <p:cNvSpPr>
            <a:spLocks noChangeShapeType="1"/>
          </p:cNvSpPr>
          <p:nvPr/>
        </p:nvSpPr>
        <p:spPr bwMode="auto">
          <a:xfrm>
            <a:off x="5385363" y="547394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3" name="Text Box 26"/>
          <p:cNvSpPr txBox="1">
            <a:spLocks noChangeArrowheads="1"/>
          </p:cNvSpPr>
          <p:nvPr/>
        </p:nvSpPr>
        <p:spPr bwMode="auto">
          <a:xfrm>
            <a:off x="5383776" y="3788023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latin typeface="Tahoma" charset="0"/>
              </a:rPr>
              <a:t>application</a:t>
            </a:r>
          </a:p>
        </p:txBody>
      </p:sp>
      <p:sp>
        <p:nvSpPr>
          <p:cNvPr id="54" name="Text Box 26"/>
          <p:cNvSpPr txBox="1">
            <a:spLocks noChangeArrowheads="1"/>
          </p:cNvSpPr>
          <p:nvPr/>
        </p:nvSpPr>
        <p:spPr bwMode="auto">
          <a:xfrm>
            <a:off x="5339326" y="5445373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solidFill>
                  <a:srgbClr val="969696"/>
                </a:solidFill>
                <a:latin typeface="Tahoma" charset="0"/>
              </a:rPr>
              <a:t>physical</a:t>
            </a:r>
          </a:p>
        </p:txBody>
      </p:sp>
      <p:sp>
        <p:nvSpPr>
          <p:cNvPr id="55" name="Text Box 26"/>
          <p:cNvSpPr txBox="1">
            <a:spLocks noChangeArrowheads="1"/>
          </p:cNvSpPr>
          <p:nvPr/>
        </p:nvSpPr>
        <p:spPr bwMode="auto">
          <a:xfrm>
            <a:off x="5358376" y="5159623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solidFill>
                  <a:srgbClr val="969696"/>
                </a:solidFill>
                <a:latin typeface="Tahoma" charset="0"/>
              </a:rPr>
              <a:t>link</a:t>
            </a:r>
          </a:p>
        </p:txBody>
      </p:sp>
      <p:sp>
        <p:nvSpPr>
          <p:cNvPr id="56" name="Text Box 26"/>
          <p:cNvSpPr txBox="1">
            <a:spLocks noChangeArrowheads="1"/>
          </p:cNvSpPr>
          <p:nvPr/>
        </p:nvSpPr>
        <p:spPr bwMode="auto">
          <a:xfrm>
            <a:off x="5348851" y="4864348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solidFill>
                  <a:srgbClr val="969696"/>
                </a:solidFill>
                <a:latin typeface="Tahoma" charset="0"/>
              </a:rPr>
              <a:t>network</a:t>
            </a:r>
          </a:p>
        </p:txBody>
      </p:sp>
      <p:sp>
        <p:nvSpPr>
          <p:cNvPr id="57" name="Oval 57"/>
          <p:cNvSpPr>
            <a:spLocks noChangeArrowheads="1"/>
          </p:cNvSpPr>
          <p:nvPr/>
        </p:nvSpPr>
        <p:spPr bwMode="auto">
          <a:xfrm>
            <a:off x="5517125" y="4062660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sz="1600"/>
              <a:t>process</a:t>
            </a:r>
          </a:p>
        </p:txBody>
      </p:sp>
      <p:grpSp>
        <p:nvGrpSpPr>
          <p:cNvPr id="58" name="Group 58"/>
          <p:cNvGrpSpPr>
            <a:grpSpLocks/>
          </p:cNvGrpSpPr>
          <p:nvPr/>
        </p:nvGrpSpPr>
        <p:grpSpPr bwMode="auto">
          <a:xfrm>
            <a:off x="5764775" y="4423024"/>
            <a:ext cx="546100" cy="225425"/>
            <a:chOff x="1287" y="2524"/>
            <a:chExt cx="260" cy="100"/>
          </a:xfrm>
        </p:grpSpPr>
        <p:sp>
          <p:nvSpPr>
            <p:cNvPr id="59" name="Rectangle 59"/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" name="Rectangle 60"/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" name="Rectangle 61"/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" name="Rectangle 62"/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63" name="Rectangle 23"/>
          <p:cNvSpPr>
            <a:spLocks noChangeArrowheads="1"/>
          </p:cNvSpPr>
          <p:nvPr/>
        </p:nvSpPr>
        <p:spPr bwMode="auto">
          <a:xfrm>
            <a:off x="9069282" y="3728366"/>
            <a:ext cx="1296988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sz="2400">
              <a:latin typeface="Times New Roman" charset="0"/>
            </a:endParaRPr>
          </a:p>
        </p:txBody>
      </p:sp>
      <p:sp>
        <p:nvSpPr>
          <p:cNvPr id="64" name="Rectangle 24"/>
          <p:cNvSpPr>
            <a:spLocks noChangeArrowheads="1"/>
          </p:cNvSpPr>
          <p:nvPr/>
        </p:nvSpPr>
        <p:spPr bwMode="auto">
          <a:xfrm>
            <a:off x="9031183" y="3782341"/>
            <a:ext cx="1273175" cy="1979612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sz="2400">
              <a:latin typeface="Times New Roman" charset="0"/>
            </a:endParaRPr>
          </a:p>
        </p:txBody>
      </p:sp>
      <p:sp>
        <p:nvSpPr>
          <p:cNvPr id="65" name="Line 25"/>
          <p:cNvSpPr>
            <a:spLocks noChangeShapeType="1"/>
          </p:cNvSpPr>
          <p:nvPr/>
        </p:nvSpPr>
        <p:spPr bwMode="auto">
          <a:xfrm>
            <a:off x="9040707" y="454275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" name="Text Box 26"/>
          <p:cNvSpPr txBox="1">
            <a:spLocks noChangeArrowheads="1"/>
          </p:cNvSpPr>
          <p:nvPr/>
        </p:nvSpPr>
        <p:spPr bwMode="auto">
          <a:xfrm>
            <a:off x="8997846" y="4525291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solidFill>
                  <a:srgbClr val="969696"/>
                </a:solidFill>
                <a:latin typeface="Tahoma" charset="0"/>
              </a:rPr>
              <a:t>transport</a:t>
            </a:r>
          </a:p>
        </p:txBody>
      </p:sp>
      <p:sp>
        <p:nvSpPr>
          <p:cNvPr id="67" name="Line 27"/>
          <p:cNvSpPr>
            <a:spLocks noChangeShapeType="1"/>
          </p:cNvSpPr>
          <p:nvPr/>
        </p:nvSpPr>
        <p:spPr bwMode="auto">
          <a:xfrm>
            <a:off x="9048645" y="486342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" name="Line 28"/>
          <p:cNvSpPr>
            <a:spLocks noChangeShapeType="1"/>
          </p:cNvSpPr>
          <p:nvPr/>
        </p:nvSpPr>
        <p:spPr bwMode="auto">
          <a:xfrm>
            <a:off x="9034357" y="5172992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" name="Line 29"/>
          <p:cNvSpPr>
            <a:spLocks noChangeShapeType="1"/>
          </p:cNvSpPr>
          <p:nvPr/>
        </p:nvSpPr>
        <p:spPr bwMode="auto">
          <a:xfrm>
            <a:off x="9034357" y="5458742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0" name="Text Box 26"/>
          <p:cNvSpPr txBox="1">
            <a:spLocks noChangeArrowheads="1"/>
          </p:cNvSpPr>
          <p:nvPr/>
        </p:nvSpPr>
        <p:spPr bwMode="auto">
          <a:xfrm>
            <a:off x="9032771" y="3772816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latin typeface="Tahoma" charset="0"/>
              </a:rPr>
              <a:t>application</a:t>
            </a:r>
          </a:p>
        </p:txBody>
      </p:sp>
      <p:sp>
        <p:nvSpPr>
          <p:cNvPr id="71" name="Text Box 26"/>
          <p:cNvSpPr txBox="1">
            <a:spLocks noChangeArrowheads="1"/>
          </p:cNvSpPr>
          <p:nvPr/>
        </p:nvSpPr>
        <p:spPr bwMode="auto">
          <a:xfrm>
            <a:off x="8988321" y="5430166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solidFill>
                  <a:srgbClr val="969696"/>
                </a:solidFill>
                <a:latin typeface="Tahoma" charset="0"/>
              </a:rPr>
              <a:t>physical</a:t>
            </a:r>
          </a:p>
        </p:txBody>
      </p:sp>
      <p:sp>
        <p:nvSpPr>
          <p:cNvPr id="72" name="Text Box 26"/>
          <p:cNvSpPr txBox="1">
            <a:spLocks noChangeArrowheads="1"/>
          </p:cNvSpPr>
          <p:nvPr/>
        </p:nvSpPr>
        <p:spPr bwMode="auto">
          <a:xfrm>
            <a:off x="9007371" y="5144416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solidFill>
                  <a:srgbClr val="969696"/>
                </a:solidFill>
                <a:latin typeface="Tahoma" charset="0"/>
              </a:rPr>
              <a:t>link</a:t>
            </a:r>
          </a:p>
        </p:txBody>
      </p:sp>
      <p:sp>
        <p:nvSpPr>
          <p:cNvPr id="73" name="Text Box 26"/>
          <p:cNvSpPr txBox="1">
            <a:spLocks noChangeArrowheads="1"/>
          </p:cNvSpPr>
          <p:nvPr/>
        </p:nvSpPr>
        <p:spPr bwMode="auto">
          <a:xfrm>
            <a:off x="8997846" y="4849141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solidFill>
                  <a:srgbClr val="969696"/>
                </a:solidFill>
                <a:latin typeface="Tahoma" charset="0"/>
              </a:rPr>
              <a:t>network</a:t>
            </a:r>
          </a:p>
        </p:txBody>
      </p:sp>
      <p:sp>
        <p:nvSpPr>
          <p:cNvPr id="74" name="Oval 78"/>
          <p:cNvSpPr>
            <a:spLocks noChangeArrowheads="1"/>
          </p:cNvSpPr>
          <p:nvPr/>
        </p:nvSpPr>
        <p:spPr bwMode="auto">
          <a:xfrm>
            <a:off x="9166120" y="4047453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sz="1600"/>
              <a:t>process</a:t>
            </a:r>
          </a:p>
        </p:txBody>
      </p:sp>
      <p:grpSp>
        <p:nvGrpSpPr>
          <p:cNvPr id="75" name="Group 79"/>
          <p:cNvGrpSpPr>
            <a:grpSpLocks/>
          </p:cNvGrpSpPr>
          <p:nvPr/>
        </p:nvGrpSpPr>
        <p:grpSpPr bwMode="auto">
          <a:xfrm>
            <a:off x="9413770" y="4407817"/>
            <a:ext cx="546100" cy="225425"/>
            <a:chOff x="1287" y="2524"/>
            <a:chExt cx="260" cy="100"/>
          </a:xfrm>
        </p:grpSpPr>
        <p:sp>
          <p:nvSpPr>
            <p:cNvPr id="76" name="Rectangle 80"/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" name="Rectangle 81"/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" name="Rectangle 82"/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" name="Rectangle 83"/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81" name="Text Box 56"/>
          <p:cNvSpPr txBox="1">
            <a:spLocks noChangeArrowheads="1"/>
          </p:cNvSpPr>
          <p:nvPr/>
        </p:nvSpPr>
        <p:spPr bwMode="auto">
          <a:xfrm>
            <a:off x="7145909" y="3846761"/>
            <a:ext cx="9175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i="1" dirty="0">
                <a:solidFill>
                  <a:srgbClr val="CC0000"/>
                </a:solidFill>
              </a:rPr>
              <a:t>socket</a:t>
            </a:r>
          </a:p>
        </p:txBody>
      </p:sp>
      <p:sp>
        <p:nvSpPr>
          <p:cNvPr id="82" name="Line 92"/>
          <p:cNvSpPr>
            <a:spLocks noChangeShapeType="1"/>
          </p:cNvSpPr>
          <p:nvPr/>
        </p:nvSpPr>
        <p:spPr bwMode="auto">
          <a:xfrm flipV="1">
            <a:off x="6148959" y="4046786"/>
            <a:ext cx="968375" cy="4349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" name="Line 93"/>
          <p:cNvSpPr>
            <a:spLocks noChangeShapeType="1"/>
          </p:cNvSpPr>
          <p:nvPr/>
        </p:nvSpPr>
        <p:spPr bwMode="auto">
          <a:xfrm flipH="1" flipV="1">
            <a:off x="8150977" y="4008935"/>
            <a:ext cx="1313865" cy="50959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" name="Slide Number Placeholder 79">
            <a:extLst>
              <a:ext uri="{FF2B5EF4-FFF2-40B4-BE49-F238E27FC236}">
                <a16:creationId xmlns:a16="http://schemas.microsoft.com/office/drawing/2014/main" id="{B933D157-9C9A-DC42-9790-7BDDD9D964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sz="1200" kern="1200">
                <a:solidFill>
                  <a:schemeClr val="tx1"/>
                </a:solidFill>
                <a:latin typeface="Tahoma" charset="0"/>
                <a:ea typeface="ＭＳ Ｐゴシック" charset="0"/>
                <a:cs typeface="ＭＳ Ｐゴシック" charset="0"/>
              </a:defRPr>
            </a:lvl1pPr>
            <a:lvl2pPr marL="4572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2pPr>
            <a:lvl3pPr marL="9144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3pPr>
            <a:lvl4pPr marL="1371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4pPr>
            <a:lvl5pPr marL="18288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9pPr>
          </a:lstStyle>
          <a:p>
            <a:pPr>
              <a:defRPr/>
            </a:pPr>
            <a:endParaRPr lang="en-US"/>
          </a:p>
          <a:p>
            <a:pPr>
              <a:defRPr/>
            </a:pPr>
            <a:fld id="{EA4DE36C-4767-D04B-8BF6-480838CCF4A8}" type="slidenum">
              <a:rPr lang="en-US" smtClean="0"/>
              <a:pPr>
                <a:defRPr/>
              </a:pPr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2247843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79716E-8F1F-0621-02D3-A6CE195118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EF8D640-8E8C-DD70-4CCD-DFAFB600260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489566"/>
            <a:ext cx="10515600" cy="4351338"/>
          </a:xfrm>
        </p:spPr>
        <p:txBody>
          <a:bodyPr/>
          <a:lstStyle/>
          <a:p>
            <a:r>
              <a:rPr lang="en-US" dirty="0"/>
              <a:t>On the client</a:t>
            </a:r>
          </a:p>
          <a:p>
            <a:pPr lvl="1"/>
            <a:r>
              <a:rPr lang="en-US" dirty="0"/>
              <a:t>Loading web pages in web browser 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6DC066E-C7B3-1525-2DCC-FC35052B18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Web and Web browser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1581679-7277-0960-7F7F-7029AD2AB5C9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 bwMode="auto">
          <a:xfrm>
            <a:off x="11515725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sz="1200" kern="1200">
                <a:solidFill>
                  <a:schemeClr val="tx1"/>
                </a:solidFill>
                <a:latin typeface="Tahoma" charset="0"/>
                <a:ea typeface="ＭＳ Ｐゴシック" charset="0"/>
                <a:cs typeface="ＭＳ Ｐゴシック" charset="0"/>
              </a:defRPr>
            </a:lvl1pPr>
            <a:lvl2pPr marL="4572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2pPr>
            <a:lvl3pPr marL="9144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3pPr>
            <a:lvl4pPr marL="1371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4pPr>
            <a:lvl5pPr marL="18288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9pPr>
          </a:lstStyle>
          <a:p>
            <a:pPr>
              <a:defRPr/>
            </a:pPr>
            <a:endParaRPr lang="en-US"/>
          </a:p>
          <a:p>
            <a:pPr>
              <a:defRPr/>
            </a:pPr>
            <a:fld id="{EA4DE36C-4767-D04B-8BF6-480838CCF4A8}" type="slidenum">
              <a:rPr lang="en-US" smtClean="0"/>
              <a:pPr>
                <a:defRPr/>
              </a:pPr>
              <a:t>20</a:t>
            </a:fld>
            <a:endParaRPr lang="en-US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8E8C7BE2-69F6-3457-CDC9-188E6D149BCA}"/>
              </a:ext>
            </a:extLst>
          </p:cNvPr>
          <p:cNvSpPr/>
          <p:nvPr/>
        </p:nvSpPr>
        <p:spPr bwMode="auto">
          <a:xfrm>
            <a:off x="4451684" y="3181685"/>
            <a:ext cx="5975684" cy="3248527"/>
          </a:xfrm>
          <a:prstGeom prst="rect">
            <a:avLst/>
          </a:prstGeom>
          <a:noFill/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342900" indent="-3429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</a:pPr>
            <a:endParaRPr lang="en-US" sz="2400">
              <a:latin typeface="Comic Sans MS" pitchFamily="66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A5792F8-DDB5-D23C-2C37-38731F8B6F25}"/>
              </a:ext>
            </a:extLst>
          </p:cNvPr>
          <p:cNvSpPr/>
          <p:nvPr/>
        </p:nvSpPr>
        <p:spPr>
          <a:xfrm>
            <a:off x="632808" y="2417584"/>
            <a:ext cx="10720991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2400" dirty="0">
                <a:solidFill>
                  <a:srgbClr val="C00000"/>
                </a:solidFill>
              </a:rPr>
              <a:t>A web page for https://</a:t>
            </a:r>
            <a:r>
              <a:rPr lang="en-US" sz="2400" dirty="0" err="1">
                <a:solidFill>
                  <a:srgbClr val="C00000"/>
                </a:solidFill>
              </a:rPr>
              <a:t>www.purdue.edu</a:t>
            </a:r>
            <a:r>
              <a:rPr lang="en-US" sz="2400" dirty="0">
                <a:solidFill>
                  <a:srgbClr val="C00000"/>
                </a:solidFill>
              </a:rPr>
              <a:t>/ (right-click: view source)</a:t>
            </a:r>
          </a:p>
        </p:txBody>
      </p:sp>
      <p:pic>
        <p:nvPicPr>
          <p:cNvPr id="4" name="Picture 3" descr="A screenshot of a website&#10;&#10;AI-generated content may be incorrect.">
            <a:extLst>
              <a:ext uri="{FF2B5EF4-FFF2-40B4-BE49-F238E27FC236}">
                <a16:creationId xmlns:a16="http://schemas.microsoft.com/office/drawing/2014/main" id="{7E2BE12C-853A-93D0-7B26-2710B4FC18F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b="13357"/>
          <a:stretch>
            <a:fillRect/>
          </a:stretch>
        </p:blipFill>
        <p:spPr>
          <a:xfrm>
            <a:off x="2752084" y="3030466"/>
            <a:ext cx="6687831" cy="35509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5013918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22F73E-1EA8-D2A3-AB8B-1E4F02B91D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AB6A56F4-C773-94DA-CF66-4BDBF4D8F4C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Web page source (example)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0BCA58A-EAE9-3AD9-5A09-F5778827E5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21</a:t>
            </a:fld>
            <a:endParaRPr 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280A3F4-8B3A-79E2-24A2-0F32706640FC}"/>
              </a:ext>
            </a:extLst>
          </p:cNvPr>
          <p:cNvSpPr txBox="1"/>
          <p:nvPr/>
        </p:nvSpPr>
        <p:spPr>
          <a:xfrm>
            <a:off x="6204605" y="5917802"/>
            <a:ext cx="6184443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https://</a:t>
            </a:r>
            <a:r>
              <a:rPr lang="en-US" dirty="0" err="1"/>
              <a:t>www.purdue.edu</a:t>
            </a:r>
            <a:r>
              <a:rPr lang="en-US" dirty="0"/>
              <a:t>/home/wp-content/themes/</a:t>
            </a:r>
            <a:r>
              <a:rPr lang="en-US" dirty="0" err="1"/>
              <a:t>purdue</a:t>
            </a:r>
            <a:r>
              <a:rPr lang="en-US" dirty="0"/>
              <a:t>-home-theme/</a:t>
            </a:r>
            <a:r>
              <a:rPr lang="en-US" dirty="0" err="1"/>
              <a:t>imgs</a:t>
            </a:r>
            <a:r>
              <a:rPr lang="en-US" dirty="0"/>
              <a:t>/PU-H-</a:t>
            </a:r>
            <a:r>
              <a:rPr lang="en-US" dirty="0" err="1"/>
              <a:t>light.svg</a:t>
            </a:r>
            <a:endParaRPr lang="en-US" dirty="0">
              <a:highlight>
                <a:srgbClr val="FFFF00"/>
              </a:highlight>
            </a:endParaRPr>
          </a:p>
        </p:txBody>
      </p:sp>
      <p:sp>
        <p:nvSpPr>
          <p:cNvPr id="3" name="Line 19">
            <a:extLst>
              <a:ext uri="{FF2B5EF4-FFF2-40B4-BE49-F238E27FC236}">
                <a16:creationId xmlns:a16="http://schemas.microsoft.com/office/drawing/2014/main" id="{6E1064B2-D363-6D39-CCB1-31469179A74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74390" y="5216186"/>
            <a:ext cx="2438400" cy="19358"/>
          </a:xfrm>
          <a:prstGeom prst="line">
            <a:avLst/>
          </a:prstGeom>
          <a:noFill/>
          <a:ln w="7620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8D889D5-67ED-721A-B255-BFA56E3564E7}"/>
              </a:ext>
            </a:extLst>
          </p:cNvPr>
          <p:cNvSpPr txBox="1"/>
          <p:nvPr/>
        </p:nvSpPr>
        <p:spPr>
          <a:xfrm>
            <a:off x="8402116" y="2146695"/>
            <a:ext cx="352896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C00000"/>
                </a:solidFill>
              </a:rPr>
              <a:t>How to get these images?</a:t>
            </a:r>
          </a:p>
        </p:txBody>
      </p:sp>
      <p:pic>
        <p:nvPicPr>
          <p:cNvPr id="5" name="Picture 4" descr="A screen shot of a computer code&#10;&#10;AI-generated content may be incorrect.">
            <a:extLst>
              <a:ext uri="{FF2B5EF4-FFF2-40B4-BE49-F238E27FC236}">
                <a16:creationId xmlns:a16="http://schemas.microsoft.com/office/drawing/2014/main" id="{0D65CA3A-03B4-5C87-3E5F-31F5F49AA8B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7286" y="1833994"/>
            <a:ext cx="7416800" cy="3873500"/>
          </a:xfrm>
          <a:prstGeom prst="rect">
            <a:avLst/>
          </a:prstGeom>
          <a:ln w="28575">
            <a:solidFill>
              <a:srgbClr val="C00000"/>
            </a:solidFill>
          </a:ln>
        </p:spPr>
      </p:pic>
      <p:pic>
        <p:nvPicPr>
          <p:cNvPr id="9" name="Picture 8" descr="A logo of a university&#10;&#10;AI-generated content may be incorrect.">
            <a:extLst>
              <a:ext uri="{FF2B5EF4-FFF2-40B4-BE49-F238E27FC236}">
                <a16:creationId xmlns:a16="http://schemas.microsoft.com/office/drawing/2014/main" id="{DE6FD99E-41DA-BEF3-F77D-ACC0B6BA8DB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697992" y="4566506"/>
            <a:ext cx="3233088" cy="1421384"/>
          </a:xfrm>
          <a:prstGeom prst="rect">
            <a:avLst/>
          </a:prstGeom>
        </p:spPr>
      </p:pic>
      <p:pic>
        <p:nvPicPr>
          <p:cNvPr id="11" name="Picture 10" descr="A collage of images of people and cars&#10;&#10;AI-generated content may be incorrect.">
            <a:extLst>
              <a:ext uri="{FF2B5EF4-FFF2-40B4-BE49-F238E27FC236}">
                <a16:creationId xmlns:a16="http://schemas.microsoft.com/office/drawing/2014/main" id="{86021DA2-EE03-763C-11A9-2294AB2E5B20}"/>
              </a:ext>
            </a:extLst>
          </p:cNvPr>
          <p:cNvPicPr>
            <a:picLocks noChangeAspect="1"/>
          </p:cNvPicPr>
          <p:nvPr/>
        </p:nvPicPr>
        <p:blipFill>
          <a:blip r:embed="rId5"/>
          <a:srcRect b="38613"/>
          <a:stretch>
            <a:fillRect/>
          </a:stretch>
        </p:blipFill>
        <p:spPr>
          <a:xfrm>
            <a:off x="7968680" y="498398"/>
            <a:ext cx="3962400" cy="1584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57468957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1E1256-CACC-2788-0E9B-565DCD7D79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5CB999E1-7817-2D81-D196-2A83F920BAC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Web page</a:t>
            </a:r>
            <a:endParaRPr lang="en-US" sz="4400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620C39BB-3280-D6A2-D93A-9227A8785CCB}"/>
              </a:ext>
            </a:extLst>
          </p:cNvPr>
          <p:cNvSpPr txBox="1">
            <a:spLocks noChangeArrowheads="1"/>
          </p:cNvSpPr>
          <p:nvPr/>
        </p:nvSpPr>
        <p:spPr>
          <a:xfrm>
            <a:off x="669395" y="1559756"/>
            <a:ext cx="10774192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First, a quick review…</a:t>
            </a:r>
          </a:p>
          <a:p>
            <a:pPr marL="460375" marR="0" lvl="0" indent="-330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web page consists of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objects,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each of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which can be stored on different Web servers</a:t>
            </a:r>
          </a:p>
          <a:p>
            <a:pPr marL="460375" marR="0" lvl="0" indent="-330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object can be HTML file, JPEG image, Java applet, audio file,…</a:t>
            </a:r>
          </a:p>
          <a:p>
            <a:pPr marL="460375" marR="0" lvl="0" indent="-330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web page consists of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base HTML-file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which includes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several referenced objects, each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addressable by a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URL,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e.g.,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3" name="Group 10">
            <a:extLst>
              <a:ext uri="{FF2B5EF4-FFF2-40B4-BE49-F238E27FC236}">
                <a16:creationId xmlns:a16="http://schemas.microsoft.com/office/drawing/2014/main" id="{63CFE338-372D-B904-E227-6AAFC36134F5}"/>
              </a:ext>
            </a:extLst>
          </p:cNvPr>
          <p:cNvGrpSpPr>
            <a:grpSpLocks/>
          </p:cNvGrpSpPr>
          <p:nvPr/>
        </p:nvGrpSpPr>
        <p:grpSpPr bwMode="auto">
          <a:xfrm>
            <a:off x="1344659" y="5403954"/>
            <a:ext cx="9964744" cy="646113"/>
            <a:chOff x="808" y="3269"/>
            <a:chExt cx="6277" cy="407"/>
          </a:xfrm>
        </p:grpSpPr>
        <p:sp>
          <p:nvSpPr>
            <p:cNvPr id="15" name="AutoShape 6">
              <a:extLst>
                <a:ext uri="{FF2B5EF4-FFF2-40B4-BE49-F238E27FC236}">
                  <a16:creationId xmlns:a16="http://schemas.microsoft.com/office/drawing/2014/main" id="{0B069467-25EB-7674-32C9-DA839A6F9D45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1821" y="2281"/>
              <a:ext cx="57" cy="2083"/>
            </a:xfrm>
            <a:prstGeom prst="leftBrace">
              <a:avLst>
                <a:gd name="adj1" fmla="val 304532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" name="AutoShape 7">
              <a:extLst>
                <a:ext uri="{FF2B5EF4-FFF2-40B4-BE49-F238E27FC236}">
                  <a16:creationId xmlns:a16="http://schemas.microsoft.com/office/drawing/2014/main" id="{6C08A4B8-C731-ABA2-E4E3-40B6EDDE0076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5029" y="1370"/>
              <a:ext cx="157" cy="3955"/>
            </a:xfrm>
            <a:prstGeom prst="leftBrace">
              <a:avLst>
                <a:gd name="adj1" fmla="val 304532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" name="Text Box 8">
              <a:extLst>
                <a:ext uri="{FF2B5EF4-FFF2-40B4-BE49-F238E27FC236}">
                  <a16:creationId xmlns:a16="http://schemas.microsoft.com/office/drawing/2014/main" id="{F98DDD28-9F3A-2AB2-B3AC-5BA0AAFF09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89" y="3388"/>
              <a:ext cx="101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host name</a:t>
              </a:r>
            </a:p>
          </p:txBody>
        </p:sp>
        <p:sp>
          <p:nvSpPr>
            <p:cNvPr id="18" name="Text Box 9">
              <a:extLst>
                <a:ext uri="{FF2B5EF4-FFF2-40B4-BE49-F238E27FC236}">
                  <a16:creationId xmlns:a16="http://schemas.microsoft.com/office/drawing/2014/main" id="{557443E0-3217-7A1B-07A2-5C139C52FB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7" y="3381"/>
              <a:ext cx="102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path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mic Sans MS" panose="030F0902030302020204" pitchFamily="66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name</a:t>
              </a:r>
            </a:p>
          </p:txBody>
        </p:sp>
      </p:grpSp>
      <p:sp>
        <p:nvSpPr>
          <p:cNvPr id="10" name="Slide Number Placeholder 2">
            <a:extLst>
              <a:ext uri="{FF2B5EF4-FFF2-40B4-BE49-F238E27FC236}">
                <a16:creationId xmlns:a16="http://schemas.microsoft.com/office/drawing/2014/main" id="{0CB4A539-DBF4-4E64-7F5A-BF540563EC1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BF353C88-90E3-8582-3AA8-F0A19391B224}"/>
              </a:ext>
            </a:extLst>
          </p:cNvPr>
          <p:cNvSpPr/>
          <p:nvPr/>
        </p:nvSpPr>
        <p:spPr>
          <a:xfrm>
            <a:off x="4955916" y="4928912"/>
            <a:ext cx="7006900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>
                <a:solidFill>
                  <a:srgbClr val="FF0000"/>
                </a:solidFill>
                <a:highlight>
                  <a:srgbClr val="FFFF00"/>
                </a:highlight>
              </a:rPr>
              <a:t>/home/wp-content/themes/</a:t>
            </a:r>
            <a:r>
              <a:rPr lang="en-US" dirty="0" err="1">
                <a:solidFill>
                  <a:srgbClr val="FF0000"/>
                </a:solidFill>
                <a:highlight>
                  <a:srgbClr val="FFFF00"/>
                </a:highlight>
              </a:rPr>
              <a:t>purdue</a:t>
            </a:r>
            <a:r>
              <a:rPr lang="en-US" dirty="0">
                <a:solidFill>
                  <a:srgbClr val="FF0000"/>
                </a:solidFill>
                <a:highlight>
                  <a:srgbClr val="FFFF00"/>
                </a:highlight>
              </a:rPr>
              <a:t>-home-theme/</a:t>
            </a:r>
            <a:r>
              <a:rPr lang="en-US" dirty="0" err="1">
                <a:solidFill>
                  <a:srgbClr val="FF0000"/>
                </a:solidFill>
                <a:highlight>
                  <a:srgbClr val="FFFF00"/>
                </a:highlight>
              </a:rPr>
              <a:t>imgs</a:t>
            </a:r>
            <a:r>
              <a:rPr lang="en-US" dirty="0">
                <a:solidFill>
                  <a:srgbClr val="FF0000"/>
                </a:solidFill>
                <a:highlight>
                  <a:srgbClr val="FFFF00"/>
                </a:highlight>
              </a:rPr>
              <a:t>/PU-H-</a:t>
            </a:r>
            <a:r>
              <a:rPr lang="en-US" dirty="0" err="1">
                <a:solidFill>
                  <a:srgbClr val="FF0000"/>
                </a:solidFill>
                <a:highlight>
                  <a:srgbClr val="FFFF00"/>
                </a:highlight>
              </a:rPr>
              <a:t>light.svg</a:t>
            </a:r>
            <a:endParaRPr lang="en-US" dirty="0">
              <a:solidFill>
                <a:srgbClr val="FF0000"/>
              </a:solidFill>
              <a:highlight>
                <a:srgbClr val="FFFF00"/>
              </a:highlight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CAEA3909-9E41-ECA0-BC2E-A6A68ECB60AC}"/>
              </a:ext>
            </a:extLst>
          </p:cNvPr>
          <p:cNvSpPr/>
          <p:nvPr/>
        </p:nvSpPr>
        <p:spPr>
          <a:xfrm>
            <a:off x="1281947" y="4928912"/>
            <a:ext cx="4572000" cy="369332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dirty="0">
                <a:solidFill>
                  <a:srgbClr val="000000"/>
                </a:solidFill>
                <a:latin typeface="Courier"/>
                <a:cs typeface="Courier"/>
              </a:rPr>
              <a:t>http://</a:t>
            </a:r>
            <a:r>
              <a:rPr lang="en-US" dirty="0" err="1">
                <a:solidFill>
                  <a:srgbClr val="000000"/>
                </a:solidFill>
                <a:latin typeface="Courier"/>
                <a:cs typeface="Courier"/>
              </a:rPr>
              <a:t>www.purdue.edu</a:t>
            </a:r>
            <a:endParaRPr lang="en-US" dirty="0">
              <a:solidFill>
                <a:srgbClr val="000000"/>
              </a:solidFill>
              <a:latin typeface="Courier"/>
              <a:cs typeface="Courier"/>
            </a:endParaRPr>
          </a:p>
        </p:txBody>
      </p:sp>
    </p:spTree>
    <p:extLst>
      <p:ext uri="{BB962C8B-B14F-4D97-AF65-F5344CB8AC3E}">
        <p14:creationId xmlns:p14="http://schemas.microsoft.com/office/powerpoint/2010/main" val="11282900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4 Questions in Web and HTTP 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lnSpcReduction="10000"/>
          </a:bodyPr>
          <a:lstStyle/>
          <a:p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What content to transfer?</a:t>
            </a:r>
          </a:p>
          <a:p>
            <a:pPr lvl="1"/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Web pages</a:t>
            </a:r>
          </a:p>
          <a:p>
            <a:pPr lvl="1"/>
            <a:endParaRPr lang="en-US" dirty="0">
              <a:solidFill>
                <a:schemeClr val="bg1">
                  <a:lumMod val="75000"/>
                </a:schemeClr>
              </a:solidFill>
            </a:endParaRPr>
          </a:p>
          <a:p>
            <a:r>
              <a:rPr lang="en-US" dirty="0"/>
              <a:t>How to transfer?</a:t>
            </a:r>
          </a:p>
          <a:p>
            <a:pPr lvl="1"/>
            <a:r>
              <a:rPr lang="en-US" dirty="0"/>
              <a:t>HTTP connections</a:t>
            </a:r>
          </a:p>
          <a:p>
            <a:pPr lvl="1"/>
            <a:endParaRPr lang="en-US" dirty="0"/>
          </a:p>
          <a:p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In what messages?</a:t>
            </a:r>
          </a:p>
          <a:p>
            <a:pPr lvl="1"/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HTTP messages</a:t>
            </a:r>
          </a:p>
          <a:p>
            <a:endParaRPr lang="en-US" dirty="0"/>
          </a:p>
          <a:p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Advanced features</a:t>
            </a:r>
          </a:p>
        </p:txBody>
      </p:sp>
      <p:sp>
        <p:nvSpPr>
          <p:cNvPr id="5" name="Line 19"/>
          <p:cNvSpPr>
            <a:spLocks noChangeShapeType="1"/>
          </p:cNvSpPr>
          <p:nvPr/>
        </p:nvSpPr>
        <p:spPr bwMode="auto">
          <a:xfrm>
            <a:off x="6309895" y="2713790"/>
            <a:ext cx="2954755" cy="27611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" name="Line 20"/>
          <p:cNvSpPr>
            <a:spLocks noChangeShapeType="1"/>
          </p:cNvSpPr>
          <p:nvPr/>
        </p:nvSpPr>
        <p:spPr bwMode="auto">
          <a:xfrm flipH="1" flipV="1">
            <a:off x="6309894" y="2994527"/>
            <a:ext cx="3007144" cy="2616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7" name="Group 44"/>
          <p:cNvGrpSpPr>
            <a:grpSpLocks/>
          </p:cNvGrpSpPr>
          <p:nvPr/>
        </p:nvGrpSpPr>
        <p:grpSpPr bwMode="auto">
          <a:xfrm>
            <a:off x="4999785" y="2430977"/>
            <a:ext cx="1279275" cy="1258720"/>
            <a:chOff x="-44" y="1473"/>
            <a:chExt cx="981" cy="1105"/>
          </a:xfrm>
        </p:grpSpPr>
        <p:pic>
          <p:nvPicPr>
            <p:cNvPr id="8" name="Picture 45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" name="Freeform 4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39825 w 356"/>
                <a:gd name="T3" fmla="*/ 11340 h 368"/>
                <a:gd name="T4" fmla="*/ 165873 w 356"/>
                <a:gd name="T5" fmla="*/ 236254 h 368"/>
                <a:gd name="T6" fmla="*/ 36556 w 356"/>
                <a:gd name="T7" fmla="*/ 29546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" name="Group 47"/>
          <p:cNvGrpSpPr>
            <a:grpSpLocks/>
          </p:cNvGrpSpPr>
          <p:nvPr/>
        </p:nvGrpSpPr>
        <p:grpSpPr bwMode="auto">
          <a:xfrm>
            <a:off x="9402764" y="2245991"/>
            <a:ext cx="695325" cy="1282700"/>
            <a:chOff x="4140" y="429"/>
            <a:chExt cx="1425" cy="2396"/>
          </a:xfrm>
        </p:grpSpPr>
        <p:sp>
          <p:nvSpPr>
            <p:cNvPr id="11" name="Freeform 48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3 w 354"/>
                <a:gd name="T3" fmla="*/ 8 h 2742"/>
                <a:gd name="T4" fmla="*/ 3 w 354"/>
                <a:gd name="T5" fmla="*/ 58 h 2742"/>
                <a:gd name="T6" fmla="*/ 0 w 354"/>
                <a:gd name="T7" fmla="*/ 60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" name="Rectangle 49"/>
            <p:cNvSpPr>
              <a:spLocks noChangeArrowheads="1"/>
            </p:cNvSpPr>
            <p:nvPr/>
          </p:nvSpPr>
          <p:spPr bwMode="auto">
            <a:xfrm>
              <a:off x="4205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" name="Freeform 50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6 h 2537"/>
                <a:gd name="T4" fmla="*/ 2 w 211"/>
                <a:gd name="T5" fmla="*/ 54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" name="Freeform 51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 w 328"/>
                <a:gd name="T3" fmla="*/ 3 h 226"/>
                <a:gd name="T4" fmla="*/ 3 w 328"/>
                <a:gd name="T5" fmla="*/ 6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" name="Rectangle 52"/>
            <p:cNvSpPr>
              <a:spLocks noChangeArrowheads="1"/>
            </p:cNvSpPr>
            <p:nvPr/>
          </p:nvSpPr>
          <p:spPr bwMode="auto">
            <a:xfrm>
              <a:off x="4212" y="693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6" name="Group 53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1" name="AutoShape 54"/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27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" name="AutoShape 55"/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4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7" name="Rectangle 56"/>
            <p:cNvSpPr>
              <a:spLocks noChangeArrowheads="1"/>
            </p:cNvSpPr>
            <p:nvPr/>
          </p:nvSpPr>
          <p:spPr bwMode="auto">
            <a:xfrm>
              <a:off x="4225" y="1019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8" name="Group 57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9" name="AutoShape 58"/>
              <p:cNvSpPr>
                <a:spLocks noChangeArrowheads="1"/>
              </p:cNvSpPr>
              <p:nvPr/>
            </p:nvSpPr>
            <p:spPr bwMode="auto">
              <a:xfrm>
                <a:off x="616" y="2569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" name="AutoShape 59"/>
              <p:cNvSpPr>
                <a:spLocks noChangeArrowheads="1"/>
              </p:cNvSpPr>
              <p:nvPr/>
            </p:nvSpPr>
            <p:spPr bwMode="auto">
              <a:xfrm>
                <a:off x="632" y="2588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9" name="Rectangle 60"/>
            <p:cNvSpPr>
              <a:spLocks noChangeArrowheads="1"/>
            </p:cNvSpPr>
            <p:nvPr/>
          </p:nvSpPr>
          <p:spPr bwMode="auto">
            <a:xfrm>
              <a:off x="4218" y="1357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" name="Rectangle 61"/>
            <p:cNvSpPr>
              <a:spLocks noChangeArrowheads="1"/>
            </p:cNvSpPr>
            <p:nvPr/>
          </p:nvSpPr>
          <p:spPr bwMode="auto">
            <a:xfrm>
              <a:off x="4228" y="1654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21" name="Group 62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7" name="AutoShape 63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" name="AutoShape 64"/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22" name="Freeform 65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 w 328"/>
                <a:gd name="T3" fmla="*/ 2 h 226"/>
                <a:gd name="T4" fmla="*/ 3 w 328"/>
                <a:gd name="T5" fmla="*/ 5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3" name="Group 66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5" name="AutoShape 67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6" name="AutoShape 68"/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24" name="Rectangle 69"/>
            <p:cNvSpPr>
              <a:spLocks noChangeArrowheads="1"/>
            </p:cNvSpPr>
            <p:nvPr/>
          </p:nvSpPr>
          <p:spPr bwMode="auto">
            <a:xfrm>
              <a:off x="5249" y="432"/>
              <a:ext cx="68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" name="Freeform 70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 w 296"/>
                <a:gd name="T3" fmla="*/ 2 h 256"/>
                <a:gd name="T4" fmla="*/ 3 w 296"/>
                <a:gd name="T5" fmla="*/ 5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Freeform 71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 w 304"/>
                <a:gd name="T3" fmla="*/ 4 h 288"/>
                <a:gd name="T4" fmla="*/ 2 w 304"/>
                <a:gd name="T5" fmla="*/ 7 h 288"/>
                <a:gd name="T6" fmla="*/ 2 w 304"/>
                <a:gd name="T7" fmla="*/ 3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Oval 72"/>
            <p:cNvSpPr>
              <a:spLocks noChangeArrowheads="1"/>
            </p:cNvSpPr>
            <p:nvPr/>
          </p:nvSpPr>
          <p:spPr bwMode="auto">
            <a:xfrm>
              <a:off x="5516" y="2611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" name="Freeform 73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6 h 240"/>
                <a:gd name="T4" fmla="*/ 3 w 306"/>
                <a:gd name="T5" fmla="*/ 3 h 240"/>
                <a:gd name="T6" fmla="*/ 3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AutoShape 74"/>
            <p:cNvSpPr>
              <a:spLocks noChangeArrowheads="1"/>
            </p:cNvSpPr>
            <p:nvPr/>
          </p:nvSpPr>
          <p:spPr bwMode="auto">
            <a:xfrm>
              <a:off x="4140" y="2677"/>
              <a:ext cx="1201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" name="AutoShape 75"/>
            <p:cNvSpPr>
              <a:spLocks noChangeArrowheads="1"/>
            </p:cNvSpPr>
            <p:nvPr/>
          </p:nvSpPr>
          <p:spPr bwMode="auto">
            <a:xfrm>
              <a:off x="4205" y="2712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" name="Oval 76"/>
            <p:cNvSpPr>
              <a:spLocks noChangeArrowheads="1"/>
            </p:cNvSpPr>
            <p:nvPr/>
          </p:nvSpPr>
          <p:spPr bwMode="auto">
            <a:xfrm>
              <a:off x="4309" y="2383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" name="Oval 77"/>
            <p:cNvSpPr>
              <a:spLocks noChangeArrowheads="1"/>
            </p:cNvSpPr>
            <p:nvPr/>
          </p:nvSpPr>
          <p:spPr bwMode="auto">
            <a:xfrm>
              <a:off x="4485" y="2383"/>
              <a:ext cx="163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>
                <a:solidFill>
                  <a:srgbClr val="FF0000"/>
                </a:solidFill>
                <a:cs typeface="Arial" charset="0"/>
              </a:endParaRPr>
            </a:p>
          </p:txBody>
        </p:sp>
        <p:sp>
          <p:nvSpPr>
            <p:cNvPr id="33" name="Oval 78"/>
            <p:cNvSpPr>
              <a:spLocks noChangeArrowheads="1"/>
            </p:cNvSpPr>
            <p:nvPr/>
          </p:nvSpPr>
          <p:spPr bwMode="auto">
            <a:xfrm>
              <a:off x="4661" y="2380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" name="Rectangle 79"/>
            <p:cNvSpPr>
              <a:spLocks noChangeArrowheads="1"/>
            </p:cNvSpPr>
            <p:nvPr/>
          </p:nvSpPr>
          <p:spPr bwMode="auto">
            <a:xfrm>
              <a:off x="5061" y="1835"/>
              <a:ext cx="88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43" name="Freeform 7"/>
          <p:cNvSpPr>
            <a:spLocks/>
          </p:cNvSpPr>
          <p:nvPr/>
        </p:nvSpPr>
        <p:spPr bwMode="auto">
          <a:xfrm>
            <a:off x="6868929" y="5021511"/>
            <a:ext cx="1808162" cy="1031875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4" name="Text Box 51"/>
          <p:cNvSpPr txBox="1">
            <a:spLocks noChangeArrowheads="1"/>
          </p:cNvSpPr>
          <p:nvPr/>
        </p:nvSpPr>
        <p:spPr bwMode="auto">
          <a:xfrm>
            <a:off x="7226871" y="5153273"/>
            <a:ext cx="8747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sz="1600"/>
              <a:t>Internet</a:t>
            </a:r>
          </a:p>
        </p:txBody>
      </p:sp>
      <p:sp>
        <p:nvSpPr>
          <p:cNvPr id="45" name="Line 52"/>
          <p:cNvSpPr>
            <a:spLocks noChangeShapeType="1"/>
          </p:cNvSpPr>
          <p:nvPr/>
        </p:nvSpPr>
        <p:spPr bwMode="auto">
          <a:xfrm flipV="1">
            <a:off x="6550526" y="5547895"/>
            <a:ext cx="240631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6" name="Rectangle 23"/>
          <p:cNvSpPr>
            <a:spLocks noChangeArrowheads="1"/>
          </p:cNvSpPr>
          <p:nvPr/>
        </p:nvSpPr>
        <p:spPr bwMode="auto">
          <a:xfrm>
            <a:off x="5420289" y="3743573"/>
            <a:ext cx="1296987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sz="2400">
              <a:latin typeface="Times New Roman" charset="0"/>
            </a:endParaRPr>
          </a:p>
        </p:txBody>
      </p:sp>
      <p:sp>
        <p:nvSpPr>
          <p:cNvPr id="47" name="Rectangle 24"/>
          <p:cNvSpPr>
            <a:spLocks noChangeArrowheads="1"/>
          </p:cNvSpPr>
          <p:nvPr/>
        </p:nvSpPr>
        <p:spPr bwMode="auto">
          <a:xfrm>
            <a:off x="5382189" y="3797548"/>
            <a:ext cx="1273175" cy="1979612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sz="2400">
              <a:latin typeface="Times New Roman" charset="0"/>
            </a:endParaRPr>
          </a:p>
        </p:txBody>
      </p:sp>
      <p:sp>
        <p:nvSpPr>
          <p:cNvPr id="48" name="Line 25"/>
          <p:cNvSpPr>
            <a:spLocks noChangeShapeType="1"/>
          </p:cNvSpPr>
          <p:nvPr/>
        </p:nvSpPr>
        <p:spPr bwMode="auto">
          <a:xfrm>
            <a:off x="5391713" y="455796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" name="Text Box 26"/>
          <p:cNvSpPr txBox="1">
            <a:spLocks noChangeArrowheads="1"/>
          </p:cNvSpPr>
          <p:nvPr/>
        </p:nvSpPr>
        <p:spPr bwMode="auto">
          <a:xfrm>
            <a:off x="5348851" y="4540498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solidFill>
                  <a:srgbClr val="969696"/>
                </a:solidFill>
                <a:latin typeface="Tahoma" charset="0"/>
              </a:rPr>
              <a:t>transport</a:t>
            </a:r>
          </a:p>
        </p:txBody>
      </p:sp>
      <p:sp>
        <p:nvSpPr>
          <p:cNvPr id="50" name="Line 27"/>
          <p:cNvSpPr>
            <a:spLocks noChangeShapeType="1"/>
          </p:cNvSpPr>
          <p:nvPr/>
        </p:nvSpPr>
        <p:spPr bwMode="auto">
          <a:xfrm>
            <a:off x="5399650" y="487863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1" name="Line 28"/>
          <p:cNvSpPr>
            <a:spLocks noChangeShapeType="1"/>
          </p:cNvSpPr>
          <p:nvPr/>
        </p:nvSpPr>
        <p:spPr bwMode="auto">
          <a:xfrm>
            <a:off x="5385363" y="518819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2" name="Line 29"/>
          <p:cNvSpPr>
            <a:spLocks noChangeShapeType="1"/>
          </p:cNvSpPr>
          <p:nvPr/>
        </p:nvSpPr>
        <p:spPr bwMode="auto">
          <a:xfrm>
            <a:off x="5385363" y="547394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3" name="Text Box 26"/>
          <p:cNvSpPr txBox="1">
            <a:spLocks noChangeArrowheads="1"/>
          </p:cNvSpPr>
          <p:nvPr/>
        </p:nvSpPr>
        <p:spPr bwMode="auto">
          <a:xfrm>
            <a:off x="5383776" y="3788023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latin typeface="Tahoma" charset="0"/>
              </a:rPr>
              <a:t>application</a:t>
            </a:r>
          </a:p>
        </p:txBody>
      </p:sp>
      <p:sp>
        <p:nvSpPr>
          <p:cNvPr id="54" name="Text Box 26"/>
          <p:cNvSpPr txBox="1">
            <a:spLocks noChangeArrowheads="1"/>
          </p:cNvSpPr>
          <p:nvPr/>
        </p:nvSpPr>
        <p:spPr bwMode="auto">
          <a:xfrm>
            <a:off x="5339326" y="5445373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solidFill>
                  <a:srgbClr val="969696"/>
                </a:solidFill>
                <a:latin typeface="Tahoma" charset="0"/>
              </a:rPr>
              <a:t>physical</a:t>
            </a:r>
          </a:p>
        </p:txBody>
      </p:sp>
      <p:sp>
        <p:nvSpPr>
          <p:cNvPr id="55" name="Text Box 26"/>
          <p:cNvSpPr txBox="1">
            <a:spLocks noChangeArrowheads="1"/>
          </p:cNvSpPr>
          <p:nvPr/>
        </p:nvSpPr>
        <p:spPr bwMode="auto">
          <a:xfrm>
            <a:off x="5358376" y="5159623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solidFill>
                  <a:srgbClr val="969696"/>
                </a:solidFill>
                <a:latin typeface="Tahoma" charset="0"/>
              </a:rPr>
              <a:t>link</a:t>
            </a:r>
          </a:p>
        </p:txBody>
      </p:sp>
      <p:sp>
        <p:nvSpPr>
          <p:cNvPr id="56" name="Text Box 26"/>
          <p:cNvSpPr txBox="1">
            <a:spLocks noChangeArrowheads="1"/>
          </p:cNvSpPr>
          <p:nvPr/>
        </p:nvSpPr>
        <p:spPr bwMode="auto">
          <a:xfrm>
            <a:off x="5348851" y="4864348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solidFill>
                  <a:srgbClr val="969696"/>
                </a:solidFill>
                <a:latin typeface="Tahoma" charset="0"/>
              </a:rPr>
              <a:t>network</a:t>
            </a:r>
          </a:p>
        </p:txBody>
      </p:sp>
      <p:sp>
        <p:nvSpPr>
          <p:cNvPr id="57" name="Oval 57"/>
          <p:cNvSpPr>
            <a:spLocks noChangeArrowheads="1"/>
          </p:cNvSpPr>
          <p:nvPr/>
        </p:nvSpPr>
        <p:spPr bwMode="auto">
          <a:xfrm>
            <a:off x="5517125" y="4062660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sz="1600"/>
              <a:t>process</a:t>
            </a:r>
          </a:p>
        </p:txBody>
      </p:sp>
      <p:grpSp>
        <p:nvGrpSpPr>
          <p:cNvPr id="58" name="Group 58"/>
          <p:cNvGrpSpPr>
            <a:grpSpLocks/>
          </p:cNvGrpSpPr>
          <p:nvPr/>
        </p:nvGrpSpPr>
        <p:grpSpPr bwMode="auto">
          <a:xfrm>
            <a:off x="5764775" y="4423024"/>
            <a:ext cx="546100" cy="225425"/>
            <a:chOff x="1287" y="2524"/>
            <a:chExt cx="260" cy="100"/>
          </a:xfrm>
        </p:grpSpPr>
        <p:sp>
          <p:nvSpPr>
            <p:cNvPr id="59" name="Rectangle 59"/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" name="Rectangle 60"/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" name="Rectangle 61"/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" name="Rectangle 62"/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63" name="Rectangle 23"/>
          <p:cNvSpPr>
            <a:spLocks noChangeArrowheads="1"/>
          </p:cNvSpPr>
          <p:nvPr/>
        </p:nvSpPr>
        <p:spPr bwMode="auto">
          <a:xfrm>
            <a:off x="9069282" y="3728366"/>
            <a:ext cx="1296988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sz="2400">
              <a:latin typeface="Times New Roman" charset="0"/>
            </a:endParaRPr>
          </a:p>
        </p:txBody>
      </p:sp>
      <p:sp>
        <p:nvSpPr>
          <p:cNvPr id="64" name="Rectangle 24"/>
          <p:cNvSpPr>
            <a:spLocks noChangeArrowheads="1"/>
          </p:cNvSpPr>
          <p:nvPr/>
        </p:nvSpPr>
        <p:spPr bwMode="auto">
          <a:xfrm>
            <a:off x="9031183" y="3782341"/>
            <a:ext cx="1273175" cy="1979612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sz="2400">
              <a:latin typeface="Times New Roman" charset="0"/>
            </a:endParaRPr>
          </a:p>
        </p:txBody>
      </p:sp>
      <p:sp>
        <p:nvSpPr>
          <p:cNvPr id="65" name="Line 25"/>
          <p:cNvSpPr>
            <a:spLocks noChangeShapeType="1"/>
          </p:cNvSpPr>
          <p:nvPr/>
        </p:nvSpPr>
        <p:spPr bwMode="auto">
          <a:xfrm>
            <a:off x="9040707" y="454275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" name="Text Box 26"/>
          <p:cNvSpPr txBox="1">
            <a:spLocks noChangeArrowheads="1"/>
          </p:cNvSpPr>
          <p:nvPr/>
        </p:nvSpPr>
        <p:spPr bwMode="auto">
          <a:xfrm>
            <a:off x="8997846" y="4525291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solidFill>
                  <a:srgbClr val="969696"/>
                </a:solidFill>
                <a:latin typeface="Tahoma" charset="0"/>
              </a:rPr>
              <a:t>transport</a:t>
            </a:r>
          </a:p>
        </p:txBody>
      </p:sp>
      <p:sp>
        <p:nvSpPr>
          <p:cNvPr id="67" name="Line 27"/>
          <p:cNvSpPr>
            <a:spLocks noChangeShapeType="1"/>
          </p:cNvSpPr>
          <p:nvPr/>
        </p:nvSpPr>
        <p:spPr bwMode="auto">
          <a:xfrm>
            <a:off x="9048645" y="486342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" name="Line 28"/>
          <p:cNvSpPr>
            <a:spLocks noChangeShapeType="1"/>
          </p:cNvSpPr>
          <p:nvPr/>
        </p:nvSpPr>
        <p:spPr bwMode="auto">
          <a:xfrm>
            <a:off x="9034357" y="5172992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" name="Line 29"/>
          <p:cNvSpPr>
            <a:spLocks noChangeShapeType="1"/>
          </p:cNvSpPr>
          <p:nvPr/>
        </p:nvSpPr>
        <p:spPr bwMode="auto">
          <a:xfrm>
            <a:off x="9034357" y="5458742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0" name="Text Box 26"/>
          <p:cNvSpPr txBox="1">
            <a:spLocks noChangeArrowheads="1"/>
          </p:cNvSpPr>
          <p:nvPr/>
        </p:nvSpPr>
        <p:spPr bwMode="auto">
          <a:xfrm>
            <a:off x="9032771" y="3772816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latin typeface="Tahoma" charset="0"/>
              </a:rPr>
              <a:t>application</a:t>
            </a:r>
          </a:p>
        </p:txBody>
      </p:sp>
      <p:sp>
        <p:nvSpPr>
          <p:cNvPr id="71" name="Text Box 26"/>
          <p:cNvSpPr txBox="1">
            <a:spLocks noChangeArrowheads="1"/>
          </p:cNvSpPr>
          <p:nvPr/>
        </p:nvSpPr>
        <p:spPr bwMode="auto">
          <a:xfrm>
            <a:off x="8988321" y="5430166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solidFill>
                  <a:srgbClr val="969696"/>
                </a:solidFill>
                <a:latin typeface="Tahoma" charset="0"/>
              </a:rPr>
              <a:t>physical</a:t>
            </a:r>
          </a:p>
        </p:txBody>
      </p:sp>
      <p:sp>
        <p:nvSpPr>
          <p:cNvPr id="72" name="Text Box 26"/>
          <p:cNvSpPr txBox="1">
            <a:spLocks noChangeArrowheads="1"/>
          </p:cNvSpPr>
          <p:nvPr/>
        </p:nvSpPr>
        <p:spPr bwMode="auto">
          <a:xfrm>
            <a:off x="9007371" y="5144416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solidFill>
                  <a:srgbClr val="969696"/>
                </a:solidFill>
                <a:latin typeface="Tahoma" charset="0"/>
              </a:rPr>
              <a:t>link</a:t>
            </a:r>
          </a:p>
        </p:txBody>
      </p:sp>
      <p:sp>
        <p:nvSpPr>
          <p:cNvPr id="73" name="Text Box 26"/>
          <p:cNvSpPr txBox="1">
            <a:spLocks noChangeArrowheads="1"/>
          </p:cNvSpPr>
          <p:nvPr/>
        </p:nvSpPr>
        <p:spPr bwMode="auto">
          <a:xfrm>
            <a:off x="8997846" y="4849141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solidFill>
                  <a:srgbClr val="969696"/>
                </a:solidFill>
                <a:latin typeface="Tahoma" charset="0"/>
              </a:rPr>
              <a:t>network</a:t>
            </a:r>
          </a:p>
        </p:txBody>
      </p:sp>
      <p:sp>
        <p:nvSpPr>
          <p:cNvPr id="74" name="Oval 78"/>
          <p:cNvSpPr>
            <a:spLocks noChangeArrowheads="1"/>
          </p:cNvSpPr>
          <p:nvPr/>
        </p:nvSpPr>
        <p:spPr bwMode="auto">
          <a:xfrm>
            <a:off x="9166120" y="4047453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sz="1600"/>
              <a:t>process</a:t>
            </a:r>
          </a:p>
        </p:txBody>
      </p:sp>
      <p:grpSp>
        <p:nvGrpSpPr>
          <p:cNvPr id="75" name="Group 79"/>
          <p:cNvGrpSpPr>
            <a:grpSpLocks/>
          </p:cNvGrpSpPr>
          <p:nvPr/>
        </p:nvGrpSpPr>
        <p:grpSpPr bwMode="auto">
          <a:xfrm>
            <a:off x="9413770" y="4407817"/>
            <a:ext cx="546100" cy="225425"/>
            <a:chOff x="1287" y="2524"/>
            <a:chExt cx="260" cy="100"/>
          </a:xfrm>
        </p:grpSpPr>
        <p:sp>
          <p:nvSpPr>
            <p:cNvPr id="76" name="Rectangle 80"/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" name="Rectangle 81"/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" name="Rectangle 82"/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" name="Rectangle 83"/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81" name="Text Box 56"/>
          <p:cNvSpPr txBox="1">
            <a:spLocks noChangeArrowheads="1"/>
          </p:cNvSpPr>
          <p:nvPr/>
        </p:nvSpPr>
        <p:spPr bwMode="auto">
          <a:xfrm>
            <a:off x="7145909" y="3846761"/>
            <a:ext cx="9175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i="1" dirty="0">
                <a:solidFill>
                  <a:srgbClr val="CC0000"/>
                </a:solidFill>
              </a:rPr>
              <a:t>socket</a:t>
            </a:r>
          </a:p>
        </p:txBody>
      </p:sp>
      <p:sp>
        <p:nvSpPr>
          <p:cNvPr id="82" name="Line 92"/>
          <p:cNvSpPr>
            <a:spLocks noChangeShapeType="1"/>
          </p:cNvSpPr>
          <p:nvPr/>
        </p:nvSpPr>
        <p:spPr bwMode="auto">
          <a:xfrm flipV="1">
            <a:off x="6148959" y="4046786"/>
            <a:ext cx="968375" cy="4349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" name="Line 93"/>
          <p:cNvSpPr>
            <a:spLocks noChangeShapeType="1"/>
          </p:cNvSpPr>
          <p:nvPr/>
        </p:nvSpPr>
        <p:spPr bwMode="auto">
          <a:xfrm flipH="1" flipV="1">
            <a:off x="8150977" y="4008935"/>
            <a:ext cx="1313865" cy="50959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" name="Slide Number Placeholder 79">
            <a:extLst>
              <a:ext uri="{FF2B5EF4-FFF2-40B4-BE49-F238E27FC236}">
                <a16:creationId xmlns:a16="http://schemas.microsoft.com/office/drawing/2014/main" id="{B933D157-9C9A-DC42-9790-7BDDD9D964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sz="1200" kern="1200">
                <a:solidFill>
                  <a:schemeClr val="tx1"/>
                </a:solidFill>
                <a:latin typeface="Tahoma" charset="0"/>
                <a:ea typeface="ＭＳ Ｐゴシック" charset="0"/>
                <a:cs typeface="ＭＳ Ｐゴシック" charset="0"/>
              </a:defRPr>
            </a:lvl1pPr>
            <a:lvl2pPr marL="4572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2pPr>
            <a:lvl3pPr marL="9144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3pPr>
            <a:lvl4pPr marL="1371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4pPr>
            <a:lvl5pPr marL="18288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9pPr>
          </a:lstStyle>
          <a:p>
            <a:pPr>
              <a:defRPr/>
            </a:pPr>
            <a:endParaRPr lang="en-US"/>
          </a:p>
          <a:p>
            <a:pPr>
              <a:defRPr/>
            </a:pPr>
            <a:fld id="{EA4DE36C-4767-D04B-8BF6-480838CCF4A8}" type="slidenum">
              <a:rPr lang="en-US" smtClean="0"/>
              <a:pPr>
                <a:defRPr/>
              </a:pPr>
              <a:t>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5532289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HTTP overview</a:t>
            </a:r>
            <a:endParaRPr lang="en-US" sz="4400" dirty="0"/>
          </a:p>
        </p:txBody>
      </p:sp>
      <p:sp>
        <p:nvSpPr>
          <p:cNvPr id="71" name="Rectangle 3">
            <a:extLst>
              <a:ext uri="{FF2B5EF4-FFF2-40B4-BE49-F238E27FC236}">
                <a16:creationId xmlns:a16="http://schemas.microsoft.com/office/drawing/2014/main" id="{D0A9535F-9718-644A-A429-D02A2397C2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1849" y="1608374"/>
            <a:ext cx="5988172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7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HTTP: hypertext transfer protocol</a:t>
            </a:r>
          </a:p>
          <a:p>
            <a:pPr marL="342900" marR="0" lvl="0" indent="-342900" algn="l" defTabSz="914400" rtl="0" eaLnBrk="0" fontAlgn="base" latinLnBrk="0" hangingPunct="0">
              <a:lnSpc>
                <a:spcPct val="7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Web’</a:t>
            </a:r>
            <a:r>
              <a:rPr kumimoji="0" lang="en-US" altLang="ja-JP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 application-layer protocol</a:t>
            </a:r>
          </a:p>
          <a:p>
            <a:pPr marL="342900" marR="0" lvl="0" indent="-342900" algn="l" defTabSz="914400" rtl="0" eaLnBrk="0" fontAlgn="base" latinLnBrk="0" hangingPunct="0">
              <a:lnSpc>
                <a:spcPct val="7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client/server model:</a:t>
            </a:r>
          </a:p>
          <a:p>
            <a:pPr marL="685800" marR="0" lvl="1" indent="-2286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client</a:t>
            </a: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: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browser that requests, receives, (using HTTP protocol) and </a:t>
            </a:r>
            <a:r>
              <a:rPr kumimoji="0" lang="ja-JP" altLang="en-US" sz="2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“</a:t>
            </a:r>
            <a:r>
              <a:rPr kumimoji="0" lang="en-US" altLang="ja-JP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displays</a:t>
            </a:r>
            <a:r>
              <a:rPr kumimoji="0" lang="ja-JP" altLang="en-US" sz="2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”</a:t>
            </a:r>
            <a:r>
              <a:rPr kumimoji="0" lang="en-US" altLang="ja-JP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Web objects </a:t>
            </a:r>
          </a:p>
          <a:p>
            <a:pPr marL="685800" marR="0" lvl="1" indent="-2286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server: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Web server sends (using HTTP protocol) objects in response to requests</a:t>
            </a:r>
          </a:p>
          <a:p>
            <a:pPr marL="342900" marR="0" lvl="0" indent="-342900" algn="l" defTabSz="914400" rtl="0" eaLnBrk="0" fontAlgn="base" latinLnBrk="0" hangingPunct="0">
              <a:lnSpc>
                <a:spcPct val="7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ＭＳ Ｐゴシック" panose="020B0600070205080204" pitchFamily="34" charset="-128"/>
              <a:cs typeface="Calibri" panose="020F0502020204030204" pitchFamily="34" charset="0"/>
            </a:endParaRPr>
          </a:p>
        </p:txBody>
      </p:sp>
      <p:grpSp>
        <p:nvGrpSpPr>
          <p:cNvPr id="75" name="Group 35">
            <a:extLst>
              <a:ext uri="{FF2B5EF4-FFF2-40B4-BE49-F238E27FC236}">
                <a16:creationId xmlns:a16="http://schemas.microsoft.com/office/drawing/2014/main" id="{9F18C3DA-1F75-254F-8252-0752283DD6D8}"/>
              </a:ext>
            </a:extLst>
          </p:cNvPr>
          <p:cNvGrpSpPr>
            <a:grpSpLocks/>
          </p:cNvGrpSpPr>
          <p:nvPr/>
        </p:nvGrpSpPr>
        <p:grpSpPr bwMode="auto">
          <a:xfrm>
            <a:off x="8129954" y="2391117"/>
            <a:ext cx="2101850" cy="946150"/>
            <a:chOff x="3640" y="1346"/>
            <a:chExt cx="1324" cy="596"/>
          </a:xfrm>
        </p:grpSpPr>
        <p:sp>
          <p:nvSpPr>
            <p:cNvPr id="76" name="Line 19">
              <a:extLst>
                <a:ext uri="{FF2B5EF4-FFF2-40B4-BE49-F238E27FC236}">
                  <a16:creationId xmlns:a16="http://schemas.microsoft.com/office/drawing/2014/main" id="{32A5B725-224A-8641-84D7-5E247267A8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0" y="1346"/>
              <a:ext cx="1324" cy="596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" name="Text Box 24">
              <a:extLst>
                <a:ext uri="{FF2B5EF4-FFF2-40B4-BE49-F238E27FC236}">
                  <a16:creationId xmlns:a16="http://schemas.microsoft.com/office/drawing/2014/main" id="{AFF1AA49-1EC5-FD4D-A4C7-4E97FBE86C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22049">
              <a:off x="3860" y="1445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HTTP request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78" name="Group 36">
            <a:extLst>
              <a:ext uri="{FF2B5EF4-FFF2-40B4-BE49-F238E27FC236}">
                <a16:creationId xmlns:a16="http://schemas.microsoft.com/office/drawing/2014/main" id="{CCF7DC4F-F784-E14E-9279-0C9C13F3B891}"/>
              </a:ext>
            </a:extLst>
          </p:cNvPr>
          <p:cNvGrpSpPr>
            <a:grpSpLocks/>
          </p:cNvGrpSpPr>
          <p:nvPr/>
        </p:nvGrpSpPr>
        <p:grpSpPr bwMode="auto">
          <a:xfrm>
            <a:off x="8241079" y="2599080"/>
            <a:ext cx="1971675" cy="904875"/>
            <a:chOff x="4141" y="394"/>
            <a:chExt cx="1242" cy="570"/>
          </a:xfrm>
        </p:grpSpPr>
        <p:sp>
          <p:nvSpPr>
            <p:cNvPr id="79" name="Line 20">
              <a:extLst>
                <a:ext uri="{FF2B5EF4-FFF2-40B4-BE49-F238E27FC236}">
                  <a16:creationId xmlns:a16="http://schemas.microsoft.com/office/drawing/2014/main" id="{162E51BA-C1E2-004B-832B-C97F73DD43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41" y="394"/>
              <a:ext cx="1242" cy="57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" name="Text Box 26">
              <a:extLst>
                <a:ext uri="{FF2B5EF4-FFF2-40B4-BE49-F238E27FC236}">
                  <a16:creationId xmlns:a16="http://schemas.microsoft.com/office/drawing/2014/main" id="{8A281BFE-8385-CA42-BA62-2631AB1C4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11598">
              <a:off x="4304" y="706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HTTP response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81" name="Group 37">
            <a:extLst>
              <a:ext uri="{FF2B5EF4-FFF2-40B4-BE49-F238E27FC236}">
                <a16:creationId xmlns:a16="http://schemas.microsoft.com/office/drawing/2014/main" id="{75AC8EC6-FB97-154F-8581-1A51362C9E51}"/>
              </a:ext>
            </a:extLst>
          </p:cNvPr>
          <p:cNvGrpSpPr>
            <a:grpSpLocks/>
          </p:cNvGrpSpPr>
          <p:nvPr/>
        </p:nvGrpSpPr>
        <p:grpSpPr bwMode="auto">
          <a:xfrm rot="-3183056">
            <a:off x="8106142" y="3884955"/>
            <a:ext cx="2101850" cy="946150"/>
            <a:chOff x="3640" y="1346"/>
            <a:chExt cx="1324" cy="596"/>
          </a:xfrm>
        </p:grpSpPr>
        <p:sp>
          <p:nvSpPr>
            <p:cNvPr id="82" name="Line 19">
              <a:extLst>
                <a:ext uri="{FF2B5EF4-FFF2-40B4-BE49-F238E27FC236}">
                  <a16:creationId xmlns:a16="http://schemas.microsoft.com/office/drawing/2014/main" id="{69FABD09-8D01-A244-A69C-7220481CAE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0" y="1346"/>
              <a:ext cx="1324" cy="596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" name="Text Box 24">
              <a:extLst>
                <a:ext uri="{FF2B5EF4-FFF2-40B4-BE49-F238E27FC236}">
                  <a16:creationId xmlns:a16="http://schemas.microsoft.com/office/drawing/2014/main" id="{96F64D17-51D6-0A4A-BDA6-07C403F438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22049">
              <a:off x="3860" y="1445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HTTP request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84" name="Group 40">
            <a:extLst>
              <a:ext uri="{FF2B5EF4-FFF2-40B4-BE49-F238E27FC236}">
                <a16:creationId xmlns:a16="http://schemas.microsoft.com/office/drawing/2014/main" id="{B9736B82-D8C5-DA43-B8F2-093DA6AB6E5D}"/>
              </a:ext>
            </a:extLst>
          </p:cNvPr>
          <p:cNvGrpSpPr>
            <a:grpSpLocks/>
          </p:cNvGrpSpPr>
          <p:nvPr/>
        </p:nvGrpSpPr>
        <p:grpSpPr bwMode="auto">
          <a:xfrm rot="-3264937">
            <a:off x="8152179" y="4124667"/>
            <a:ext cx="1971675" cy="904875"/>
            <a:chOff x="4141" y="394"/>
            <a:chExt cx="1242" cy="570"/>
          </a:xfrm>
        </p:grpSpPr>
        <p:sp>
          <p:nvSpPr>
            <p:cNvPr id="85" name="Line 20">
              <a:extLst>
                <a:ext uri="{FF2B5EF4-FFF2-40B4-BE49-F238E27FC236}">
                  <a16:creationId xmlns:a16="http://schemas.microsoft.com/office/drawing/2014/main" id="{1D55C3D5-A428-CC44-8B43-7C6CB47D04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41" y="394"/>
              <a:ext cx="1242" cy="57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" name="Text Box 26">
              <a:extLst>
                <a:ext uri="{FF2B5EF4-FFF2-40B4-BE49-F238E27FC236}">
                  <a16:creationId xmlns:a16="http://schemas.microsoft.com/office/drawing/2014/main" id="{98847E99-AF68-1F43-AC46-9AD80D6458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11598">
              <a:off x="4304" y="706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HTTP response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067724E3-B9EF-784C-81CF-0208D90CEEBE}"/>
              </a:ext>
            </a:extLst>
          </p:cNvPr>
          <p:cNvGrpSpPr/>
          <p:nvPr/>
        </p:nvGrpSpPr>
        <p:grpSpPr>
          <a:xfrm>
            <a:off x="7046475" y="4540592"/>
            <a:ext cx="2210665" cy="1578194"/>
            <a:chOff x="7046475" y="4540592"/>
            <a:chExt cx="2210665" cy="1578194"/>
          </a:xfrm>
        </p:grpSpPr>
        <p:sp>
          <p:nvSpPr>
            <p:cNvPr id="74" name="Text Box 23">
              <a:extLst>
                <a:ext uri="{FF2B5EF4-FFF2-40B4-BE49-F238E27FC236}">
                  <a16:creationId xmlns:a16="http://schemas.microsoft.com/office/drawing/2014/main" id="{61B2A806-9EFC-9449-97BE-336492E830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46475" y="5472455"/>
              <a:ext cx="221066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iPhone running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Safari browser</a:t>
              </a:r>
              <a:endParaRPr kumimoji="0" lang="en-US" alt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pic>
          <p:nvPicPr>
            <p:cNvPr id="87" name="Picture 43" descr="iphone_stylized_small">
              <a:extLst>
                <a:ext uri="{FF2B5EF4-FFF2-40B4-BE49-F238E27FC236}">
                  <a16:creationId xmlns:a16="http://schemas.microsoft.com/office/drawing/2014/main" id="{D1E934F1-FF6C-B341-A221-38110724AC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44179" y="4540592"/>
              <a:ext cx="382588" cy="9175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E5E3F8E5-5BB6-9F4D-BD7D-96E3FCFF937E}"/>
              </a:ext>
            </a:extLst>
          </p:cNvPr>
          <p:cNvGrpSpPr/>
          <p:nvPr/>
        </p:nvGrpSpPr>
        <p:grpSpPr>
          <a:xfrm>
            <a:off x="6584832" y="1722780"/>
            <a:ext cx="2270564" cy="1610628"/>
            <a:chOff x="6584832" y="1722780"/>
            <a:chExt cx="2270564" cy="1610628"/>
          </a:xfrm>
        </p:grpSpPr>
        <p:sp>
          <p:nvSpPr>
            <p:cNvPr id="72" name="Text Box 7">
              <a:extLst>
                <a:ext uri="{FF2B5EF4-FFF2-40B4-BE49-F238E27FC236}">
                  <a16:creationId xmlns:a16="http://schemas.microsoft.com/office/drawing/2014/main" id="{EE5DED9F-E1C4-F34D-899C-5E5BAFDADC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4832" y="2687077"/>
              <a:ext cx="2270564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PC running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Firefox browser</a:t>
              </a:r>
              <a:endParaRPr kumimoji="0" lang="en-US" alt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88" name="Group 44">
              <a:extLst>
                <a:ext uri="{FF2B5EF4-FFF2-40B4-BE49-F238E27FC236}">
                  <a16:creationId xmlns:a16="http://schemas.microsoft.com/office/drawing/2014/main" id="{9EAD6FC3-A72E-8241-AA6C-FE53B680C4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9192" y="1722780"/>
              <a:ext cx="1066800" cy="1079500"/>
              <a:chOff x="-44" y="1473"/>
              <a:chExt cx="981" cy="1105"/>
            </a:xfrm>
          </p:grpSpPr>
          <p:pic>
            <p:nvPicPr>
              <p:cNvPr id="89" name="Picture 45" descr="desktop_computer_stylized_medium">
                <a:extLst>
                  <a:ext uri="{FF2B5EF4-FFF2-40B4-BE49-F238E27FC236}">
                    <a16:creationId xmlns:a16="http://schemas.microsoft.com/office/drawing/2014/main" id="{1ADDC1FA-6D07-3F4E-8F74-21843504B2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0" name="Freeform 46">
                <a:extLst>
                  <a:ext uri="{FF2B5EF4-FFF2-40B4-BE49-F238E27FC236}">
                    <a16:creationId xmlns:a16="http://schemas.microsoft.com/office/drawing/2014/main" id="{42A6104A-05E4-B94E-8AC8-1F8524B85F7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046FA54E-9DBE-BF46-9FA4-0BD5D56FE85D}"/>
              </a:ext>
            </a:extLst>
          </p:cNvPr>
          <p:cNvGrpSpPr/>
          <p:nvPr/>
        </p:nvGrpSpPr>
        <p:grpSpPr>
          <a:xfrm>
            <a:off x="9655810" y="2888005"/>
            <a:ext cx="2414547" cy="2197950"/>
            <a:chOff x="9655810" y="2888005"/>
            <a:chExt cx="2414547" cy="2197950"/>
          </a:xfrm>
        </p:grpSpPr>
        <p:sp>
          <p:nvSpPr>
            <p:cNvPr id="73" name="Text Box 9">
              <a:extLst>
                <a:ext uri="{FF2B5EF4-FFF2-40B4-BE49-F238E27FC236}">
                  <a16:creationId xmlns:a16="http://schemas.microsoft.com/office/drawing/2014/main" id="{1DB0406D-8424-A242-88CD-CF99DD0C82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55810" y="4162625"/>
              <a:ext cx="2414547" cy="923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server running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Apache Web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server</a:t>
              </a:r>
              <a:endParaRPr kumimoji="0" lang="en-US" alt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91" name="Group 47">
              <a:extLst>
                <a:ext uri="{FF2B5EF4-FFF2-40B4-BE49-F238E27FC236}">
                  <a16:creationId xmlns:a16="http://schemas.microsoft.com/office/drawing/2014/main" id="{1578750D-9ADE-FF47-A035-3F58F7F95E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30217" y="2888005"/>
              <a:ext cx="695325" cy="1282700"/>
              <a:chOff x="4140" y="429"/>
              <a:chExt cx="1425" cy="2396"/>
            </a:xfrm>
          </p:grpSpPr>
          <p:sp>
            <p:nvSpPr>
              <p:cNvPr id="92" name="Freeform 48">
                <a:extLst>
                  <a:ext uri="{FF2B5EF4-FFF2-40B4-BE49-F238E27FC236}">
                    <a16:creationId xmlns:a16="http://schemas.microsoft.com/office/drawing/2014/main" id="{30FC1D0E-933E-6B40-9A42-0E9717238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3" name="Rectangle 49">
                <a:extLst>
                  <a:ext uri="{FF2B5EF4-FFF2-40B4-BE49-F238E27FC236}">
                    <a16:creationId xmlns:a16="http://schemas.microsoft.com/office/drawing/2014/main" id="{B5655423-6CF0-CD49-B3A9-063B782C1F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5" y="429"/>
                <a:ext cx="1048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4" name="Freeform 50">
                <a:extLst>
                  <a:ext uri="{FF2B5EF4-FFF2-40B4-BE49-F238E27FC236}">
                    <a16:creationId xmlns:a16="http://schemas.microsoft.com/office/drawing/2014/main" id="{A0AC0D67-FA58-B147-A1DC-191134726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5" name="Freeform 51">
                <a:extLst>
                  <a:ext uri="{FF2B5EF4-FFF2-40B4-BE49-F238E27FC236}">
                    <a16:creationId xmlns:a16="http://schemas.microsoft.com/office/drawing/2014/main" id="{DE00B670-08D8-5142-A593-67DE6409B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6" name="Rectangle 52">
                <a:extLst>
                  <a:ext uri="{FF2B5EF4-FFF2-40B4-BE49-F238E27FC236}">
                    <a16:creationId xmlns:a16="http://schemas.microsoft.com/office/drawing/2014/main" id="{C0F46C25-0562-1D41-A932-B4DCFBC60F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2" y="693"/>
                <a:ext cx="595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97" name="Group 53">
                <a:extLst>
                  <a:ext uri="{FF2B5EF4-FFF2-40B4-BE49-F238E27FC236}">
                    <a16:creationId xmlns:a16="http://schemas.microsoft.com/office/drawing/2014/main" id="{42D2ADD9-FBDF-B348-8727-B1428057A1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22" name="AutoShape 54">
                  <a:extLst>
                    <a:ext uri="{FF2B5EF4-FFF2-40B4-BE49-F238E27FC236}">
                      <a16:creationId xmlns:a16="http://schemas.microsoft.com/office/drawing/2014/main" id="{B3A024BC-0571-B343-B957-96A9956CB1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9"/>
                  <a:ext cx="727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3" name="AutoShape 55">
                  <a:extLst>
                    <a:ext uri="{FF2B5EF4-FFF2-40B4-BE49-F238E27FC236}">
                      <a16:creationId xmlns:a16="http://schemas.microsoft.com/office/drawing/2014/main" id="{BCE631BE-5109-0446-9778-CCBD1DF0A6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6"/>
                  <a:ext cx="694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98" name="Rectangle 56">
                <a:extLst>
                  <a:ext uri="{FF2B5EF4-FFF2-40B4-BE49-F238E27FC236}">
                    <a16:creationId xmlns:a16="http://schemas.microsoft.com/office/drawing/2014/main" id="{5D3DFADC-1C8D-AF4C-85AA-0F7A2C55C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5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99" name="Group 57">
                <a:extLst>
                  <a:ext uri="{FF2B5EF4-FFF2-40B4-BE49-F238E27FC236}">
                    <a16:creationId xmlns:a16="http://schemas.microsoft.com/office/drawing/2014/main" id="{C1D33EC1-1E29-8544-B98D-73191F02F7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20" name="AutoShape 58">
                  <a:extLst>
                    <a:ext uri="{FF2B5EF4-FFF2-40B4-BE49-F238E27FC236}">
                      <a16:creationId xmlns:a16="http://schemas.microsoft.com/office/drawing/2014/main" id="{82D153A1-613C-9C4E-A2C0-B1C929BC01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9"/>
                  <a:ext cx="723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1" name="AutoShape 59">
                  <a:extLst>
                    <a:ext uri="{FF2B5EF4-FFF2-40B4-BE49-F238E27FC236}">
                      <a16:creationId xmlns:a16="http://schemas.microsoft.com/office/drawing/2014/main" id="{F147FCC4-6131-8F44-A906-F0D80C4D72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8"/>
                  <a:ext cx="690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0" name="Rectangle 60">
                <a:extLst>
                  <a:ext uri="{FF2B5EF4-FFF2-40B4-BE49-F238E27FC236}">
                    <a16:creationId xmlns:a16="http://schemas.microsoft.com/office/drawing/2014/main" id="{85C735FA-9571-F248-9BA5-6CDBDBE01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8" y="1357"/>
                <a:ext cx="595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1" name="Rectangle 61">
                <a:extLst>
                  <a:ext uri="{FF2B5EF4-FFF2-40B4-BE49-F238E27FC236}">
                    <a16:creationId xmlns:a16="http://schemas.microsoft.com/office/drawing/2014/main" id="{5812C6A4-3EC0-A249-9E63-F46527542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4"/>
                <a:ext cx="595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02" name="Group 62">
                <a:extLst>
                  <a:ext uri="{FF2B5EF4-FFF2-40B4-BE49-F238E27FC236}">
                    <a16:creationId xmlns:a16="http://schemas.microsoft.com/office/drawing/2014/main" id="{7E620A9B-CBE1-F240-88FD-5855746633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18" name="AutoShape 63">
                  <a:extLst>
                    <a:ext uri="{FF2B5EF4-FFF2-40B4-BE49-F238E27FC236}">
                      <a16:creationId xmlns:a16="http://schemas.microsoft.com/office/drawing/2014/main" id="{042898BA-1F4B-D343-83D2-32F6B871E1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8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9" name="AutoShape 64">
                  <a:extLst>
                    <a:ext uri="{FF2B5EF4-FFF2-40B4-BE49-F238E27FC236}">
                      <a16:creationId xmlns:a16="http://schemas.microsoft.com/office/drawing/2014/main" id="{43D7819E-9A5B-E741-ACC4-82E6487AE3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4"/>
                  <a:ext cx="69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3" name="Freeform 65">
                <a:extLst>
                  <a:ext uri="{FF2B5EF4-FFF2-40B4-BE49-F238E27FC236}">
                    <a16:creationId xmlns:a16="http://schemas.microsoft.com/office/drawing/2014/main" id="{7CC2BA69-A482-5D4B-8CA5-B5AC73726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04" name="Group 66">
                <a:extLst>
                  <a:ext uri="{FF2B5EF4-FFF2-40B4-BE49-F238E27FC236}">
                    <a16:creationId xmlns:a16="http://schemas.microsoft.com/office/drawing/2014/main" id="{F21B3CA3-EDB9-ED4A-9790-00B6351372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16" name="AutoShape 67">
                  <a:extLst>
                    <a:ext uri="{FF2B5EF4-FFF2-40B4-BE49-F238E27FC236}">
                      <a16:creationId xmlns:a16="http://schemas.microsoft.com/office/drawing/2014/main" id="{9EDB1FCF-F653-F642-8D80-BF382D9E0C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8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7" name="AutoShape 68">
                  <a:extLst>
                    <a:ext uri="{FF2B5EF4-FFF2-40B4-BE49-F238E27FC236}">
                      <a16:creationId xmlns:a16="http://schemas.microsoft.com/office/drawing/2014/main" id="{609BFCAD-4861-EE43-8362-EA6C485563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3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5" name="Rectangle 69">
                <a:extLst>
                  <a:ext uri="{FF2B5EF4-FFF2-40B4-BE49-F238E27FC236}">
                    <a16:creationId xmlns:a16="http://schemas.microsoft.com/office/drawing/2014/main" id="{5D47278C-43D3-204F-86FD-15B202090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" y="432"/>
                <a:ext cx="68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6" name="Freeform 70">
                <a:extLst>
                  <a:ext uri="{FF2B5EF4-FFF2-40B4-BE49-F238E27FC236}">
                    <a16:creationId xmlns:a16="http://schemas.microsoft.com/office/drawing/2014/main" id="{C4685EB6-AA09-4243-9AED-1759E88D1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7" name="Freeform 71">
                <a:extLst>
                  <a:ext uri="{FF2B5EF4-FFF2-40B4-BE49-F238E27FC236}">
                    <a16:creationId xmlns:a16="http://schemas.microsoft.com/office/drawing/2014/main" id="{F8013113-6639-D746-8787-464D70E73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8" name="Oval 72">
                <a:extLst>
                  <a:ext uri="{FF2B5EF4-FFF2-40B4-BE49-F238E27FC236}">
                    <a16:creationId xmlns:a16="http://schemas.microsoft.com/office/drawing/2014/main" id="{BAF4B182-B231-9044-AFF9-C80B2E27F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6" y="2611"/>
                <a:ext cx="49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9" name="Freeform 73">
                <a:extLst>
                  <a:ext uri="{FF2B5EF4-FFF2-40B4-BE49-F238E27FC236}">
                    <a16:creationId xmlns:a16="http://schemas.microsoft.com/office/drawing/2014/main" id="{5BF1720C-9B23-A442-9078-1CB2D3EAD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0" name="AutoShape 74">
                <a:extLst>
                  <a:ext uri="{FF2B5EF4-FFF2-40B4-BE49-F238E27FC236}">
                    <a16:creationId xmlns:a16="http://schemas.microsoft.com/office/drawing/2014/main" id="{5C72D219-90B2-E948-8C51-2DF4C76E6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201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1" name="AutoShape 75">
                <a:extLst>
                  <a:ext uri="{FF2B5EF4-FFF2-40B4-BE49-F238E27FC236}">
                    <a16:creationId xmlns:a16="http://schemas.microsoft.com/office/drawing/2014/main" id="{83107432-CCDD-3F4A-A673-5C965AB66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5" y="2712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2" name="Oval 76">
                <a:extLst>
                  <a:ext uri="{FF2B5EF4-FFF2-40B4-BE49-F238E27FC236}">
                    <a16:creationId xmlns:a16="http://schemas.microsoft.com/office/drawing/2014/main" id="{93D83AE9-CB35-4043-B0A0-1FFA79087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3"/>
                <a:ext cx="156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3" name="Oval 77">
                <a:extLst>
                  <a:ext uri="{FF2B5EF4-FFF2-40B4-BE49-F238E27FC236}">
                    <a16:creationId xmlns:a16="http://schemas.microsoft.com/office/drawing/2014/main" id="{C8BA1D5C-380B-5844-9DFE-FB0350399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3"/>
                <a:ext cx="163" cy="145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4" name="Oval 78">
                <a:extLst>
                  <a:ext uri="{FF2B5EF4-FFF2-40B4-BE49-F238E27FC236}">
                    <a16:creationId xmlns:a16="http://schemas.microsoft.com/office/drawing/2014/main" id="{EF0EACD3-D07B-0F4F-BB94-4F2D63912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80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" name="Rectangle 79">
                <a:extLst>
                  <a:ext uri="{FF2B5EF4-FFF2-40B4-BE49-F238E27FC236}">
                    <a16:creationId xmlns:a16="http://schemas.microsoft.com/office/drawing/2014/main" id="{C545DB8D-EFCD-9A46-858D-A246B93C7B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5"/>
                <a:ext cx="88" cy="762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59" name="Slide Number Placeholder 2">
            <a:extLst>
              <a:ext uri="{FF2B5EF4-FFF2-40B4-BE49-F238E27FC236}">
                <a16:creationId xmlns:a16="http://schemas.microsoft.com/office/drawing/2014/main" id="{C473C8CC-FB59-904B-86D0-BFB6A61402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552587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HTTP overview (continued)</a:t>
            </a:r>
            <a:endParaRPr lang="en-US" sz="4400" dirty="0"/>
          </a:p>
        </p:txBody>
      </p:sp>
      <p:sp>
        <p:nvSpPr>
          <p:cNvPr id="64" name="Rectangle 3">
            <a:extLst>
              <a:ext uri="{FF2B5EF4-FFF2-40B4-BE49-F238E27FC236}">
                <a16:creationId xmlns:a16="http://schemas.microsoft.com/office/drawing/2014/main" id="{FA4476ED-595B-8542-B50D-C134553D55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7614" y="1548630"/>
            <a:ext cx="5551487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charset="0"/>
              </a:rPr>
              <a:t>HTTP uses TCP:</a:t>
            </a:r>
          </a:p>
          <a:p>
            <a:pPr marL="233363" marR="0" lvl="0" indent="-233363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charset="0"/>
              </a:rPr>
              <a:t>client initiates TCP connection (creates socket) to server,  port 80</a:t>
            </a:r>
          </a:p>
          <a:p>
            <a:pPr marL="233363" marR="0" lvl="0" indent="-233363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charset="0"/>
              </a:rPr>
              <a:t>server accepts TCP connection from client</a:t>
            </a:r>
          </a:p>
          <a:p>
            <a:pPr marL="233363" marR="0" lvl="0" indent="-233363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charset="0"/>
              </a:rPr>
              <a:t>HTTP messages (application-layer protocol messages) exchanged between browser (HTTP client) and Web server (HTTP server)</a:t>
            </a:r>
          </a:p>
          <a:p>
            <a:pPr marL="233363" marR="0" lvl="0" indent="-233363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charset="0"/>
              </a:rPr>
              <a:t>TCP connection closed</a:t>
            </a:r>
          </a:p>
        </p:txBody>
      </p:sp>
      <p:sp>
        <p:nvSpPr>
          <p:cNvPr id="65" name="Rectangle 4">
            <a:extLst>
              <a:ext uri="{FF2B5EF4-FFF2-40B4-BE49-F238E27FC236}">
                <a16:creationId xmlns:a16="http://schemas.microsoft.com/office/drawing/2014/main" id="{1CC4B9E5-1262-0749-B776-9A1B21976C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09801" y="1582098"/>
            <a:ext cx="5053013" cy="17051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7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</a:rPr>
              <a:t>HTTP is </a:t>
            </a:r>
            <a:r>
              <a:rPr kumimoji="0" lang="ja-JP" altLang="en-US" sz="3200" b="0" i="1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</a:rPr>
              <a:t>“</a:t>
            </a:r>
            <a:r>
              <a:rPr kumimoji="0" lang="en-US" altLang="ja-JP" sz="32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</a:rPr>
              <a:t>stateless</a:t>
            </a:r>
            <a:r>
              <a:rPr kumimoji="0" lang="ja-JP" altLang="en-US" sz="3200" b="0" i="1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</a:rPr>
              <a:t>”</a:t>
            </a:r>
            <a:endParaRPr kumimoji="0" lang="en-US" altLang="ja-JP" sz="3200" b="0" i="1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</a:endParaRPr>
          </a:p>
          <a:p>
            <a:pPr marL="342900" marR="0" lvl="0" indent="-3429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</a:rPr>
              <a:t>server maintains</a:t>
            </a: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</a:rPr>
              <a:t> no 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</a:rPr>
              <a:t>information about past client requests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4594DB0D-84CB-6F41-9F45-5FA35ED2C87F}"/>
              </a:ext>
            </a:extLst>
          </p:cNvPr>
          <p:cNvGrpSpPr/>
          <p:nvPr/>
        </p:nvGrpSpPr>
        <p:grpSpPr>
          <a:xfrm>
            <a:off x="6909802" y="3209500"/>
            <a:ext cx="5282198" cy="3248103"/>
            <a:chOff x="6909802" y="3209500"/>
            <a:chExt cx="5282198" cy="3248103"/>
          </a:xfrm>
        </p:grpSpPr>
        <p:sp>
          <p:nvSpPr>
            <p:cNvPr id="63" name="Rectangle 9">
              <a:extLst>
                <a:ext uri="{FF2B5EF4-FFF2-40B4-BE49-F238E27FC236}">
                  <a16:creationId xmlns:a16="http://schemas.microsoft.com/office/drawing/2014/main" id="{74F3501A-F7F5-FD47-A745-1E00F8869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86403" y="3383184"/>
              <a:ext cx="828675" cy="2952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" name="Rectangle 7">
              <a:extLst>
                <a:ext uri="{FF2B5EF4-FFF2-40B4-BE49-F238E27FC236}">
                  <a16:creationId xmlns:a16="http://schemas.microsoft.com/office/drawing/2014/main" id="{21466037-84B8-2C47-8046-BD516C96C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9802" y="3449212"/>
              <a:ext cx="5053013" cy="2847974"/>
            </a:xfrm>
            <a:prstGeom prst="rect">
              <a:avLst/>
            </a:prstGeom>
            <a:solidFill>
              <a:srgbClr val="FFFFFF"/>
            </a:solidFill>
            <a:ln w="19050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" name="Rectangle 9">
              <a:extLst>
                <a:ext uri="{FF2B5EF4-FFF2-40B4-BE49-F238E27FC236}">
                  <a16:creationId xmlns:a16="http://schemas.microsoft.com/office/drawing/2014/main" id="{132EE02F-99A4-C148-8E27-84A38CF87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95878" y="3287287"/>
              <a:ext cx="828675" cy="2952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" name="Rectangle 6">
              <a:extLst>
                <a:ext uri="{FF2B5EF4-FFF2-40B4-BE49-F238E27FC236}">
                  <a16:creationId xmlns:a16="http://schemas.microsoft.com/office/drawing/2014/main" id="{64A41E8B-84D6-BE48-B3C9-3F388FD9B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8987" y="3609628"/>
              <a:ext cx="5053013" cy="2847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protocols that maintain </a:t>
              </a:r>
              <a:r>
                <a:rPr kumimoji="0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“</a:t>
              </a:r>
              <a:r>
                <a:rPr kumimoji="0" lang="en-US" altLang="ja-JP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state</a:t>
              </a:r>
              <a:r>
                <a:rPr kumimoji="0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”</a:t>
              </a:r>
              <a:r>
                <a:rPr kumimoji="0" lang="en-US" altLang="ja-JP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 are complex!</a:t>
              </a:r>
            </a:p>
            <a:p>
              <a:pPr marL="342900" marR="0" lvl="0" indent="-342900" algn="l" defTabSz="914400" rtl="0" eaLnBrk="0" fontAlgn="base" latinLnBrk="0" hangingPunct="0">
                <a:lnSpc>
                  <a:spcPct val="90000"/>
                </a:lnSpc>
                <a:spcBef>
                  <a:spcPts val="4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past history (state) must be maintained</a:t>
              </a:r>
            </a:p>
            <a:p>
              <a:pPr marL="342900" marR="0" lvl="0" indent="-342900" algn="l" defTabSz="914400" rtl="0" eaLnBrk="0" fontAlgn="base" latinLnBrk="0" hangingPunct="0">
                <a:lnSpc>
                  <a:spcPct val="90000"/>
                </a:lnSpc>
                <a:spcBef>
                  <a:spcPts val="4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if server/client crashes, their views of </a:t>
              </a:r>
              <a:r>
                <a:rPr kumimoji="0" lang="ja-JP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“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state</a:t>
              </a:r>
              <a:r>
                <a:rPr kumimoji="0" lang="ja-JP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”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 may be inconsistent, must be reconciled</a:t>
              </a:r>
            </a:p>
            <a:p>
              <a:pPr marL="342900" marR="0" lvl="0" indent="-34290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Char char="r"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" name="Text Box 8">
              <a:extLst>
                <a:ext uri="{FF2B5EF4-FFF2-40B4-BE49-F238E27FC236}">
                  <a16:creationId xmlns:a16="http://schemas.microsoft.com/office/drawing/2014/main" id="{ADCE3EE0-3E4E-7741-A055-6E85996050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16532" y="3209500"/>
              <a:ext cx="946093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aside</a:t>
              </a:r>
            </a:p>
          </p:txBody>
        </p:sp>
      </p:grpSp>
      <p:sp>
        <p:nvSpPr>
          <p:cNvPr id="11" name="Slide Number Placeholder 2">
            <a:extLst>
              <a:ext uri="{FF2B5EF4-FFF2-40B4-BE49-F238E27FC236}">
                <a16:creationId xmlns:a16="http://schemas.microsoft.com/office/drawing/2014/main" id="{F43C0D7C-054F-1B4F-AC91-25A09EF99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337031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HTTP connections: two types</a:t>
            </a:r>
            <a:endParaRPr lang="en-US" sz="4400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D0F92E26-A453-3745-8C0F-BF92C1E3A8B6}"/>
              </a:ext>
            </a:extLst>
          </p:cNvPr>
          <p:cNvSpPr txBox="1">
            <a:spLocks noChangeArrowheads="1"/>
          </p:cNvSpPr>
          <p:nvPr/>
        </p:nvSpPr>
        <p:spPr>
          <a:xfrm>
            <a:off x="798690" y="1543086"/>
            <a:ext cx="5039401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Non-persistent HTTP</a:t>
            </a:r>
          </a:p>
          <a:p>
            <a:pPr marL="644525" marR="0" lvl="0" indent="-5143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TCP connection opened</a:t>
            </a:r>
          </a:p>
          <a:p>
            <a:pPr marL="644525" marR="0" lvl="0" indent="-5143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at most one object sent over TCP connection</a:t>
            </a:r>
          </a:p>
          <a:p>
            <a:pPr marL="644525" marR="0" lvl="0" indent="-5143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TCP connection closed</a:t>
            </a:r>
          </a:p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downloading multiple objects required multiple connections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7E46F3CB-B7A2-6C4C-B085-55F383976BB8}"/>
              </a:ext>
            </a:extLst>
          </p:cNvPr>
          <p:cNvSpPr txBox="1">
            <a:spLocks noChangeArrowheads="1"/>
          </p:cNvSpPr>
          <p:nvPr/>
        </p:nvSpPr>
        <p:spPr>
          <a:xfrm>
            <a:off x="6781215" y="1543086"/>
            <a:ext cx="5039401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Persistent HTTP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TCP connection opened to a server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multiple objects can be sent over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single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TCP connection between client, and that server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TCP connection closed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D55A10CF-7248-164C-A5EF-FC5AA96E941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242385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Non-persistent HTTP: example</a:t>
            </a:r>
            <a:endParaRPr lang="en-US" sz="4400" dirty="0"/>
          </a:p>
        </p:txBody>
      </p:sp>
      <p:sp>
        <p:nvSpPr>
          <p:cNvPr id="6" name="Line 11">
            <a:extLst>
              <a:ext uri="{FF2B5EF4-FFF2-40B4-BE49-F238E27FC236}">
                <a16:creationId xmlns:a16="http://schemas.microsoft.com/office/drawing/2014/main" id="{67AC580C-18A4-D247-92B5-6D862101F771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691" y="2868166"/>
            <a:ext cx="10658" cy="3480471"/>
          </a:xfrm>
          <a:prstGeom prst="line">
            <a:avLst/>
          </a:prstGeom>
          <a:noFill/>
          <a:ln w="19050">
            <a:solidFill>
              <a:schemeClr val="bg1">
                <a:lumMod val="65000"/>
              </a:schemeClr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Rectangle 13">
            <a:extLst>
              <a:ext uri="{FF2B5EF4-FFF2-40B4-BE49-F238E27FC236}">
                <a16:creationId xmlns:a16="http://schemas.microsoft.com/office/drawing/2014/main" id="{1301A620-3B2F-B341-BCAC-A3E4F12C85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0358" y="5641558"/>
            <a:ext cx="657225" cy="2952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44008892-5F15-CD46-8B74-F28D8BF76E3B}"/>
              </a:ext>
            </a:extLst>
          </p:cNvPr>
          <p:cNvSpPr txBox="1">
            <a:spLocks noChangeArrowheads="1"/>
          </p:cNvSpPr>
          <p:nvPr/>
        </p:nvSpPr>
        <p:spPr>
          <a:xfrm>
            <a:off x="809349" y="1351435"/>
            <a:ext cx="7942262" cy="46672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User enters URL:</a:t>
            </a:r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8E22C996-6035-504C-97CC-082C3EAD4AF4}"/>
              </a:ext>
            </a:extLst>
          </p:cNvPr>
          <p:cNvSpPr txBox="1">
            <a:spLocks noChangeArrowheads="1"/>
          </p:cNvSpPr>
          <p:nvPr/>
        </p:nvSpPr>
        <p:spPr>
          <a:xfrm>
            <a:off x="944384" y="2447251"/>
            <a:ext cx="4850242" cy="19050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1a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.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HTTP client initiates TCP connection to HTTP server (process) at 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www.someSchool.edu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on port 80</a:t>
            </a:r>
          </a:p>
        </p:txBody>
      </p:sp>
      <p:sp>
        <p:nvSpPr>
          <p:cNvPr id="13" name="Rectangle 5">
            <a:extLst>
              <a:ext uri="{FF2B5EF4-FFF2-40B4-BE49-F238E27FC236}">
                <a16:creationId xmlns:a16="http://schemas.microsoft.com/office/drawing/2014/main" id="{4518B9B7-A17A-DD48-BBA8-A1AC04589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2983" y="4077834"/>
            <a:ext cx="4216535" cy="1076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.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HTTP client sends HTTP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request message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(containing URL) into TCP connection socket. Message indicates that client wants object 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someDepartment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/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home.index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" name="Rectangle 6">
            <a:extLst>
              <a:ext uri="{FF2B5EF4-FFF2-40B4-BE49-F238E27FC236}">
                <a16:creationId xmlns:a16="http://schemas.microsoft.com/office/drawing/2014/main" id="{AC1983CF-C4CB-FF47-A69D-3E65B8C968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17018" y="2733157"/>
            <a:ext cx="5389528" cy="150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1b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.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HTTP server at host 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www.someSchool.edu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waiting for TCP connection at port 80  </a:t>
            </a:r>
            <a:r>
              <a:rPr kumimoji="0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accepts</a:t>
            </a:r>
            <a:r>
              <a:rPr kumimoji="0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”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connection, notifying client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5" name="Rectangle 7">
            <a:extLst>
              <a:ext uri="{FF2B5EF4-FFF2-40B4-BE49-F238E27FC236}">
                <a16:creationId xmlns:a16="http://schemas.microsoft.com/office/drawing/2014/main" id="{0B2B9504-D191-9144-8C84-929183C16C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976" y="4739906"/>
            <a:ext cx="5394870" cy="180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3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.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 server receives request message, forms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response message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containing requested object, and sends message into its socket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" name="Line 9">
            <a:extLst>
              <a:ext uri="{FF2B5EF4-FFF2-40B4-BE49-F238E27FC236}">
                <a16:creationId xmlns:a16="http://schemas.microsoft.com/office/drawing/2014/main" id="{B4DAFA34-3C73-6F47-8061-690804DAF277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2530" y="4961816"/>
            <a:ext cx="1800180" cy="60195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" name="Line 10">
            <a:extLst>
              <a:ext uri="{FF2B5EF4-FFF2-40B4-BE49-F238E27FC236}">
                <a16:creationId xmlns:a16="http://schemas.microsoft.com/office/drawing/2014/main" id="{0A9DB4DB-78BB-C14F-903C-4C820480B18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389517" y="5671992"/>
            <a:ext cx="1410287" cy="89186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" name="Text Box 12">
            <a:extLst>
              <a:ext uri="{FF2B5EF4-FFF2-40B4-BE49-F238E27FC236}">
                <a16:creationId xmlns:a16="http://schemas.microsoft.com/office/drawing/2014/main" id="{27BF3D34-DFF2-A04F-84F9-CBAE80221F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883" y="5563771"/>
            <a:ext cx="673100" cy="406400"/>
          </a:xfrm>
          <a:prstGeom prst="rect">
            <a:avLst/>
          </a:prstGeom>
          <a:noFill/>
          <a:ln w="9525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time</a:t>
            </a:r>
          </a:p>
        </p:txBody>
      </p:sp>
      <p:sp>
        <p:nvSpPr>
          <p:cNvPr id="19" name="Line 8">
            <a:extLst>
              <a:ext uri="{FF2B5EF4-FFF2-40B4-BE49-F238E27FC236}">
                <a16:creationId xmlns:a16="http://schemas.microsoft.com/office/drawing/2014/main" id="{8D8A0BF5-72E5-9E41-A2AE-DE0F79C9B132}"/>
              </a:ext>
            </a:extLst>
          </p:cNvPr>
          <p:cNvSpPr>
            <a:spLocks noChangeShapeType="1"/>
          </p:cNvSpPr>
          <p:nvPr/>
        </p:nvSpPr>
        <p:spPr bwMode="auto">
          <a:xfrm>
            <a:off x="5156851" y="2779258"/>
            <a:ext cx="1551025" cy="5238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" name="Line 14">
            <a:extLst>
              <a:ext uri="{FF2B5EF4-FFF2-40B4-BE49-F238E27FC236}">
                <a16:creationId xmlns:a16="http://schemas.microsoft.com/office/drawing/2014/main" id="{054521BF-054B-B342-A343-164F3CB503B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02530" y="3366635"/>
            <a:ext cx="1551026" cy="1006986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" name="Text Box 15">
            <a:extLst>
              <a:ext uri="{FF2B5EF4-FFF2-40B4-BE49-F238E27FC236}">
                <a16:creationId xmlns:a16="http://schemas.microsoft.com/office/drawing/2014/main" id="{B64D7167-BDDE-A148-84EB-4FB5D33E4E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7390" y="1660654"/>
            <a:ext cx="63784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(containing text, references to 10 jpeg images)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2" name="Rectangle 3">
            <a:extLst>
              <a:ext uri="{FF2B5EF4-FFF2-40B4-BE49-F238E27FC236}">
                <a16:creationId xmlns:a16="http://schemas.microsoft.com/office/drawing/2014/main" id="{E52A420B-2488-A04D-8D7F-CC71C334B2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8021" y="1414937"/>
            <a:ext cx="7942263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None/>
              <a:tabLst/>
              <a:defRPr/>
            </a:pPr>
            <a:r>
              <a:rPr kumimoji="0" lang="en-US" alt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www.someSchool.edu</a:t>
            </a: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/</a:t>
            </a:r>
            <a:r>
              <a:rPr kumimoji="0" lang="en-US" alt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someDepartment</a:t>
            </a: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/</a:t>
            </a:r>
            <a:r>
              <a:rPr kumimoji="0" lang="en-US" alt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home.index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ourier New" panose="02070309020205020404" pitchFamily="49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3" name="Group 44">
            <a:extLst>
              <a:ext uri="{FF2B5EF4-FFF2-40B4-BE49-F238E27FC236}">
                <a16:creationId xmlns:a16="http://schemas.microsoft.com/office/drawing/2014/main" id="{2394097B-A6BF-8042-8504-A7CA070914D8}"/>
              </a:ext>
            </a:extLst>
          </p:cNvPr>
          <p:cNvGrpSpPr>
            <a:grpSpLocks/>
          </p:cNvGrpSpPr>
          <p:nvPr/>
        </p:nvGrpSpPr>
        <p:grpSpPr bwMode="auto">
          <a:xfrm>
            <a:off x="371687" y="2060763"/>
            <a:ext cx="784845" cy="730423"/>
            <a:chOff x="-44" y="1473"/>
            <a:chExt cx="981" cy="1105"/>
          </a:xfrm>
        </p:grpSpPr>
        <p:pic>
          <p:nvPicPr>
            <p:cNvPr id="24" name="Picture 45" descr="desktop_computer_stylized_medium">
              <a:extLst>
                <a:ext uri="{FF2B5EF4-FFF2-40B4-BE49-F238E27FC236}">
                  <a16:creationId xmlns:a16="http://schemas.microsoft.com/office/drawing/2014/main" id="{807C0FED-FCBE-2D4E-A1F2-CBF2C81D34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" name="Freeform 46">
              <a:extLst>
                <a:ext uri="{FF2B5EF4-FFF2-40B4-BE49-F238E27FC236}">
                  <a16:creationId xmlns:a16="http://schemas.microsoft.com/office/drawing/2014/main" id="{9119D5B0-5ADB-2048-9F8B-D683AC19EAE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6" name="Group 47">
            <a:extLst>
              <a:ext uri="{FF2B5EF4-FFF2-40B4-BE49-F238E27FC236}">
                <a16:creationId xmlns:a16="http://schemas.microsoft.com/office/drawing/2014/main" id="{DB78F20D-7762-EC45-A5F7-9DBB8F599433}"/>
              </a:ext>
            </a:extLst>
          </p:cNvPr>
          <p:cNvGrpSpPr>
            <a:grpSpLocks/>
          </p:cNvGrpSpPr>
          <p:nvPr/>
        </p:nvGrpSpPr>
        <p:grpSpPr bwMode="auto">
          <a:xfrm>
            <a:off x="6367322" y="2347016"/>
            <a:ext cx="286234" cy="640019"/>
            <a:chOff x="4140" y="429"/>
            <a:chExt cx="1425" cy="2396"/>
          </a:xfrm>
        </p:grpSpPr>
        <p:sp>
          <p:nvSpPr>
            <p:cNvPr id="27" name="Freeform 48">
              <a:extLst>
                <a:ext uri="{FF2B5EF4-FFF2-40B4-BE49-F238E27FC236}">
                  <a16:creationId xmlns:a16="http://schemas.microsoft.com/office/drawing/2014/main" id="{9F7835DE-1DB5-554B-9435-F21099237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" name="Rectangle 49">
              <a:extLst>
                <a:ext uri="{FF2B5EF4-FFF2-40B4-BE49-F238E27FC236}">
                  <a16:creationId xmlns:a16="http://schemas.microsoft.com/office/drawing/2014/main" id="{D58C67CB-FC2C-6C45-A584-0EE3943CCB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" name="Freeform 50">
              <a:extLst>
                <a:ext uri="{FF2B5EF4-FFF2-40B4-BE49-F238E27FC236}">
                  <a16:creationId xmlns:a16="http://schemas.microsoft.com/office/drawing/2014/main" id="{2E7357FA-BE14-7B45-B9C8-D3AD131C8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" name="Freeform 51">
              <a:extLst>
                <a:ext uri="{FF2B5EF4-FFF2-40B4-BE49-F238E27FC236}">
                  <a16:creationId xmlns:a16="http://schemas.microsoft.com/office/drawing/2014/main" id="{86D743E9-08EF-3443-A09F-9FD39BD6B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" name="Rectangle 52">
              <a:extLst>
                <a:ext uri="{FF2B5EF4-FFF2-40B4-BE49-F238E27FC236}">
                  <a16:creationId xmlns:a16="http://schemas.microsoft.com/office/drawing/2014/main" id="{147C38BE-745B-5043-B214-0B9EA392B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2" name="Group 53">
              <a:extLst>
                <a:ext uri="{FF2B5EF4-FFF2-40B4-BE49-F238E27FC236}">
                  <a16:creationId xmlns:a16="http://schemas.microsoft.com/office/drawing/2014/main" id="{FBCFE8CA-D754-EF47-A59B-C987FE1020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7" name="AutoShape 54">
                <a:extLst>
                  <a:ext uri="{FF2B5EF4-FFF2-40B4-BE49-F238E27FC236}">
                    <a16:creationId xmlns:a16="http://schemas.microsoft.com/office/drawing/2014/main" id="{4CB48C03-464D-0344-AF93-DBB0CF131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27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8" name="AutoShape 55">
                <a:extLst>
                  <a:ext uri="{FF2B5EF4-FFF2-40B4-BE49-F238E27FC236}">
                    <a16:creationId xmlns:a16="http://schemas.microsoft.com/office/drawing/2014/main" id="{9545D198-3BD7-694B-B5DC-4ED4C79FC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4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" name="Rectangle 56">
              <a:extLst>
                <a:ext uri="{FF2B5EF4-FFF2-40B4-BE49-F238E27FC236}">
                  <a16:creationId xmlns:a16="http://schemas.microsoft.com/office/drawing/2014/main" id="{BB7A1A44-103A-4142-BB05-0C014EC72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" name="Group 57">
              <a:extLst>
                <a:ext uri="{FF2B5EF4-FFF2-40B4-BE49-F238E27FC236}">
                  <a16:creationId xmlns:a16="http://schemas.microsoft.com/office/drawing/2014/main" id="{A7308D7F-AFED-CA43-852A-E750251C67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5" name="AutoShape 58">
                <a:extLst>
                  <a:ext uri="{FF2B5EF4-FFF2-40B4-BE49-F238E27FC236}">
                    <a16:creationId xmlns:a16="http://schemas.microsoft.com/office/drawing/2014/main" id="{72E4409D-5ADE-A147-AA65-DA4499631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9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6" name="AutoShape 59">
                <a:extLst>
                  <a:ext uri="{FF2B5EF4-FFF2-40B4-BE49-F238E27FC236}">
                    <a16:creationId xmlns:a16="http://schemas.microsoft.com/office/drawing/2014/main" id="{B7CA2B3C-6AEB-7A43-B3B4-4DF705769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8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5" name="Rectangle 60">
              <a:extLst>
                <a:ext uri="{FF2B5EF4-FFF2-40B4-BE49-F238E27FC236}">
                  <a16:creationId xmlns:a16="http://schemas.microsoft.com/office/drawing/2014/main" id="{BA20BEBE-68B5-1249-B593-1C7CD6B37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7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" name="Rectangle 61">
              <a:extLst>
                <a:ext uri="{FF2B5EF4-FFF2-40B4-BE49-F238E27FC236}">
                  <a16:creationId xmlns:a16="http://schemas.microsoft.com/office/drawing/2014/main" id="{E5963EC5-6FAF-A14D-AB16-7FE0DA31D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7" name="Group 62">
              <a:extLst>
                <a:ext uri="{FF2B5EF4-FFF2-40B4-BE49-F238E27FC236}">
                  <a16:creationId xmlns:a16="http://schemas.microsoft.com/office/drawing/2014/main" id="{A8DEC631-5A58-7849-9209-1EB5AB5695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3" name="AutoShape 63">
                <a:extLst>
                  <a:ext uri="{FF2B5EF4-FFF2-40B4-BE49-F238E27FC236}">
                    <a16:creationId xmlns:a16="http://schemas.microsoft.com/office/drawing/2014/main" id="{6FBD34E3-C5B6-E944-B4E7-984347F693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4" name="AutoShape 64">
                <a:extLst>
                  <a:ext uri="{FF2B5EF4-FFF2-40B4-BE49-F238E27FC236}">
                    <a16:creationId xmlns:a16="http://schemas.microsoft.com/office/drawing/2014/main" id="{444700C5-DD16-7045-A6DF-957B4E655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8" name="Freeform 65">
              <a:extLst>
                <a:ext uri="{FF2B5EF4-FFF2-40B4-BE49-F238E27FC236}">
                  <a16:creationId xmlns:a16="http://schemas.microsoft.com/office/drawing/2014/main" id="{210F459F-9F66-B847-B785-6AE02157E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9" name="Group 66">
              <a:extLst>
                <a:ext uri="{FF2B5EF4-FFF2-40B4-BE49-F238E27FC236}">
                  <a16:creationId xmlns:a16="http://schemas.microsoft.com/office/drawing/2014/main" id="{07904654-EF90-4B4C-B348-E6F299ADAF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1" name="AutoShape 67">
                <a:extLst>
                  <a:ext uri="{FF2B5EF4-FFF2-40B4-BE49-F238E27FC236}">
                    <a16:creationId xmlns:a16="http://schemas.microsoft.com/office/drawing/2014/main" id="{927A6F56-7195-2A4B-A9FF-BD73015A76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2" name="AutoShape 68">
                <a:extLst>
                  <a:ext uri="{FF2B5EF4-FFF2-40B4-BE49-F238E27FC236}">
                    <a16:creationId xmlns:a16="http://schemas.microsoft.com/office/drawing/2014/main" id="{AE3156D8-7946-6043-B3B8-2B13B7293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" name="Rectangle 69">
              <a:extLst>
                <a:ext uri="{FF2B5EF4-FFF2-40B4-BE49-F238E27FC236}">
                  <a16:creationId xmlns:a16="http://schemas.microsoft.com/office/drawing/2014/main" id="{CE18F5A0-5742-0B4F-982F-6BC169203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32"/>
              <a:ext cx="68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" name="Freeform 70">
              <a:extLst>
                <a:ext uri="{FF2B5EF4-FFF2-40B4-BE49-F238E27FC236}">
                  <a16:creationId xmlns:a16="http://schemas.microsoft.com/office/drawing/2014/main" id="{2BD50CD9-1EF1-ED4C-AFCE-14AD1B90C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" name="Freeform 71">
              <a:extLst>
                <a:ext uri="{FF2B5EF4-FFF2-40B4-BE49-F238E27FC236}">
                  <a16:creationId xmlns:a16="http://schemas.microsoft.com/office/drawing/2014/main" id="{577EA932-97EB-4149-8C8C-9011420A3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" name="Oval 72">
              <a:extLst>
                <a:ext uri="{FF2B5EF4-FFF2-40B4-BE49-F238E27FC236}">
                  <a16:creationId xmlns:a16="http://schemas.microsoft.com/office/drawing/2014/main" id="{49966F96-01DC-0A43-BCBA-D06A3569E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" name="Freeform 73">
              <a:extLst>
                <a:ext uri="{FF2B5EF4-FFF2-40B4-BE49-F238E27FC236}">
                  <a16:creationId xmlns:a16="http://schemas.microsoft.com/office/drawing/2014/main" id="{F1C686DE-B7D5-2148-BCC7-2FAC2C010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" name="AutoShape 74">
              <a:extLst>
                <a:ext uri="{FF2B5EF4-FFF2-40B4-BE49-F238E27FC236}">
                  <a16:creationId xmlns:a16="http://schemas.microsoft.com/office/drawing/2014/main" id="{F82F43AD-BE0F-344E-BEE9-58D59D8256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1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" name="AutoShape 75">
              <a:extLst>
                <a:ext uri="{FF2B5EF4-FFF2-40B4-BE49-F238E27FC236}">
                  <a16:creationId xmlns:a16="http://schemas.microsoft.com/office/drawing/2014/main" id="{50B859D7-FD53-4C47-95AC-855D1B2F39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712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" name="Oval 76">
              <a:extLst>
                <a:ext uri="{FF2B5EF4-FFF2-40B4-BE49-F238E27FC236}">
                  <a16:creationId xmlns:a16="http://schemas.microsoft.com/office/drawing/2014/main" id="{83896475-9FE1-9143-9428-50459AAB8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3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" name="Oval 77">
              <a:extLst>
                <a:ext uri="{FF2B5EF4-FFF2-40B4-BE49-F238E27FC236}">
                  <a16:creationId xmlns:a16="http://schemas.microsoft.com/office/drawing/2014/main" id="{10EA96BE-EF36-2B49-A03B-AEC865105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3"/>
              <a:ext cx="163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9" name="Oval 78">
              <a:extLst>
                <a:ext uri="{FF2B5EF4-FFF2-40B4-BE49-F238E27FC236}">
                  <a16:creationId xmlns:a16="http://schemas.microsoft.com/office/drawing/2014/main" id="{BE8642C4-0C45-D94F-821D-2190EC546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" name="Rectangle 79">
              <a:extLst>
                <a:ext uri="{FF2B5EF4-FFF2-40B4-BE49-F238E27FC236}">
                  <a16:creationId xmlns:a16="http://schemas.microsoft.com/office/drawing/2014/main" id="{C9A770C5-A3F8-D845-B1BA-3D43D933C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8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9" name="Slide Number Placeholder 2">
            <a:extLst>
              <a:ext uri="{FF2B5EF4-FFF2-40B4-BE49-F238E27FC236}">
                <a16:creationId xmlns:a16="http://schemas.microsoft.com/office/drawing/2014/main" id="{FD2215CF-ECE6-6746-8DE5-3833EE2398C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56264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0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000"/>
                            </p:stCondLst>
                            <p:childTnLst>
                              <p:par>
                                <p:cTn id="3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500"/>
                            </p:stCondLst>
                            <p:childTnLst>
                              <p:par>
                                <p:cTn id="3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build="p"/>
      <p:bldP spid="13" grpId="0"/>
      <p:bldP spid="14" grpId="0"/>
      <p:bldP spid="15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Non-persistent HTTP: example (cont.)</a:t>
            </a:r>
            <a:endParaRPr lang="en-US" sz="4400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44008892-5F15-CD46-8B74-F28D8BF76E3B}"/>
              </a:ext>
            </a:extLst>
          </p:cNvPr>
          <p:cNvSpPr txBox="1">
            <a:spLocks noChangeArrowheads="1"/>
          </p:cNvSpPr>
          <p:nvPr/>
        </p:nvSpPr>
        <p:spPr>
          <a:xfrm>
            <a:off x="809349" y="1351435"/>
            <a:ext cx="7942262" cy="46672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User enters URL:</a:t>
            </a:r>
          </a:p>
        </p:txBody>
      </p:sp>
      <p:sp>
        <p:nvSpPr>
          <p:cNvPr id="21" name="Text Box 15">
            <a:extLst>
              <a:ext uri="{FF2B5EF4-FFF2-40B4-BE49-F238E27FC236}">
                <a16:creationId xmlns:a16="http://schemas.microsoft.com/office/drawing/2014/main" id="{B64D7167-BDDE-A148-84EB-4FB5D33E4E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7390" y="1660654"/>
            <a:ext cx="63784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(containing text, references to 10 jpeg images)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2" name="Rectangle 3">
            <a:extLst>
              <a:ext uri="{FF2B5EF4-FFF2-40B4-BE49-F238E27FC236}">
                <a16:creationId xmlns:a16="http://schemas.microsoft.com/office/drawing/2014/main" id="{E52A420B-2488-A04D-8D7F-CC71C334B2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8021" y="1414937"/>
            <a:ext cx="7942263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None/>
              <a:tabLst/>
              <a:defRPr/>
            </a:pPr>
            <a:r>
              <a:rPr kumimoji="0" lang="en-US" alt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www.someSchool.edu</a:t>
            </a: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/</a:t>
            </a:r>
            <a:r>
              <a:rPr kumimoji="0" lang="en-US" alt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someDepartment</a:t>
            </a: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/</a:t>
            </a:r>
            <a:r>
              <a:rPr kumimoji="0" lang="en-US" alt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home.index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ourier New" panose="02070309020205020404" pitchFamily="49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3" name="Group 44">
            <a:extLst>
              <a:ext uri="{FF2B5EF4-FFF2-40B4-BE49-F238E27FC236}">
                <a16:creationId xmlns:a16="http://schemas.microsoft.com/office/drawing/2014/main" id="{2394097B-A6BF-8042-8504-A7CA070914D8}"/>
              </a:ext>
            </a:extLst>
          </p:cNvPr>
          <p:cNvGrpSpPr>
            <a:grpSpLocks/>
          </p:cNvGrpSpPr>
          <p:nvPr/>
        </p:nvGrpSpPr>
        <p:grpSpPr bwMode="auto">
          <a:xfrm>
            <a:off x="371687" y="2060763"/>
            <a:ext cx="784845" cy="730423"/>
            <a:chOff x="-44" y="1473"/>
            <a:chExt cx="981" cy="1105"/>
          </a:xfrm>
        </p:grpSpPr>
        <p:pic>
          <p:nvPicPr>
            <p:cNvPr id="24" name="Picture 45" descr="desktop_computer_stylized_medium">
              <a:extLst>
                <a:ext uri="{FF2B5EF4-FFF2-40B4-BE49-F238E27FC236}">
                  <a16:creationId xmlns:a16="http://schemas.microsoft.com/office/drawing/2014/main" id="{807C0FED-FCBE-2D4E-A1F2-CBF2C81D34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" name="Freeform 46">
              <a:extLst>
                <a:ext uri="{FF2B5EF4-FFF2-40B4-BE49-F238E27FC236}">
                  <a16:creationId xmlns:a16="http://schemas.microsoft.com/office/drawing/2014/main" id="{9119D5B0-5ADB-2048-9F8B-D683AC19EAE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6" name="Group 47">
            <a:extLst>
              <a:ext uri="{FF2B5EF4-FFF2-40B4-BE49-F238E27FC236}">
                <a16:creationId xmlns:a16="http://schemas.microsoft.com/office/drawing/2014/main" id="{DB78F20D-7762-EC45-A5F7-9DBB8F599433}"/>
              </a:ext>
            </a:extLst>
          </p:cNvPr>
          <p:cNvGrpSpPr>
            <a:grpSpLocks/>
          </p:cNvGrpSpPr>
          <p:nvPr/>
        </p:nvGrpSpPr>
        <p:grpSpPr bwMode="auto">
          <a:xfrm>
            <a:off x="6367322" y="2347016"/>
            <a:ext cx="286234" cy="640019"/>
            <a:chOff x="4140" y="429"/>
            <a:chExt cx="1425" cy="2396"/>
          </a:xfrm>
        </p:grpSpPr>
        <p:sp>
          <p:nvSpPr>
            <p:cNvPr id="27" name="Freeform 48">
              <a:extLst>
                <a:ext uri="{FF2B5EF4-FFF2-40B4-BE49-F238E27FC236}">
                  <a16:creationId xmlns:a16="http://schemas.microsoft.com/office/drawing/2014/main" id="{9F7835DE-1DB5-554B-9435-F21099237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" name="Rectangle 49">
              <a:extLst>
                <a:ext uri="{FF2B5EF4-FFF2-40B4-BE49-F238E27FC236}">
                  <a16:creationId xmlns:a16="http://schemas.microsoft.com/office/drawing/2014/main" id="{D58C67CB-FC2C-6C45-A584-0EE3943CCB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" name="Freeform 50">
              <a:extLst>
                <a:ext uri="{FF2B5EF4-FFF2-40B4-BE49-F238E27FC236}">
                  <a16:creationId xmlns:a16="http://schemas.microsoft.com/office/drawing/2014/main" id="{2E7357FA-BE14-7B45-B9C8-D3AD131C8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" name="Freeform 51">
              <a:extLst>
                <a:ext uri="{FF2B5EF4-FFF2-40B4-BE49-F238E27FC236}">
                  <a16:creationId xmlns:a16="http://schemas.microsoft.com/office/drawing/2014/main" id="{86D743E9-08EF-3443-A09F-9FD39BD6B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" name="Rectangle 52">
              <a:extLst>
                <a:ext uri="{FF2B5EF4-FFF2-40B4-BE49-F238E27FC236}">
                  <a16:creationId xmlns:a16="http://schemas.microsoft.com/office/drawing/2014/main" id="{147C38BE-745B-5043-B214-0B9EA392B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2" name="Group 53">
              <a:extLst>
                <a:ext uri="{FF2B5EF4-FFF2-40B4-BE49-F238E27FC236}">
                  <a16:creationId xmlns:a16="http://schemas.microsoft.com/office/drawing/2014/main" id="{FBCFE8CA-D754-EF47-A59B-C987FE1020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7" name="AutoShape 54">
                <a:extLst>
                  <a:ext uri="{FF2B5EF4-FFF2-40B4-BE49-F238E27FC236}">
                    <a16:creationId xmlns:a16="http://schemas.microsoft.com/office/drawing/2014/main" id="{4CB48C03-464D-0344-AF93-DBB0CF131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27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8" name="AutoShape 55">
                <a:extLst>
                  <a:ext uri="{FF2B5EF4-FFF2-40B4-BE49-F238E27FC236}">
                    <a16:creationId xmlns:a16="http://schemas.microsoft.com/office/drawing/2014/main" id="{9545D198-3BD7-694B-B5DC-4ED4C79FC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4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" name="Rectangle 56">
              <a:extLst>
                <a:ext uri="{FF2B5EF4-FFF2-40B4-BE49-F238E27FC236}">
                  <a16:creationId xmlns:a16="http://schemas.microsoft.com/office/drawing/2014/main" id="{BB7A1A44-103A-4142-BB05-0C014EC72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" name="Group 57">
              <a:extLst>
                <a:ext uri="{FF2B5EF4-FFF2-40B4-BE49-F238E27FC236}">
                  <a16:creationId xmlns:a16="http://schemas.microsoft.com/office/drawing/2014/main" id="{A7308D7F-AFED-CA43-852A-E750251C67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5" name="AutoShape 58">
                <a:extLst>
                  <a:ext uri="{FF2B5EF4-FFF2-40B4-BE49-F238E27FC236}">
                    <a16:creationId xmlns:a16="http://schemas.microsoft.com/office/drawing/2014/main" id="{72E4409D-5ADE-A147-AA65-DA4499631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9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6" name="AutoShape 59">
                <a:extLst>
                  <a:ext uri="{FF2B5EF4-FFF2-40B4-BE49-F238E27FC236}">
                    <a16:creationId xmlns:a16="http://schemas.microsoft.com/office/drawing/2014/main" id="{B7CA2B3C-6AEB-7A43-B3B4-4DF705769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8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5" name="Rectangle 60">
              <a:extLst>
                <a:ext uri="{FF2B5EF4-FFF2-40B4-BE49-F238E27FC236}">
                  <a16:creationId xmlns:a16="http://schemas.microsoft.com/office/drawing/2014/main" id="{BA20BEBE-68B5-1249-B593-1C7CD6B37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7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" name="Rectangle 61">
              <a:extLst>
                <a:ext uri="{FF2B5EF4-FFF2-40B4-BE49-F238E27FC236}">
                  <a16:creationId xmlns:a16="http://schemas.microsoft.com/office/drawing/2014/main" id="{E5963EC5-6FAF-A14D-AB16-7FE0DA31D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7" name="Group 62">
              <a:extLst>
                <a:ext uri="{FF2B5EF4-FFF2-40B4-BE49-F238E27FC236}">
                  <a16:creationId xmlns:a16="http://schemas.microsoft.com/office/drawing/2014/main" id="{A8DEC631-5A58-7849-9209-1EB5AB5695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3" name="AutoShape 63">
                <a:extLst>
                  <a:ext uri="{FF2B5EF4-FFF2-40B4-BE49-F238E27FC236}">
                    <a16:creationId xmlns:a16="http://schemas.microsoft.com/office/drawing/2014/main" id="{6FBD34E3-C5B6-E944-B4E7-984347F693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4" name="AutoShape 64">
                <a:extLst>
                  <a:ext uri="{FF2B5EF4-FFF2-40B4-BE49-F238E27FC236}">
                    <a16:creationId xmlns:a16="http://schemas.microsoft.com/office/drawing/2014/main" id="{444700C5-DD16-7045-A6DF-957B4E655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8" name="Freeform 65">
              <a:extLst>
                <a:ext uri="{FF2B5EF4-FFF2-40B4-BE49-F238E27FC236}">
                  <a16:creationId xmlns:a16="http://schemas.microsoft.com/office/drawing/2014/main" id="{210F459F-9F66-B847-B785-6AE02157E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9" name="Group 66">
              <a:extLst>
                <a:ext uri="{FF2B5EF4-FFF2-40B4-BE49-F238E27FC236}">
                  <a16:creationId xmlns:a16="http://schemas.microsoft.com/office/drawing/2014/main" id="{07904654-EF90-4B4C-B348-E6F299ADAF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1" name="AutoShape 67">
                <a:extLst>
                  <a:ext uri="{FF2B5EF4-FFF2-40B4-BE49-F238E27FC236}">
                    <a16:creationId xmlns:a16="http://schemas.microsoft.com/office/drawing/2014/main" id="{927A6F56-7195-2A4B-A9FF-BD73015A76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2" name="AutoShape 68">
                <a:extLst>
                  <a:ext uri="{FF2B5EF4-FFF2-40B4-BE49-F238E27FC236}">
                    <a16:creationId xmlns:a16="http://schemas.microsoft.com/office/drawing/2014/main" id="{AE3156D8-7946-6043-B3B8-2B13B7293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" name="Rectangle 69">
              <a:extLst>
                <a:ext uri="{FF2B5EF4-FFF2-40B4-BE49-F238E27FC236}">
                  <a16:creationId xmlns:a16="http://schemas.microsoft.com/office/drawing/2014/main" id="{CE18F5A0-5742-0B4F-982F-6BC169203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32"/>
              <a:ext cx="68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" name="Freeform 70">
              <a:extLst>
                <a:ext uri="{FF2B5EF4-FFF2-40B4-BE49-F238E27FC236}">
                  <a16:creationId xmlns:a16="http://schemas.microsoft.com/office/drawing/2014/main" id="{2BD50CD9-1EF1-ED4C-AFCE-14AD1B90C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" name="Freeform 71">
              <a:extLst>
                <a:ext uri="{FF2B5EF4-FFF2-40B4-BE49-F238E27FC236}">
                  <a16:creationId xmlns:a16="http://schemas.microsoft.com/office/drawing/2014/main" id="{577EA932-97EB-4149-8C8C-9011420A3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" name="Oval 72">
              <a:extLst>
                <a:ext uri="{FF2B5EF4-FFF2-40B4-BE49-F238E27FC236}">
                  <a16:creationId xmlns:a16="http://schemas.microsoft.com/office/drawing/2014/main" id="{49966F96-01DC-0A43-BCBA-D06A3569E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" name="Freeform 73">
              <a:extLst>
                <a:ext uri="{FF2B5EF4-FFF2-40B4-BE49-F238E27FC236}">
                  <a16:creationId xmlns:a16="http://schemas.microsoft.com/office/drawing/2014/main" id="{F1C686DE-B7D5-2148-BCC7-2FAC2C010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" name="AutoShape 74">
              <a:extLst>
                <a:ext uri="{FF2B5EF4-FFF2-40B4-BE49-F238E27FC236}">
                  <a16:creationId xmlns:a16="http://schemas.microsoft.com/office/drawing/2014/main" id="{F82F43AD-BE0F-344E-BEE9-58D59D8256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1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" name="AutoShape 75">
              <a:extLst>
                <a:ext uri="{FF2B5EF4-FFF2-40B4-BE49-F238E27FC236}">
                  <a16:creationId xmlns:a16="http://schemas.microsoft.com/office/drawing/2014/main" id="{50B859D7-FD53-4C47-95AC-855D1B2F39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712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" name="Oval 76">
              <a:extLst>
                <a:ext uri="{FF2B5EF4-FFF2-40B4-BE49-F238E27FC236}">
                  <a16:creationId xmlns:a16="http://schemas.microsoft.com/office/drawing/2014/main" id="{83896475-9FE1-9143-9428-50459AAB8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3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" name="Oval 77">
              <a:extLst>
                <a:ext uri="{FF2B5EF4-FFF2-40B4-BE49-F238E27FC236}">
                  <a16:creationId xmlns:a16="http://schemas.microsoft.com/office/drawing/2014/main" id="{10EA96BE-EF36-2B49-A03B-AEC865105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3"/>
              <a:ext cx="163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9" name="Oval 78">
              <a:extLst>
                <a:ext uri="{FF2B5EF4-FFF2-40B4-BE49-F238E27FC236}">
                  <a16:creationId xmlns:a16="http://schemas.microsoft.com/office/drawing/2014/main" id="{BE8642C4-0C45-D94F-821D-2190EC546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" name="Rectangle 79">
              <a:extLst>
                <a:ext uri="{FF2B5EF4-FFF2-40B4-BE49-F238E27FC236}">
                  <a16:creationId xmlns:a16="http://schemas.microsoft.com/office/drawing/2014/main" id="{C9A770C5-A3F8-D845-B1BA-3D43D933C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8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9" name="Rectangle 6">
            <a:extLst>
              <a:ext uri="{FF2B5EF4-FFF2-40B4-BE49-F238E27FC236}">
                <a16:creationId xmlns:a16="http://schemas.microsoft.com/office/drawing/2014/main" id="{F5ECC14E-6AC7-4243-86F2-25BD5F2B8464}"/>
              </a:ext>
            </a:extLst>
          </p:cNvPr>
          <p:cNvSpPr txBox="1">
            <a:spLocks noChangeArrowheads="1"/>
          </p:cNvSpPr>
          <p:nvPr/>
        </p:nvSpPr>
        <p:spPr>
          <a:xfrm>
            <a:off x="798691" y="3200188"/>
            <a:ext cx="5085273" cy="2010122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5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.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HTTP client receives response message containing html file, displays html.  Parsing html file, finds 10 referenced jpeg  objects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0" name="Rectangle 7">
            <a:extLst>
              <a:ext uri="{FF2B5EF4-FFF2-40B4-BE49-F238E27FC236}">
                <a16:creationId xmlns:a16="http://schemas.microsoft.com/office/drawing/2014/main" id="{D3260771-3905-E24E-8B12-64D566C6B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0480" y="4851930"/>
            <a:ext cx="3810000" cy="666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6.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Steps 1-5 repeated for each of 10 jpeg objects</a:t>
            </a:r>
          </a:p>
        </p:txBody>
      </p:sp>
      <p:sp>
        <p:nvSpPr>
          <p:cNvPr id="61" name="Rectangle 8">
            <a:extLst>
              <a:ext uri="{FF2B5EF4-FFF2-40B4-BE49-F238E27FC236}">
                <a16:creationId xmlns:a16="http://schemas.microsoft.com/office/drawing/2014/main" id="{9E1B76BD-C8EB-7245-9B75-E2D499F3E6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6580" y="2782360"/>
            <a:ext cx="3810000" cy="73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4.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HTTP server closes TCP connection. </a:t>
            </a:r>
          </a:p>
        </p:txBody>
      </p:sp>
      <p:sp>
        <p:nvSpPr>
          <p:cNvPr id="65" name="Line 17">
            <a:extLst>
              <a:ext uri="{FF2B5EF4-FFF2-40B4-BE49-F238E27FC236}">
                <a16:creationId xmlns:a16="http://schemas.microsoft.com/office/drawing/2014/main" id="{4F85C1F3-F91B-C04C-B746-8E5570895A9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587465" y="3200187"/>
            <a:ext cx="1095375" cy="5238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6" name="Line 11">
            <a:extLst>
              <a:ext uri="{FF2B5EF4-FFF2-40B4-BE49-F238E27FC236}">
                <a16:creationId xmlns:a16="http://schemas.microsoft.com/office/drawing/2014/main" id="{F8CE636E-DC4B-BA4E-A771-E70EE904FB25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691" y="2868166"/>
            <a:ext cx="10658" cy="3480471"/>
          </a:xfrm>
          <a:prstGeom prst="line">
            <a:avLst/>
          </a:prstGeom>
          <a:noFill/>
          <a:ln w="19050">
            <a:solidFill>
              <a:schemeClr val="bg1">
                <a:lumMod val="65000"/>
              </a:schemeClr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7" name="Rectangle 13">
            <a:extLst>
              <a:ext uri="{FF2B5EF4-FFF2-40B4-BE49-F238E27FC236}">
                <a16:creationId xmlns:a16="http://schemas.microsoft.com/office/drawing/2014/main" id="{3787AF32-7BD3-C144-BD02-222C429008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0358" y="5641558"/>
            <a:ext cx="657225" cy="2952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8" name="Text Box 12">
            <a:extLst>
              <a:ext uri="{FF2B5EF4-FFF2-40B4-BE49-F238E27FC236}">
                <a16:creationId xmlns:a16="http://schemas.microsoft.com/office/drawing/2014/main" id="{B3CFBAD8-5CBD-8B48-A941-3E86D5E65F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883" y="5563771"/>
            <a:ext cx="673100" cy="406400"/>
          </a:xfrm>
          <a:prstGeom prst="rect">
            <a:avLst/>
          </a:prstGeom>
          <a:noFill/>
          <a:ln w="9525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time</a:t>
            </a:r>
          </a:p>
        </p:txBody>
      </p:sp>
      <p:sp>
        <p:nvSpPr>
          <p:cNvPr id="62" name="Slide Number Placeholder 2">
            <a:extLst>
              <a:ext uri="{FF2B5EF4-FFF2-40B4-BE49-F238E27FC236}">
                <a16:creationId xmlns:a16="http://schemas.microsoft.com/office/drawing/2014/main" id="{805F15D5-7E9E-E54C-BDFB-FEFBBAA1DBA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432649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build="p"/>
      <p:bldP spid="61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Non-persistent HTTP: response time</a:t>
            </a:r>
            <a:endParaRPr lang="en-US" sz="4400" dirty="0"/>
          </a:p>
        </p:txBody>
      </p:sp>
      <p:sp>
        <p:nvSpPr>
          <p:cNvPr id="62" name="Rectangle 3">
            <a:extLst>
              <a:ext uri="{FF2B5EF4-FFF2-40B4-BE49-F238E27FC236}">
                <a16:creationId xmlns:a16="http://schemas.microsoft.com/office/drawing/2014/main" id="{6FDB6615-546D-6440-BBC8-3C06990BF0E4}"/>
              </a:ext>
            </a:extLst>
          </p:cNvPr>
          <p:cNvSpPr txBox="1">
            <a:spLocks noChangeArrowheads="1"/>
          </p:cNvSpPr>
          <p:nvPr/>
        </p:nvSpPr>
        <p:spPr>
          <a:xfrm>
            <a:off x="736393" y="1919178"/>
            <a:ext cx="5683502" cy="3337334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RTT (definition):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time for a small packet to travel from client to server and back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 response time (per object):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one RTT to initiate TCP connection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one RTT for HTTP request and first few bytes of HTTP response to return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object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/file transmission time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3" name="Line 15">
            <a:extLst>
              <a:ext uri="{FF2B5EF4-FFF2-40B4-BE49-F238E27FC236}">
                <a16:creationId xmlns:a16="http://schemas.microsoft.com/office/drawing/2014/main" id="{4929D219-0DD0-EE4D-B40F-3D0B3F80F653}"/>
              </a:ext>
            </a:extLst>
          </p:cNvPr>
          <p:cNvSpPr>
            <a:spLocks noChangeShapeType="1"/>
          </p:cNvSpPr>
          <p:nvPr/>
        </p:nvSpPr>
        <p:spPr bwMode="auto">
          <a:xfrm>
            <a:off x="8197229" y="2671284"/>
            <a:ext cx="0" cy="2832100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4" name="Line 16">
            <a:extLst>
              <a:ext uri="{FF2B5EF4-FFF2-40B4-BE49-F238E27FC236}">
                <a16:creationId xmlns:a16="http://schemas.microsoft.com/office/drawing/2014/main" id="{8CAAC30A-AACE-CA43-94F8-6356C7DBF909}"/>
              </a:ext>
            </a:extLst>
          </p:cNvPr>
          <p:cNvSpPr>
            <a:spLocks noChangeShapeType="1"/>
          </p:cNvSpPr>
          <p:nvPr/>
        </p:nvSpPr>
        <p:spPr bwMode="auto">
          <a:xfrm>
            <a:off x="9887916" y="2664934"/>
            <a:ext cx="0" cy="2881312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9" name="Line 17">
            <a:extLst>
              <a:ext uri="{FF2B5EF4-FFF2-40B4-BE49-F238E27FC236}">
                <a16:creationId xmlns:a16="http://schemas.microsoft.com/office/drawing/2014/main" id="{AF42B5BB-493F-1A4F-A479-A45F6B47212F}"/>
              </a:ext>
            </a:extLst>
          </p:cNvPr>
          <p:cNvSpPr>
            <a:spLocks noChangeShapeType="1"/>
          </p:cNvSpPr>
          <p:nvPr/>
        </p:nvSpPr>
        <p:spPr bwMode="auto">
          <a:xfrm>
            <a:off x="8211516" y="2903059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0" name="Line 18">
            <a:extLst>
              <a:ext uri="{FF2B5EF4-FFF2-40B4-BE49-F238E27FC236}">
                <a16:creationId xmlns:a16="http://schemas.microsoft.com/office/drawing/2014/main" id="{C9AE042D-B868-CC49-B9F2-374B1A84C6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97229" y="3341209"/>
            <a:ext cx="1673225" cy="403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1" name="Line 19">
            <a:extLst>
              <a:ext uri="{FF2B5EF4-FFF2-40B4-BE49-F238E27FC236}">
                <a16:creationId xmlns:a16="http://schemas.microsoft.com/office/drawing/2014/main" id="{99C22C7D-D82A-5C41-99D1-EA13F124371E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5166" y="3849209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3" name="AutoShape 21">
            <a:extLst>
              <a:ext uri="{FF2B5EF4-FFF2-40B4-BE49-F238E27FC236}">
                <a16:creationId xmlns:a16="http://schemas.microsoft.com/office/drawing/2014/main" id="{DD02DF36-65CF-F14E-88DF-53BB17EBFDA7}"/>
              </a:ext>
            </a:extLst>
          </p:cNvPr>
          <p:cNvSpPr>
            <a:spLocks/>
          </p:cNvSpPr>
          <p:nvPr/>
        </p:nvSpPr>
        <p:spPr bwMode="auto">
          <a:xfrm>
            <a:off x="9903942" y="4249143"/>
            <a:ext cx="99857" cy="161739"/>
          </a:xfrm>
          <a:prstGeom prst="rightBrace">
            <a:avLst>
              <a:gd name="adj1" fmla="val 20390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4" name="Text Box 22">
            <a:extLst>
              <a:ext uri="{FF2B5EF4-FFF2-40B4-BE49-F238E27FC236}">
                <a16:creationId xmlns:a16="http://schemas.microsoft.com/office/drawing/2014/main" id="{CCB0A876-D266-4A45-A302-8A1ECD42C7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97454" y="3944459"/>
            <a:ext cx="1123577" cy="8794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time to 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transmit 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file</a:t>
            </a:r>
          </a:p>
        </p:txBody>
      </p:sp>
      <p:sp>
        <p:nvSpPr>
          <p:cNvPr id="75" name="Line 23">
            <a:extLst>
              <a:ext uri="{FF2B5EF4-FFF2-40B4-BE49-F238E27FC236}">
                <a16:creationId xmlns:a16="http://schemas.microsoft.com/office/drawing/2014/main" id="{5718D752-EA30-EF40-828E-5D0FFEB1DBD8}"/>
              </a:ext>
            </a:extLst>
          </p:cNvPr>
          <p:cNvSpPr>
            <a:spLocks noChangeShapeType="1"/>
          </p:cNvSpPr>
          <p:nvPr/>
        </p:nvSpPr>
        <p:spPr bwMode="auto">
          <a:xfrm>
            <a:off x="7806704" y="2877659"/>
            <a:ext cx="3905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6" name="Text Box 24">
            <a:extLst>
              <a:ext uri="{FF2B5EF4-FFF2-40B4-BE49-F238E27FC236}">
                <a16:creationId xmlns:a16="http://schemas.microsoft.com/office/drawing/2014/main" id="{8BC58F30-FF48-FF4E-819B-1E40B90957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6660" y="2563010"/>
            <a:ext cx="1363707" cy="617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initiate TCP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connection</a:t>
            </a:r>
          </a:p>
        </p:txBody>
      </p:sp>
      <p:sp>
        <p:nvSpPr>
          <p:cNvPr id="77" name="AutoShape 25">
            <a:extLst>
              <a:ext uri="{FF2B5EF4-FFF2-40B4-BE49-F238E27FC236}">
                <a16:creationId xmlns:a16="http://schemas.microsoft.com/office/drawing/2014/main" id="{1676996C-B2C6-6440-BDFC-70D850B75C3C}"/>
              </a:ext>
            </a:extLst>
          </p:cNvPr>
          <p:cNvSpPr>
            <a:spLocks/>
          </p:cNvSpPr>
          <p:nvPr/>
        </p:nvSpPr>
        <p:spPr bwMode="auto">
          <a:xfrm>
            <a:off x="7941641" y="2928459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8" name="Text Box 26">
            <a:extLst>
              <a:ext uri="{FF2B5EF4-FFF2-40B4-BE49-F238E27FC236}">
                <a16:creationId xmlns:a16="http://schemas.microsoft.com/office/drawing/2014/main" id="{86DB8643-EF07-8F4F-9625-5A4CA4A150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041" y="3139596"/>
            <a:ext cx="575222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RTT</a:t>
            </a:r>
          </a:p>
        </p:txBody>
      </p:sp>
      <p:sp>
        <p:nvSpPr>
          <p:cNvPr id="79" name="Line 27">
            <a:extLst>
              <a:ext uri="{FF2B5EF4-FFF2-40B4-BE49-F238E27FC236}">
                <a16:creationId xmlns:a16="http://schemas.microsoft.com/office/drawing/2014/main" id="{981309A0-6209-8843-8011-139102021A78}"/>
              </a:ext>
            </a:extLst>
          </p:cNvPr>
          <p:cNvSpPr>
            <a:spLocks noChangeShapeType="1"/>
          </p:cNvSpPr>
          <p:nvPr/>
        </p:nvSpPr>
        <p:spPr bwMode="auto">
          <a:xfrm>
            <a:off x="7855916" y="3782534"/>
            <a:ext cx="3540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0" name="Text Box 28">
            <a:extLst>
              <a:ext uri="{FF2B5EF4-FFF2-40B4-BE49-F238E27FC236}">
                <a16:creationId xmlns:a16="http://schemas.microsoft.com/office/drawing/2014/main" id="{F8F4F9A2-8F8A-0A49-A582-7B28C50C80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93113" y="3589815"/>
            <a:ext cx="1969956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request file</a:t>
            </a:r>
          </a:p>
        </p:txBody>
      </p:sp>
      <p:sp>
        <p:nvSpPr>
          <p:cNvPr id="81" name="AutoShape 29">
            <a:extLst>
              <a:ext uri="{FF2B5EF4-FFF2-40B4-BE49-F238E27FC236}">
                <a16:creationId xmlns:a16="http://schemas.microsoft.com/office/drawing/2014/main" id="{38B5D7F5-BB3A-C042-A65C-E340A56B8131}"/>
              </a:ext>
            </a:extLst>
          </p:cNvPr>
          <p:cNvSpPr>
            <a:spLocks/>
          </p:cNvSpPr>
          <p:nvPr/>
        </p:nvSpPr>
        <p:spPr bwMode="auto">
          <a:xfrm>
            <a:off x="7947991" y="3838096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2" name="Text Box 30">
            <a:extLst>
              <a:ext uri="{FF2B5EF4-FFF2-40B4-BE49-F238E27FC236}">
                <a16:creationId xmlns:a16="http://schemas.microsoft.com/office/drawing/2014/main" id="{F6FF37B4-B442-4047-946B-77B07E91C9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78091" y="4061934"/>
            <a:ext cx="575222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RTT</a:t>
            </a:r>
          </a:p>
        </p:txBody>
      </p:sp>
      <p:sp>
        <p:nvSpPr>
          <p:cNvPr id="83" name="Line 35">
            <a:extLst>
              <a:ext uri="{FF2B5EF4-FFF2-40B4-BE49-F238E27FC236}">
                <a16:creationId xmlns:a16="http://schemas.microsoft.com/office/drawing/2014/main" id="{1D97958B-3B35-E742-B7C6-848FC7C172D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18988" y="4805006"/>
            <a:ext cx="361323" cy="2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4" name="Text Box 36">
            <a:extLst>
              <a:ext uri="{FF2B5EF4-FFF2-40B4-BE49-F238E27FC236}">
                <a16:creationId xmlns:a16="http://schemas.microsoft.com/office/drawing/2014/main" id="{24A3B2D9-8989-434A-9FC2-223A7BF47D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5684" y="4617233"/>
            <a:ext cx="1647627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file received</a:t>
            </a:r>
          </a:p>
        </p:txBody>
      </p:sp>
      <p:sp>
        <p:nvSpPr>
          <p:cNvPr id="85" name="Text Box 37">
            <a:extLst>
              <a:ext uri="{FF2B5EF4-FFF2-40B4-BE49-F238E27FC236}">
                <a16:creationId xmlns:a16="http://schemas.microsoft.com/office/drawing/2014/main" id="{5F7EC06B-E293-DF46-888B-439F61ED31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1804" y="5517671"/>
            <a:ext cx="663964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time</a:t>
            </a:r>
          </a:p>
        </p:txBody>
      </p:sp>
      <p:sp>
        <p:nvSpPr>
          <p:cNvPr id="86" name="Text Box 38">
            <a:extLst>
              <a:ext uri="{FF2B5EF4-FFF2-40B4-BE49-F238E27FC236}">
                <a16:creationId xmlns:a16="http://schemas.microsoft.com/office/drawing/2014/main" id="{29F1D00D-DC1A-684B-8E6D-3829DD4163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49791" y="5500209"/>
            <a:ext cx="66396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time</a:t>
            </a:r>
          </a:p>
        </p:txBody>
      </p:sp>
      <p:grpSp>
        <p:nvGrpSpPr>
          <p:cNvPr id="87" name="Group 43">
            <a:extLst>
              <a:ext uri="{FF2B5EF4-FFF2-40B4-BE49-F238E27FC236}">
                <a16:creationId xmlns:a16="http://schemas.microsoft.com/office/drawing/2014/main" id="{541F6086-47C8-874D-8AA5-F7E42EE4D031}"/>
              </a:ext>
            </a:extLst>
          </p:cNvPr>
          <p:cNvGrpSpPr>
            <a:grpSpLocks/>
          </p:cNvGrpSpPr>
          <p:nvPr/>
        </p:nvGrpSpPr>
        <p:grpSpPr bwMode="auto">
          <a:xfrm>
            <a:off x="9687891" y="1898171"/>
            <a:ext cx="423863" cy="684213"/>
            <a:chOff x="4140" y="429"/>
            <a:chExt cx="1425" cy="2396"/>
          </a:xfrm>
        </p:grpSpPr>
        <p:sp>
          <p:nvSpPr>
            <p:cNvPr id="88" name="Freeform 44">
              <a:extLst>
                <a:ext uri="{FF2B5EF4-FFF2-40B4-BE49-F238E27FC236}">
                  <a16:creationId xmlns:a16="http://schemas.microsoft.com/office/drawing/2014/main" id="{6DAF6B62-B819-F74E-96B5-613320600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9" name="Rectangle 45">
              <a:extLst>
                <a:ext uri="{FF2B5EF4-FFF2-40B4-BE49-F238E27FC236}">
                  <a16:creationId xmlns:a16="http://schemas.microsoft.com/office/drawing/2014/main" id="{50F7D37B-F313-5C49-8576-42FF33D8D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1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0" name="Freeform 46">
              <a:extLst>
                <a:ext uri="{FF2B5EF4-FFF2-40B4-BE49-F238E27FC236}">
                  <a16:creationId xmlns:a16="http://schemas.microsoft.com/office/drawing/2014/main" id="{87E40F45-93DC-2B4E-ADDC-55D37D40B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1" name="Freeform 47">
              <a:extLst>
                <a:ext uri="{FF2B5EF4-FFF2-40B4-BE49-F238E27FC236}">
                  <a16:creationId xmlns:a16="http://schemas.microsoft.com/office/drawing/2014/main" id="{7B112D55-79F9-1F4D-B446-8C88751FF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2" name="Rectangle 48">
              <a:extLst>
                <a:ext uri="{FF2B5EF4-FFF2-40B4-BE49-F238E27FC236}">
                  <a16:creationId xmlns:a16="http://schemas.microsoft.com/office/drawing/2014/main" id="{956D8EF0-FF87-9E4B-887E-2B313EF77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0"/>
              <a:ext cx="598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93" name="Group 49">
              <a:extLst>
                <a:ext uri="{FF2B5EF4-FFF2-40B4-BE49-F238E27FC236}">
                  <a16:creationId xmlns:a16="http://schemas.microsoft.com/office/drawing/2014/main" id="{66F581E1-4301-C04A-BC92-0FE36983E2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8" name="AutoShape 50">
                <a:extLst>
                  <a:ext uri="{FF2B5EF4-FFF2-40B4-BE49-F238E27FC236}">
                    <a16:creationId xmlns:a16="http://schemas.microsoft.com/office/drawing/2014/main" id="{060EE10F-40BB-F147-A18B-D592D4900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6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9" name="AutoShape 51">
                <a:extLst>
                  <a:ext uri="{FF2B5EF4-FFF2-40B4-BE49-F238E27FC236}">
                    <a16:creationId xmlns:a16="http://schemas.microsoft.com/office/drawing/2014/main" id="{964C81AE-2600-6248-820C-48DB107C0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94" name="Rectangle 52">
              <a:extLst>
                <a:ext uri="{FF2B5EF4-FFF2-40B4-BE49-F238E27FC236}">
                  <a16:creationId xmlns:a16="http://schemas.microsoft.com/office/drawing/2014/main" id="{0B3B5D85-0106-D947-B9AB-3DEF402BD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8"/>
              <a:ext cx="592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95" name="Group 53">
              <a:extLst>
                <a:ext uri="{FF2B5EF4-FFF2-40B4-BE49-F238E27FC236}">
                  <a16:creationId xmlns:a16="http://schemas.microsoft.com/office/drawing/2014/main" id="{21E327E2-0D3F-BB45-88FA-94BE824723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6" name="AutoShape 54">
                <a:extLst>
                  <a:ext uri="{FF2B5EF4-FFF2-40B4-BE49-F238E27FC236}">
                    <a16:creationId xmlns:a16="http://schemas.microsoft.com/office/drawing/2014/main" id="{A09779CB-5E1C-FF46-9276-B827DEE6BD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7" name="AutoShape 55">
                <a:extLst>
                  <a:ext uri="{FF2B5EF4-FFF2-40B4-BE49-F238E27FC236}">
                    <a16:creationId xmlns:a16="http://schemas.microsoft.com/office/drawing/2014/main" id="{67162A33-48AB-8447-8BA1-9899B1EFA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96" name="Rectangle 56">
              <a:extLst>
                <a:ext uri="{FF2B5EF4-FFF2-40B4-BE49-F238E27FC236}">
                  <a16:creationId xmlns:a16="http://schemas.microsoft.com/office/drawing/2014/main" id="{C0727CA6-9309-D04B-829F-614EF5BEA3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7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" name="Rectangle 57">
              <a:extLst>
                <a:ext uri="{FF2B5EF4-FFF2-40B4-BE49-F238E27FC236}">
                  <a16:creationId xmlns:a16="http://schemas.microsoft.com/office/drawing/2014/main" id="{17B7496E-619F-B745-A3B6-4EDDE39B5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8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98" name="Group 58">
              <a:extLst>
                <a:ext uri="{FF2B5EF4-FFF2-40B4-BE49-F238E27FC236}">
                  <a16:creationId xmlns:a16="http://schemas.microsoft.com/office/drawing/2014/main" id="{B3F5CCBA-FB37-F741-A1BE-6A326312AB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4" name="AutoShape 59">
                <a:extLst>
                  <a:ext uri="{FF2B5EF4-FFF2-40B4-BE49-F238E27FC236}">
                    <a16:creationId xmlns:a16="http://schemas.microsoft.com/office/drawing/2014/main" id="{DEAAF06F-764B-A04C-A4F4-4AF808C89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81"/>
                <a:ext cx="731" cy="12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" name="AutoShape 60">
                <a:extLst>
                  <a:ext uri="{FF2B5EF4-FFF2-40B4-BE49-F238E27FC236}">
                    <a16:creationId xmlns:a16="http://schemas.microsoft.com/office/drawing/2014/main" id="{73A61CB6-ED08-FD4B-8F83-3336B8F82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86"/>
                <a:ext cx="698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99" name="Freeform 61">
              <a:extLst>
                <a:ext uri="{FF2B5EF4-FFF2-40B4-BE49-F238E27FC236}">
                  <a16:creationId xmlns:a16="http://schemas.microsoft.com/office/drawing/2014/main" id="{1AB063BC-5497-FD41-9B58-4C27970B6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00" name="Group 62">
              <a:extLst>
                <a:ext uri="{FF2B5EF4-FFF2-40B4-BE49-F238E27FC236}">
                  <a16:creationId xmlns:a16="http://schemas.microsoft.com/office/drawing/2014/main" id="{20634D40-DCFD-8449-B684-70B31A9B35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2" name="AutoShape 63">
                <a:extLst>
                  <a:ext uri="{FF2B5EF4-FFF2-40B4-BE49-F238E27FC236}">
                    <a16:creationId xmlns:a16="http://schemas.microsoft.com/office/drawing/2014/main" id="{F58EC583-5702-1E4B-A6F2-1309BD877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3" name="AutoShape 64">
                <a:extLst>
                  <a:ext uri="{FF2B5EF4-FFF2-40B4-BE49-F238E27FC236}">
                    <a16:creationId xmlns:a16="http://schemas.microsoft.com/office/drawing/2014/main" id="{DB3DA62B-8007-4E4C-93B9-0F102F104C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1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1" name="Rectangle 65">
              <a:extLst>
                <a:ext uri="{FF2B5EF4-FFF2-40B4-BE49-F238E27FC236}">
                  <a16:creationId xmlns:a16="http://schemas.microsoft.com/office/drawing/2014/main" id="{C31A2516-63E0-E740-AE1D-B59F6C976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" name="Freeform 66">
              <a:extLst>
                <a:ext uri="{FF2B5EF4-FFF2-40B4-BE49-F238E27FC236}">
                  <a16:creationId xmlns:a16="http://schemas.microsoft.com/office/drawing/2014/main" id="{B8246D8C-6855-C044-A8BA-8F170062C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3" name="Freeform 67">
              <a:extLst>
                <a:ext uri="{FF2B5EF4-FFF2-40B4-BE49-F238E27FC236}">
                  <a16:creationId xmlns:a16="http://schemas.microsoft.com/office/drawing/2014/main" id="{924E847A-F4E0-DA4B-8D4E-A56FEAA69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4" name="Oval 68">
              <a:extLst>
                <a:ext uri="{FF2B5EF4-FFF2-40B4-BE49-F238E27FC236}">
                  <a16:creationId xmlns:a16="http://schemas.microsoft.com/office/drawing/2014/main" id="{8CAE9087-3C8E-F24B-A512-CEB1940F0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" name="Freeform 69">
              <a:extLst>
                <a:ext uri="{FF2B5EF4-FFF2-40B4-BE49-F238E27FC236}">
                  <a16:creationId xmlns:a16="http://schemas.microsoft.com/office/drawing/2014/main" id="{2AB5FE84-419E-EB41-B46F-B90EA8215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6" name="AutoShape 70">
              <a:extLst>
                <a:ext uri="{FF2B5EF4-FFF2-40B4-BE49-F238E27FC236}">
                  <a16:creationId xmlns:a16="http://schemas.microsoft.com/office/drawing/2014/main" id="{5044997C-6434-1F4E-951A-58848E528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1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" name="AutoShape 71">
              <a:extLst>
                <a:ext uri="{FF2B5EF4-FFF2-40B4-BE49-F238E27FC236}">
                  <a16:creationId xmlns:a16="http://schemas.microsoft.com/office/drawing/2014/main" id="{E0E22BAF-7B23-B44C-827B-153E00211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8"/>
              <a:ext cx="1073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" name="Oval 72">
              <a:extLst>
                <a:ext uri="{FF2B5EF4-FFF2-40B4-BE49-F238E27FC236}">
                  <a16:creationId xmlns:a16="http://schemas.microsoft.com/office/drawing/2014/main" id="{E772A220-7A72-DF4C-B4F3-72E6DDF1F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380"/>
              <a:ext cx="160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" name="Oval 73">
              <a:extLst>
                <a:ext uri="{FF2B5EF4-FFF2-40B4-BE49-F238E27FC236}">
                  <a16:creationId xmlns:a16="http://schemas.microsoft.com/office/drawing/2014/main" id="{E52F28FE-19A0-E943-AE0B-DEEA92222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60" cy="13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0" name="Oval 74">
              <a:extLst>
                <a:ext uri="{FF2B5EF4-FFF2-40B4-BE49-F238E27FC236}">
                  <a16:creationId xmlns:a16="http://schemas.microsoft.com/office/drawing/2014/main" id="{679A21A4-960E-C240-991F-7A91E9D33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5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1" name="Rectangle 75">
              <a:extLst>
                <a:ext uri="{FF2B5EF4-FFF2-40B4-BE49-F238E27FC236}">
                  <a16:creationId xmlns:a16="http://schemas.microsoft.com/office/drawing/2014/main" id="{5FE7BC29-1F3A-FC4D-B0A8-E7C985E21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5"/>
              <a:ext cx="85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20" name="Group 76">
            <a:extLst>
              <a:ext uri="{FF2B5EF4-FFF2-40B4-BE49-F238E27FC236}">
                <a16:creationId xmlns:a16="http://schemas.microsoft.com/office/drawing/2014/main" id="{ACB35F9B-E584-6A4C-A928-821626F2884C}"/>
              </a:ext>
            </a:extLst>
          </p:cNvPr>
          <p:cNvGrpSpPr>
            <a:grpSpLocks/>
          </p:cNvGrpSpPr>
          <p:nvPr/>
        </p:nvGrpSpPr>
        <p:grpSpPr bwMode="auto">
          <a:xfrm>
            <a:off x="7686054" y="1920396"/>
            <a:ext cx="698500" cy="709613"/>
            <a:chOff x="-44" y="1473"/>
            <a:chExt cx="981" cy="1105"/>
          </a:xfrm>
        </p:grpSpPr>
        <p:pic>
          <p:nvPicPr>
            <p:cNvPr id="121" name="Picture 77" descr="desktop_computer_stylized_medium">
              <a:extLst>
                <a:ext uri="{FF2B5EF4-FFF2-40B4-BE49-F238E27FC236}">
                  <a16:creationId xmlns:a16="http://schemas.microsoft.com/office/drawing/2014/main" id="{C2C6AD66-1148-CD4D-99F7-5C6A689E28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" name="Freeform 78">
              <a:extLst>
                <a:ext uri="{FF2B5EF4-FFF2-40B4-BE49-F238E27FC236}">
                  <a16:creationId xmlns:a16="http://schemas.microsoft.com/office/drawing/2014/main" id="{40C43405-EE8F-6348-9658-64CCF319FF4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2" name="Freeform 1">
            <a:extLst>
              <a:ext uri="{FF2B5EF4-FFF2-40B4-BE49-F238E27FC236}">
                <a16:creationId xmlns:a16="http://schemas.microsoft.com/office/drawing/2014/main" id="{2D3ED81E-7823-0B47-8E02-97411E72ACFD}"/>
              </a:ext>
            </a:extLst>
          </p:cNvPr>
          <p:cNvSpPr/>
          <p:nvPr/>
        </p:nvSpPr>
        <p:spPr>
          <a:xfrm>
            <a:off x="8188984" y="4246818"/>
            <a:ext cx="1700270" cy="558188"/>
          </a:xfrm>
          <a:custGeom>
            <a:avLst/>
            <a:gdLst>
              <a:gd name="connsiteX0" fmla="*/ 0 w 1700270"/>
              <a:gd name="connsiteY0" fmla="*/ 389262 h 543498"/>
              <a:gd name="connsiteX1" fmla="*/ 1700270 w 1700270"/>
              <a:gd name="connsiteY1" fmla="*/ 0 h 543498"/>
              <a:gd name="connsiteX2" fmla="*/ 1696598 w 1700270"/>
              <a:gd name="connsiteY2" fmla="*/ 176269 h 543498"/>
              <a:gd name="connsiteX3" fmla="*/ 0 w 1700270"/>
              <a:gd name="connsiteY3" fmla="*/ 543498 h 543498"/>
              <a:gd name="connsiteX4" fmla="*/ 0 w 1700270"/>
              <a:gd name="connsiteY4" fmla="*/ 389262 h 543498"/>
              <a:gd name="connsiteX0" fmla="*/ 0 w 1700270"/>
              <a:gd name="connsiteY0" fmla="*/ 389262 h 558188"/>
              <a:gd name="connsiteX1" fmla="*/ 1700270 w 1700270"/>
              <a:gd name="connsiteY1" fmla="*/ 0 h 558188"/>
              <a:gd name="connsiteX2" fmla="*/ 1696598 w 1700270"/>
              <a:gd name="connsiteY2" fmla="*/ 176269 h 558188"/>
              <a:gd name="connsiteX3" fmla="*/ 7344 w 1700270"/>
              <a:gd name="connsiteY3" fmla="*/ 558188 h 558188"/>
              <a:gd name="connsiteX4" fmla="*/ 0 w 1700270"/>
              <a:gd name="connsiteY4" fmla="*/ 389262 h 558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0270" h="558188">
                <a:moveTo>
                  <a:pt x="0" y="389262"/>
                </a:moveTo>
                <a:lnTo>
                  <a:pt x="1700270" y="0"/>
                </a:lnTo>
                <a:lnTo>
                  <a:pt x="1696598" y="176269"/>
                </a:lnTo>
                <a:lnTo>
                  <a:pt x="7344" y="558188"/>
                </a:lnTo>
                <a:lnTo>
                  <a:pt x="0" y="389262"/>
                </a:lnTo>
                <a:close/>
              </a:path>
            </a:pathLst>
          </a:custGeom>
          <a:solidFill>
            <a:srgbClr val="0000A8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3" name="AutoShape 21">
            <a:extLst>
              <a:ext uri="{FF2B5EF4-FFF2-40B4-BE49-F238E27FC236}">
                <a16:creationId xmlns:a16="http://schemas.microsoft.com/office/drawing/2014/main" id="{B46E8531-A1AB-F94F-83A6-88018FC274AE}"/>
              </a:ext>
            </a:extLst>
          </p:cNvPr>
          <p:cNvSpPr>
            <a:spLocks/>
          </p:cNvSpPr>
          <p:nvPr/>
        </p:nvSpPr>
        <p:spPr bwMode="auto">
          <a:xfrm flipH="1" flipV="1">
            <a:off x="8069711" y="4643267"/>
            <a:ext cx="99857" cy="161739"/>
          </a:xfrm>
          <a:prstGeom prst="rightBrace">
            <a:avLst>
              <a:gd name="adj1" fmla="val 20390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4BF7570-9992-2546-969B-3F60B086818E}"/>
              </a:ext>
            </a:extLst>
          </p:cNvPr>
          <p:cNvSpPr txBox="1"/>
          <p:nvPr/>
        </p:nvSpPr>
        <p:spPr>
          <a:xfrm>
            <a:off x="1056514" y="5919854"/>
            <a:ext cx="9257241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Non-persistent HTTP response time =  2RTT+ file transmission  time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5" name="Slide Number Placeholder 2">
            <a:extLst>
              <a:ext uri="{FF2B5EF4-FFF2-40B4-BE49-F238E27FC236}">
                <a16:creationId xmlns:a16="http://schemas.microsoft.com/office/drawing/2014/main" id="{7E482904-1521-274F-AE73-DF7E96ACE75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853309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50F60E-D792-FE1F-700F-8CD222AB0C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13E694ED-4B4A-A43E-C184-06234EDDA65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Non-persistent HTTP: response time</a:t>
            </a:r>
            <a:endParaRPr lang="en-US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C0C999F4-C5BC-BAC1-8B99-6ADFCA5669C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3872" y="2721820"/>
            <a:ext cx="6847703" cy="4351338"/>
          </a:xfrm>
        </p:spPr>
        <p:txBody>
          <a:bodyPr/>
          <a:lstStyle/>
          <a:p>
            <a:r>
              <a:rPr lang="en-US" sz="3200" dirty="0"/>
              <a:t>A web page with 10 image objects. How long to complete all?</a:t>
            </a:r>
          </a:p>
          <a:p>
            <a:pPr lvl="1"/>
            <a:r>
              <a:rPr lang="en-US" dirty="0"/>
              <a:t>Ignore the object transmission time  </a:t>
            </a:r>
            <a:endParaRPr lang="en-US" sz="3200" dirty="0"/>
          </a:p>
          <a:p>
            <a:pPr lvl="1"/>
            <a:r>
              <a:rPr lang="en-US" sz="2800" dirty="0"/>
              <a:t>non-persistent HTTP (with 1 object one time)</a:t>
            </a:r>
          </a:p>
          <a:p>
            <a:pPr marL="457200" lvl="1" indent="0">
              <a:buNone/>
            </a:pPr>
            <a:endParaRPr lang="en-US" sz="2800" dirty="0"/>
          </a:p>
          <a:p>
            <a:pPr marL="457200" lvl="1" indent="0">
              <a:buNone/>
            </a:pPr>
            <a:endParaRPr lang="en-US" dirty="0"/>
          </a:p>
          <a:p>
            <a:endParaRPr lang="en-US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730AE68A-2EC1-CCCA-52D4-4087D43917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sz="1200" kern="1200">
                <a:solidFill>
                  <a:schemeClr val="tx1"/>
                </a:solidFill>
                <a:latin typeface="Tahoma" charset="0"/>
                <a:ea typeface="ＭＳ Ｐゴシック" charset="0"/>
                <a:cs typeface="ＭＳ Ｐゴシック" charset="0"/>
              </a:defRPr>
            </a:lvl1pPr>
            <a:lvl2pPr marL="4572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2pPr>
            <a:lvl3pPr marL="9144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3pPr>
            <a:lvl4pPr marL="1371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4pPr>
            <a:lvl5pPr marL="18288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9pPr>
          </a:lstStyle>
          <a:p>
            <a:pPr>
              <a:defRPr/>
            </a:pPr>
            <a:endParaRPr lang="en-US"/>
          </a:p>
          <a:p>
            <a:pPr>
              <a:defRPr/>
            </a:pPr>
            <a:fld id="{EA4DE36C-4767-D04B-8BF6-480838CCF4A8}" type="slidenum">
              <a:rPr lang="en-US" smtClean="0"/>
              <a:pPr>
                <a:defRPr/>
              </a:pPr>
              <a:t>30</a:t>
            </a:fld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6CD85278-494B-F7F8-7EBD-0DBFCEAD821D}"/>
              </a:ext>
            </a:extLst>
          </p:cNvPr>
          <p:cNvSpPr/>
          <p:nvPr/>
        </p:nvSpPr>
        <p:spPr>
          <a:xfrm>
            <a:off x="924458" y="5554364"/>
            <a:ext cx="1075599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400" dirty="0">
                <a:solidFill>
                  <a:srgbClr val="C00000"/>
                </a:solidFill>
                <a:latin typeface="Gill Sans MT" charset="0"/>
              </a:rPr>
              <a:t>22 RTTs = 2RTTs x (1 + 10) (2 RTTs for base HTML file,  2 RTTs per object)</a:t>
            </a:r>
          </a:p>
        </p:txBody>
      </p:sp>
      <p:sp>
        <p:nvSpPr>
          <p:cNvPr id="65" name="Line 15">
            <a:extLst>
              <a:ext uri="{FF2B5EF4-FFF2-40B4-BE49-F238E27FC236}">
                <a16:creationId xmlns:a16="http://schemas.microsoft.com/office/drawing/2014/main" id="{D96046D8-D21A-F0D0-3EA3-26D5A09929CA}"/>
              </a:ext>
            </a:extLst>
          </p:cNvPr>
          <p:cNvSpPr>
            <a:spLocks noChangeShapeType="1"/>
          </p:cNvSpPr>
          <p:nvPr/>
        </p:nvSpPr>
        <p:spPr bwMode="auto">
          <a:xfrm>
            <a:off x="9268198" y="2076567"/>
            <a:ext cx="0" cy="2832100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6" name="Line 16">
            <a:extLst>
              <a:ext uri="{FF2B5EF4-FFF2-40B4-BE49-F238E27FC236}">
                <a16:creationId xmlns:a16="http://schemas.microsoft.com/office/drawing/2014/main" id="{D44783FD-55DF-F5D2-EA82-2B546FE2B08F}"/>
              </a:ext>
            </a:extLst>
          </p:cNvPr>
          <p:cNvSpPr>
            <a:spLocks noChangeShapeType="1"/>
          </p:cNvSpPr>
          <p:nvPr/>
        </p:nvSpPr>
        <p:spPr bwMode="auto">
          <a:xfrm>
            <a:off x="10958885" y="2070217"/>
            <a:ext cx="0" cy="2881312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7" name="Line 17">
            <a:extLst>
              <a:ext uri="{FF2B5EF4-FFF2-40B4-BE49-F238E27FC236}">
                <a16:creationId xmlns:a16="http://schemas.microsoft.com/office/drawing/2014/main" id="{A0D4436B-DB5D-F56C-CC6E-2B219CDEFEC5}"/>
              </a:ext>
            </a:extLst>
          </p:cNvPr>
          <p:cNvSpPr>
            <a:spLocks noChangeShapeType="1"/>
          </p:cNvSpPr>
          <p:nvPr/>
        </p:nvSpPr>
        <p:spPr bwMode="auto">
          <a:xfrm>
            <a:off x="9282485" y="2308342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8" name="Line 18">
            <a:extLst>
              <a:ext uri="{FF2B5EF4-FFF2-40B4-BE49-F238E27FC236}">
                <a16:creationId xmlns:a16="http://schemas.microsoft.com/office/drawing/2014/main" id="{7701FC18-ADE0-0DE9-EC2A-C9C66B79B23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268198" y="2746492"/>
            <a:ext cx="1673225" cy="403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9" name="Line 19">
            <a:extLst>
              <a:ext uri="{FF2B5EF4-FFF2-40B4-BE49-F238E27FC236}">
                <a16:creationId xmlns:a16="http://schemas.microsoft.com/office/drawing/2014/main" id="{139F7F56-A2DE-D9F9-4D19-5DC6FCC0F21F}"/>
              </a:ext>
            </a:extLst>
          </p:cNvPr>
          <p:cNvSpPr>
            <a:spLocks noChangeShapeType="1"/>
          </p:cNvSpPr>
          <p:nvPr/>
        </p:nvSpPr>
        <p:spPr bwMode="auto">
          <a:xfrm>
            <a:off x="9276135" y="3254492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0" name="AutoShape 21">
            <a:extLst>
              <a:ext uri="{FF2B5EF4-FFF2-40B4-BE49-F238E27FC236}">
                <a16:creationId xmlns:a16="http://schemas.microsoft.com/office/drawing/2014/main" id="{F5690C84-AB0A-CED1-7022-22B84101C7A8}"/>
              </a:ext>
            </a:extLst>
          </p:cNvPr>
          <p:cNvSpPr>
            <a:spLocks/>
          </p:cNvSpPr>
          <p:nvPr/>
        </p:nvSpPr>
        <p:spPr bwMode="auto">
          <a:xfrm>
            <a:off x="10974911" y="3654426"/>
            <a:ext cx="99857" cy="161739"/>
          </a:xfrm>
          <a:prstGeom prst="rightBrace">
            <a:avLst>
              <a:gd name="adj1" fmla="val 20390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1" name="Text Box 22">
            <a:extLst>
              <a:ext uri="{FF2B5EF4-FFF2-40B4-BE49-F238E27FC236}">
                <a16:creationId xmlns:a16="http://schemas.microsoft.com/office/drawing/2014/main" id="{E3B789A6-7B36-F502-AB3C-F607841702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068423" y="3349742"/>
            <a:ext cx="1123577" cy="8794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time to 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transmit 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file</a:t>
            </a:r>
          </a:p>
        </p:txBody>
      </p:sp>
      <p:sp>
        <p:nvSpPr>
          <p:cNvPr id="72" name="Line 23">
            <a:extLst>
              <a:ext uri="{FF2B5EF4-FFF2-40B4-BE49-F238E27FC236}">
                <a16:creationId xmlns:a16="http://schemas.microsoft.com/office/drawing/2014/main" id="{484A16FC-3528-127C-4588-E1D834544AC3}"/>
              </a:ext>
            </a:extLst>
          </p:cNvPr>
          <p:cNvSpPr>
            <a:spLocks noChangeShapeType="1"/>
          </p:cNvSpPr>
          <p:nvPr/>
        </p:nvSpPr>
        <p:spPr bwMode="auto">
          <a:xfrm>
            <a:off x="8877673" y="2282942"/>
            <a:ext cx="3905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3" name="Text Box 24">
            <a:extLst>
              <a:ext uri="{FF2B5EF4-FFF2-40B4-BE49-F238E27FC236}">
                <a16:creationId xmlns:a16="http://schemas.microsoft.com/office/drawing/2014/main" id="{5F0AB506-A26D-7824-0B8B-CBE83E99AD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7629" y="1968293"/>
            <a:ext cx="1363707" cy="617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initiate TCP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connection</a:t>
            </a:r>
          </a:p>
        </p:txBody>
      </p:sp>
      <p:sp>
        <p:nvSpPr>
          <p:cNvPr id="74" name="AutoShape 25">
            <a:extLst>
              <a:ext uri="{FF2B5EF4-FFF2-40B4-BE49-F238E27FC236}">
                <a16:creationId xmlns:a16="http://schemas.microsoft.com/office/drawing/2014/main" id="{F00D9EEF-F27E-B82C-E819-5D544C0D7FB2}"/>
              </a:ext>
            </a:extLst>
          </p:cNvPr>
          <p:cNvSpPr>
            <a:spLocks/>
          </p:cNvSpPr>
          <p:nvPr/>
        </p:nvSpPr>
        <p:spPr bwMode="auto">
          <a:xfrm>
            <a:off x="9012610" y="2333742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" name="Text Box 26">
            <a:extLst>
              <a:ext uri="{FF2B5EF4-FFF2-40B4-BE49-F238E27FC236}">
                <a16:creationId xmlns:a16="http://schemas.microsoft.com/office/drawing/2014/main" id="{D933269D-BC80-E89E-917D-E645FB416B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0010" y="2544879"/>
            <a:ext cx="575222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RTT</a:t>
            </a:r>
          </a:p>
        </p:txBody>
      </p:sp>
      <p:sp>
        <p:nvSpPr>
          <p:cNvPr id="76" name="Line 27">
            <a:extLst>
              <a:ext uri="{FF2B5EF4-FFF2-40B4-BE49-F238E27FC236}">
                <a16:creationId xmlns:a16="http://schemas.microsoft.com/office/drawing/2014/main" id="{681F03EA-F7D2-2626-E720-F9591CDBDA9C}"/>
              </a:ext>
            </a:extLst>
          </p:cNvPr>
          <p:cNvSpPr>
            <a:spLocks noChangeShapeType="1"/>
          </p:cNvSpPr>
          <p:nvPr/>
        </p:nvSpPr>
        <p:spPr bwMode="auto">
          <a:xfrm>
            <a:off x="8926885" y="3187817"/>
            <a:ext cx="3540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7" name="Text Box 28">
            <a:extLst>
              <a:ext uri="{FF2B5EF4-FFF2-40B4-BE49-F238E27FC236}">
                <a16:creationId xmlns:a16="http://schemas.microsoft.com/office/drawing/2014/main" id="{389CC2CA-6662-7F4F-9485-31F8182560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64082" y="2995098"/>
            <a:ext cx="1969956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request file</a:t>
            </a:r>
          </a:p>
        </p:txBody>
      </p:sp>
      <p:sp>
        <p:nvSpPr>
          <p:cNvPr id="78" name="AutoShape 29">
            <a:extLst>
              <a:ext uri="{FF2B5EF4-FFF2-40B4-BE49-F238E27FC236}">
                <a16:creationId xmlns:a16="http://schemas.microsoft.com/office/drawing/2014/main" id="{3E1C3D9F-D1D9-F2ED-D252-D283FAD8E29D}"/>
              </a:ext>
            </a:extLst>
          </p:cNvPr>
          <p:cNvSpPr>
            <a:spLocks/>
          </p:cNvSpPr>
          <p:nvPr/>
        </p:nvSpPr>
        <p:spPr bwMode="auto">
          <a:xfrm>
            <a:off x="9018960" y="3243379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9" name="Text Box 30">
            <a:extLst>
              <a:ext uri="{FF2B5EF4-FFF2-40B4-BE49-F238E27FC236}">
                <a16:creationId xmlns:a16="http://schemas.microsoft.com/office/drawing/2014/main" id="{EEF5DAEA-3C3F-DC3C-22A1-B8BECBA4DE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9060" y="3467217"/>
            <a:ext cx="575222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RTT</a:t>
            </a:r>
          </a:p>
        </p:txBody>
      </p:sp>
      <p:sp>
        <p:nvSpPr>
          <p:cNvPr id="80" name="Line 35">
            <a:extLst>
              <a:ext uri="{FF2B5EF4-FFF2-40B4-BE49-F238E27FC236}">
                <a16:creationId xmlns:a16="http://schemas.microsoft.com/office/drawing/2014/main" id="{18832028-C278-8646-6C30-205BB53C776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889957" y="4210289"/>
            <a:ext cx="361323" cy="2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1" name="Text Box 36">
            <a:extLst>
              <a:ext uri="{FF2B5EF4-FFF2-40B4-BE49-F238E27FC236}">
                <a16:creationId xmlns:a16="http://schemas.microsoft.com/office/drawing/2014/main" id="{5D288D60-CB3C-62C5-49F7-B473EEEBB9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76653" y="4022516"/>
            <a:ext cx="1647627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file received</a:t>
            </a:r>
          </a:p>
        </p:txBody>
      </p:sp>
      <p:sp>
        <p:nvSpPr>
          <p:cNvPr id="82" name="Text Box 37">
            <a:extLst>
              <a:ext uri="{FF2B5EF4-FFF2-40B4-BE49-F238E27FC236}">
                <a16:creationId xmlns:a16="http://schemas.microsoft.com/office/drawing/2014/main" id="{7A2EC56C-A3D5-AF76-27C9-42E98D2213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42773" y="4922954"/>
            <a:ext cx="663964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time</a:t>
            </a:r>
          </a:p>
        </p:txBody>
      </p:sp>
      <p:sp>
        <p:nvSpPr>
          <p:cNvPr id="83" name="Text Box 38">
            <a:extLst>
              <a:ext uri="{FF2B5EF4-FFF2-40B4-BE49-F238E27FC236}">
                <a16:creationId xmlns:a16="http://schemas.microsoft.com/office/drawing/2014/main" id="{36567DEE-734C-79A8-40B8-43A281A7B0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20760" y="4905492"/>
            <a:ext cx="66396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time</a:t>
            </a:r>
          </a:p>
        </p:txBody>
      </p:sp>
      <p:grpSp>
        <p:nvGrpSpPr>
          <p:cNvPr id="84" name="Group 43">
            <a:extLst>
              <a:ext uri="{FF2B5EF4-FFF2-40B4-BE49-F238E27FC236}">
                <a16:creationId xmlns:a16="http://schemas.microsoft.com/office/drawing/2014/main" id="{250F41CE-08DC-C97B-BA48-F83667388066}"/>
              </a:ext>
            </a:extLst>
          </p:cNvPr>
          <p:cNvGrpSpPr>
            <a:grpSpLocks/>
          </p:cNvGrpSpPr>
          <p:nvPr/>
        </p:nvGrpSpPr>
        <p:grpSpPr bwMode="auto">
          <a:xfrm>
            <a:off x="10758860" y="1303454"/>
            <a:ext cx="423863" cy="684213"/>
            <a:chOff x="4140" y="429"/>
            <a:chExt cx="1425" cy="2396"/>
          </a:xfrm>
        </p:grpSpPr>
        <p:sp>
          <p:nvSpPr>
            <p:cNvPr id="85" name="Freeform 44">
              <a:extLst>
                <a:ext uri="{FF2B5EF4-FFF2-40B4-BE49-F238E27FC236}">
                  <a16:creationId xmlns:a16="http://schemas.microsoft.com/office/drawing/2014/main" id="{F157292A-A889-1808-A53A-849024619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6" name="Rectangle 45">
              <a:extLst>
                <a:ext uri="{FF2B5EF4-FFF2-40B4-BE49-F238E27FC236}">
                  <a16:creationId xmlns:a16="http://schemas.microsoft.com/office/drawing/2014/main" id="{625F1083-C32E-0C12-BCE7-841CACD21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1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" name="Freeform 46">
              <a:extLst>
                <a:ext uri="{FF2B5EF4-FFF2-40B4-BE49-F238E27FC236}">
                  <a16:creationId xmlns:a16="http://schemas.microsoft.com/office/drawing/2014/main" id="{CA198937-FA6A-84CF-976F-90AFAE882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8" name="Freeform 47">
              <a:extLst>
                <a:ext uri="{FF2B5EF4-FFF2-40B4-BE49-F238E27FC236}">
                  <a16:creationId xmlns:a16="http://schemas.microsoft.com/office/drawing/2014/main" id="{DB1D125D-EF6A-1227-0A0D-4A04CF2B0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9" name="Rectangle 48">
              <a:extLst>
                <a:ext uri="{FF2B5EF4-FFF2-40B4-BE49-F238E27FC236}">
                  <a16:creationId xmlns:a16="http://schemas.microsoft.com/office/drawing/2014/main" id="{ED5701EF-D8E6-224F-2C06-E8A109EA0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0"/>
              <a:ext cx="598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90" name="Group 49">
              <a:extLst>
                <a:ext uri="{FF2B5EF4-FFF2-40B4-BE49-F238E27FC236}">
                  <a16:creationId xmlns:a16="http://schemas.microsoft.com/office/drawing/2014/main" id="{091CE0FE-28D2-8DFF-70AC-6B3420CD0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5" name="AutoShape 50">
                <a:extLst>
                  <a:ext uri="{FF2B5EF4-FFF2-40B4-BE49-F238E27FC236}">
                    <a16:creationId xmlns:a16="http://schemas.microsoft.com/office/drawing/2014/main" id="{DB81156B-9B12-300A-D91A-560C84488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6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6" name="AutoShape 51">
                <a:extLst>
                  <a:ext uri="{FF2B5EF4-FFF2-40B4-BE49-F238E27FC236}">
                    <a16:creationId xmlns:a16="http://schemas.microsoft.com/office/drawing/2014/main" id="{BA75D0B7-C327-9FD9-16B7-B89E0BDF4A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91" name="Rectangle 52">
              <a:extLst>
                <a:ext uri="{FF2B5EF4-FFF2-40B4-BE49-F238E27FC236}">
                  <a16:creationId xmlns:a16="http://schemas.microsoft.com/office/drawing/2014/main" id="{D4E5A934-4E6F-C5C1-F046-358F8759E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8"/>
              <a:ext cx="592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92" name="Group 53">
              <a:extLst>
                <a:ext uri="{FF2B5EF4-FFF2-40B4-BE49-F238E27FC236}">
                  <a16:creationId xmlns:a16="http://schemas.microsoft.com/office/drawing/2014/main" id="{C640C449-AEC3-9BBB-CFEC-C7A9E93FC4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3" name="AutoShape 54">
                <a:extLst>
                  <a:ext uri="{FF2B5EF4-FFF2-40B4-BE49-F238E27FC236}">
                    <a16:creationId xmlns:a16="http://schemas.microsoft.com/office/drawing/2014/main" id="{D486FE50-014C-8CDE-8000-39346C5F9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4" name="AutoShape 55">
                <a:extLst>
                  <a:ext uri="{FF2B5EF4-FFF2-40B4-BE49-F238E27FC236}">
                    <a16:creationId xmlns:a16="http://schemas.microsoft.com/office/drawing/2014/main" id="{79CBB303-40A6-34F4-D5FF-0342950F8E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93" name="Rectangle 56">
              <a:extLst>
                <a:ext uri="{FF2B5EF4-FFF2-40B4-BE49-F238E27FC236}">
                  <a16:creationId xmlns:a16="http://schemas.microsoft.com/office/drawing/2014/main" id="{1C653ECF-DA70-CEDD-76A7-AB25AB935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7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" name="Rectangle 57">
              <a:extLst>
                <a:ext uri="{FF2B5EF4-FFF2-40B4-BE49-F238E27FC236}">
                  <a16:creationId xmlns:a16="http://schemas.microsoft.com/office/drawing/2014/main" id="{13A066B5-AF58-9B12-ADBC-9877459C3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8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95" name="Group 58">
              <a:extLst>
                <a:ext uri="{FF2B5EF4-FFF2-40B4-BE49-F238E27FC236}">
                  <a16:creationId xmlns:a16="http://schemas.microsoft.com/office/drawing/2014/main" id="{DE6788B9-882B-8D30-6E7C-B9ABE2DCDD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1" name="AutoShape 59">
                <a:extLst>
                  <a:ext uri="{FF2B5EF4-FFF2-40B4-BE49-F238E27FC236}">
                    <a16:creationId xmlns:a16="http://schemas.microsoft.com/office/drawing/2014/main" id="{9832EE35-F116-ACF1-0CFA-74F9922F8A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81"/>
                <a:ext cx="731" cy="12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2" name="AutoShape 60">
                <a:extLst>
                  <a:ext uri="{FF2B5EF4-FFF2-40B4-BE49-F238E27FC236}">
                    <a16:creationId xmlns:a16="http://schemas.microsoft.com/office/drawing/2014/main" id="{9959CD83-07E5-580F-7313-61ADBE33E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86"/>
                <a:ext cx="698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96" name="Freeform 61">
              <a:extLst>
                <a:ext uri="{FF2B5EF4-FFF2-40B4-BE49-F238E27FC236}">
                  <a16:creationId xmlns:a16="http://schemas.microsoft.com/office/drawing/2014/main" id="{64425857-1573-3C01-939F-1A82B25B6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97" name="Group 62">
              <a:extLst>
                <a:ext uri="{FF2B5EF4-FFF2-40B4-BE49-F238E27FC236}">
                  <a16:creationId xmlns:a16="http://schemas.microsoft.com/office/drawing/2014/main" id="{79D37FF5-8D61-FF3D-DA90-3E80E935AD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9" name="AutoShape 63">
                <a:extLst>
                  <a:ext uri="{FF2B5EF4-FFF2-40B4-BE49-F238E27FC236}">
                    <a16:creationId xmlns:a16="http://schemas.microsoft.com/office/drawing/2014/main" id="{08AB9647-4E22-D3FB-CFB4-D9CAA14FBF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0" name="AutoShape 64">
                <a:extLst>
                  <a:ext uri="{FF2B5EF4-FFF2-40B4-BE49-F238E27FC236}">
                    <a16:creationId xmlns:a16="http://schemas.microsoft.com/office/drawing/2014/main" id="{883246A9-6E1B-4B14-0319-498B67716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1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98" name="Rectangle 65">
              <a:extLst>
                <a:ext uri="{FF2B5EF4-FFF2-40B4-BE49-F238E27FC236}">
                  <a16:creationId xmlns:a16="http://schemas.microsoft.com/office/drawing/2014/main" id="{8237F5DE-5F33-E615-EFF2-338D4BF63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" name="Freeform 66">
              <a:extLst>
                <a:ext uri="{FF2B5EF4-FFF2-40B4-BE49-F238E27FC236}">
                  <a16:creationId xmlns:a16="http://schemas.microsoft.com/office/drawing/2014/main" id="{138573CB-4393-C0E6-8228-A43F60793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0" name="Freeform 67">
              <a:extLst>
                <a:ext uri="{FF2B5EF4-FFF2-40B4-BE49-F238E27FC236}">
                  <a16:creationId xmlns:a16="http://schemas.microsoft.com/office/drawing/2014/main" id="{61D78FC8-FF24-EB0F-CCDD-2AB30652C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1" name="Oval 68">
              <a:extLst>
                <a:ext uri="{FF2B5EF4-FFF2-40B4-BE49-F238E27FC236}">
                  <a16:creationId xmlns:a16="http://schemas.microsoft.com/office/drawing/2014/main" id="{6DBDFDF1-53BA-817C-C54C-87B74CFFD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" name="Freeform 69">
              <a:extLst>
                <a:ext uri="{FF2B5EF4-FFF2-40B4-BE49-F238E27FC236}">
                  <a16:creationId xmlns:a16="http://schemas.microsoft.com/office/drawing/2014/main" id="{9B967710-F54A-BFCC-0145-C8F57B7A1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3" name="AutoShape 70">
              <a:extLst>
                <a:ext uri="{FF2B5EF4-FFF2-40B4-BE49-F238E27FC236}">
                  <a16:creationId xmlns:a16="http://schemas.microsoft.com/office/drawing/2014/main" id="{1CD686FB-87BC-D3F3-BF3D-EE23BA839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1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" name="AutoShape 71">
              <a:extLst>
                <a:ext uri="{FF2B5EF4-FFF2-40B4-BE49-F238E27FC236}">
                  <a16:creationId xmlns:a16="http://schemas.microsoft.com/office/drawing/2014/main" id="{45555882-4F4C-BF1A-C52E-FF1E91BBA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8"/>
              <a:ext cx="1073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" name="Oval 72">
              <a:extLst>
                <a:ext uri="{FF2B5EF4-FFF2-40B4-BE49-F238E27FC236}">
                  <a16:creationId xmlns:a16="http://schemas.microsoft.com/office/drawing/2014/main" id="{786A0BFE-7C3E-816B-B11F-E8CBB5FD1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380"/>
              <a:ext cx="160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" name="Oval 73">
              <a:extLst>
                <a:ext uri="{FF2B5EF4-FFF2-40B4-BE49-F238E27FC236}">
                  <a16:creationId xmlns:a16="http://schemas.microsoft.com/office/drawing/2014/main" id="{CD063287-6676-8050-A906-21696B1E5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60" cy="13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7" name="Oval 74">
              <a:extLst>
                <a:ext uri="{FF2B5EF4-FFF2-40B4-BE49-F238E27FC236}">
                  <a16:creationId xmlns:a16="http://schemas.microsoft.com/office/drawing/2014/main" id="{DD6FA14B-A770-B9BB-059E-444112F76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5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" name="Rectangle 75">
              <a:extLst>
                <a:ext uri="{FF2B5EF4-FFF2-40B4-BE49-F238E27FC236}">
                  <a16:creationId xmlns:a16="http://schemas.microsoft.com/office/drawing/2014/main" id="{15F5744B-31C8-DFE4-4A46-A1B926F70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5"/>
              <a:ext cx="85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7" name="Group 76">
            <a:extLst>
              <a:ext uri="{FF2B5EF4-FFF2-40B4-BE49-F238E27FC236}">
                <a16:creationId xmlns:a16="http://schemas.microsoft.com/office/drawing/2014/main" id="{34CBE1A9-9FF2-8D15-32AC-91DCB9EF6DAA}"/>
              </a:ext>
            </a:extLst>
          </p:cNvPr>
          <p:cNvGrpSpPr>
            <a:grpSpLocks/>
          </p:cNvGrpSpPr>
          <p:nvPr/>
        </p:nvGrpSpPr>
        <p:grpSpPr bwMode="auto">
          <a:xfrm>
            <a:off x="8757023" y="1325679"/>
            <a:ext cx="698500" cy="709613"/>
            <a:chOff x="-44" y="1473"/>
            <a:chExt cx="981" cy="1105"/>
          </a:xfrm>
        </p:grpSpPr>
        <p:pic>
          <p:nvPicPr>
            <p:cNvPr id="118" name="Picture 77" descr="desktop_computer_stylized_medium">
              <a:extLst>
                <a:ext uri="{FF2B5EF4-FFF2-40B4-BE49-F238E27FC236}">
                  <a16:creationId xmlns:a16="http://schemas.microsoft.com/office/drawing/2014/main" id="{71EF721B-C68C-C445-A019-EE74C24A50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9" name="Freeform 78">
              <a:extLst>
                <a:ext uri="{FF2B5EF4-FFF2-40B4-BE49-F238E27FC236}">
                  <a16:creationId xmlns:a16="http://schemas.microsoft.com/office/drawing/2014/main" id="{02D872E0-29C9-2F05-2C17-858899795A5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120" name="Freeform 119">
            <a:extLst>
              <a:ext uri="{FF2B5EF4-FFF2-40B4-BE49-F238E27FC236}">
                <a16:creationId xmlns:a16="http://schemas.microsoft.com/office/drawing/2014/main" id="{1D6402CD-2BAF-BC39-44FA-28F74A36B386}"/>
              </a:ext>
            </a:extLst>
          </p:cNvPr>
          <p:cNvSpPr/>
          <p:nvPr/>
        </p:nvSpPr>
        <p:spPr>
          <a:xfrm>
            <a:off x="9259953" y="3652101"/>
            <a:ext cx="1700270" cy="558188"/>
          </a:xfrm>
          <a:custGeom>
            <a:avLst/>
            <a:gdLst>
              <a:gd name="connsiteX0" fmla="*/ 0 w 1700270"/>
              <a:gd name="connsiteY0" fmla="*/ 389262 h 543498"/>
              <a:gd name="connsiteX1" fmla="*/ 1700270 w 1700270"/>
              <a:gd name="connsiteY1" fmla="*/ 0 h 543498"/>
              <a:gd name="connsiteX2" fmla="*/ 1696598 w 1700270"/>
              <a:gd name="connsiteY2" fmla="*/ 176269 h 543498"/>
              <a:gd name="connsiteX3" fmla="*/ 0 w 1700270"/>
              <a:gd name="connsiteY3" fmla="*/ 543498 h 543498"/>
              <a:gd name="connsiteX4" fmla="*/ 0 w 1700270"/>
              <a:gd name="connsiteY4" fmla="*/ 389262 h 543498"/>
              <a:gd name="connsiteX0" fmla="*/ 0 w 1700270"/>
              <a:gd name="connsiteY0" fmla="*/ 389262 h 558188"/>
              <a:gd name="connsiteX1" fmla="*/ 1700270 w 1700270"/>
              <a:gd name="connsiteY1" fmla="*/ 0 h 558188"/>
              <a:gd name="connsiteX2" fmla="*/ 1696598 w 1700270"/>
              <a:gd name="connsiteY2" fmla="*/ 176269 h 558188"/>
              <a:gd name="connsiteX3" fmla="*/ 7344 w 1700270"/>
              <a:gd name="connsiteY3" fmla="*/ 558188 h 558188"/>
              <a:gd name="connsiteX4" fmla="*/ 0 w 1700270"/>
              <a:gd name="connsiteY4" fmla="*/ 389262 h 558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0270" h="558188">
                <a:moveTo>
                  <a:pt x="0" y="389262"/>
                </a:moveTo>
                <a:lnTo>
                  <a:pt x="1700270" y="0"/>
                </a:lnTo>
                <a:lnTo>
                  <a:pt x="1696598" y="176269"/>
                </a:lnTo>
                <a:lnTo>
                  <a:pt x="7344" y="558188"/>
                </a:lnTo>
                <a:lnTo>
                  <a:pt x="0" y="389262"/>
                </a:lnTo>
                <a:close/>
              </a:path>
            </a:pathLst>
          </a:custGeom>
          <a:solidFill>
            <a:srgbClr val="0000A8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1" name="AutoShape 21">
            <a:extLst>
              <a:ext uri="{FF2B5EF4-FFF2-40B4-BE49-F238E27FC236}">
                <a16:creationId xmlns:a16="http://schemas.microsoft.com/office/drawing/2014/main" id="{B42FF2FC-4704-2BAC-5F6E-D7AEBB0483A7}"/>
              </a:ext>
            </a:extLst>
          </p:cNvPr>
          <p:cNvSpPr>
            <a:spLocks/>
          </p:cNvSpPr>
          <p:nvPr/>
        </p:nvSpPr>
        <p:spPr bwMode="auto">
          <a:xfrm flipH="1" flipV="1">
            <a:off x="9140680" y="4048550"/>
            <a:ext cx="99857" cy="161739"/>
          </a:xfrm>
          <a:prstGeom prst="rightBrace">
            <a:avLst>
              <a:gd name="adj1" fmla="val 20390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266124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81EBAF-78ED-DE12-1710-179B65E1FB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3E32904F-03FE-7D59-307C-60D1DD8348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Persistent HTTP: response time</a:t>
            </a:r>
            <a:endParaRPr lang="en-US" sz="4400" dirty="0"/>
          </a:p>
        </p:txBody>
      </p:sp>
      <p:sp>
        <p:nvSpPr>
          <p:cNvPr id="63" name="Line 15">
            <a:extLst>
              <a:ext uri="{FF2B5EF4-FFF2-40B4-BE49-F238E27FC236}">
                <a16:creationId xmlns:a16="http://schemas.microsoft.com/office/drawing/2014/main" id="{0CB436F1-9274-1EA5-C39D-EBA329FB38E3}"/>
              </a:ext>
            </a:extLst>
          </p:cNvPr>
          <p:cNvSpPr>
            <a:spLocks noChangeShapeType="1"/>
          </p:cNvSpPr>
          <p:nvPr/>
        </p:nvSpPr>
        <p:spPr bwMode="auto">
          <a:xfrm>
            <a:off x="9139867" y="2336119"/>
            <a:ext cx="0" cy="3468476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4" name="Line 16">
            <a:extLst>
              <a:ext uri="{FF2B5EF4-FFF2-40B4-BE49-F238E27FC236}">
                <a16:creationId xmlns:a16="http://schemas.microsoft.com/office/drawing/2014/main" id="{40F06A07-109E-CF5D-4594-5B7E06313453}"/>
              </a:ext>
            </a:extLst>
          </p:cNvPr>
          <p:cNvSpPr>
            <a:spLocks noChangeShapeType="1"/>
          </p:cNvSpPr>
          <p:nvPr/>
        </p:nvSpPr>
        <p:spPr bwMode="auto">
          <a:xfrm>
            <a:off x="10830554" y="2329769"/>
            <a:ext cx="0" cy="3474826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9" name="Line 17">
            <a:extLst>
              <a:ext uri="{FF2B5EF4-FFF2-40B4-BE49-F238E27FC236}">
                <a16:creationId xmlns:a16="http://schemas.microsoft.com/office/drawing/2014/main" id="{2268DD63-71CD-164D-30C6-52BFDA2C90A8}"/>
              </a:ext>
            </a:extLst>
          </p:cNvPr>
          <p:cNvSpPr>
            <a:spLocks noChangeShapeType="1"/>
          </p:cNvSpPr>
          <p:nvPr/>
        </p:nvSpPr>
        <p:spPr bwMode="auto">
          <a:xfrm>
            <a:off x="9154154" y="2567894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0" name="Line 18">
            <a:extLst>
              <a:ext uri="{FF2B5EF4-FFF2-40B4-BE49-F238E27FC236}">
                <a16:creationId xmlns:a16="http://schemas.microsoft.com/office/drawing/2014/main" id="{73C2B381-48FB-1C1F-4B51-58107B5B89B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139867" y="3006044"/>
            <a:ext cx="1673225" cy="403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1" name="Line 19">
            <a:extLst>
              <a:ext uri="{FF2B5EF4-FFF2-40B4-BE49-F238E27FC236}">
                <a16:creationId xmlns:a16="http://schemas.microsoft.com/office/drawing/2014/main" id="{7D3D4645-417A-508C-137E-7CFEE66F0F74}"/>
              </a:ext>
            </a:extLst>
          </p:cNvPr>
          <p:cNvSpPr>
            <a:spLocks noChangeShapeType="1"/>
          </p:cNvSpPr>
          <p:nvPr/>
        </p:nvSpPr>
        <p:spPr bwMode="auto">
          <a:xfrm>
            <a:off x="9147804" y="3514044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3" name="AutoShape 21">
            <a:extLst>
              <a:ext uri="{FF2B5EF4-FFF2-40B4-BE49-F238E27FC236}">
                <a16:creationId xmlns:a16="http://schemas.microsoft.com/office/drawing/2014/main" id="{E8861E9D-0742-AA2F-A2CD-7E88030094D2}"/>
              </a:ext>
            </a:extLst>
          </p:cNvPr>
          <p:cNvSpPr>
            <a:spLocks/>
          </p:cNvSpPr>
          <p:nvPr/>
        </p:nvSpPr>
        <p:spPr bwMode="auto">
          <a:xfrm>
            <a:off x="10846580" y="3913978"/>
            <a:ext cx="99857" cy="161739"/>
          </a:xfrm>
          <a:prstGeom prst="rightBrace">
            <a:avLst>
              <a:gd name="adj1" fmla="val 20390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4" name="Text Box 22">
            <a:extLst>
              <a:ext uri="{FF2B5EF4-FFF2-40B4-BE49-F238E27FC236}">
                <a16:creationId xmlns:a16="http://schemas.microsoft.com/office/drawing/2014/main" id="{FA4AED41-21BF-AB5F-803D-3B4E676695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40092" y="3609294"/>
            <a:ext cx="1123577" cy="8794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time to 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transmit 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file</a:t>
            </a:r>
          </a:p>
        </p:txBody>
      </p:sp>
      <p:sp>
        <p:nvSpPr>
          <p:cNvPr id="75" name="Line 23">
            <a:extLst>
              <a:ext uri="{FF2B5EF4-FFF2-40B4-BE49-F238E27FC236}">
                <a16:creationId xmlns:a16="http://schemas.microsoft.com/office/drawing/2014/main" id="{02E75CC1-4572-FBDF-867B-7460500BA2CC}"/>
              </a:ext>
            </a:extLst>
          </p:cNvPr>
          <p:cNvSpPr>
            <a:spLocks noChangeShapeType="1"/>
          </p:cNvSpPr>
          <p:nvPr/>
        </p:nvSpPr>
        <p:spPr bwMode="auto">
          <a:xfrm>
            <a:off x="8749342" y="2542494"/>
            <a:ext cx="3905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6" name="Text Box 24">
            <a:extLst>
              <a:ext uri="{FF2B5EF4-FFF2-40B4-BE49-F238E27FC236}">
                <a16:creationId xmlns:a16="http://schemas.microsoft.com/office/drawing/2014/main" id="{36BE2021-803A-FDFD-568D-BED154D2A5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298" y="2227845"/>
            <a:ext cx="1363707" cy="617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initiate TCP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connection</a:t>
            </a:r>
          </a:p>
        </p:txBody>
      </p:sp>
      <p:sp>
        <p:nvSpPr>
          <p:cNvPr id="77" name="AutoShape 25">
            <a:extLst>
              <a:ext uri="{FF2B5EF4-FFF2-40B4-BE49-F238E27FC236}">
                <a16:creationId xmlns:a16="http://schemas.microsoft.com/office/drawing/2014/main" id="{695CB73B-4D4F-0189-E695-BB63DEB01EA4}"/>
              </a:ext>
            </a:extLst>
          </p:cNvPr>
          <p:cNvSpPr>
            <a:spLocks/>
          </p:cNvSpPr>
          <p:nvPr/>
        </p:nvSpPr>
        <p:spPr bwMode="auto">
          <a:xfrm>
            <a:off x="8884279" y="2593294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8" name="Text Box 26">
            <a:extLst>
              <a:ext uri="{FF2B5EF4-FFF2-40B4-BE49-F238E27FC236}">
                <a16:creationId xmlns:a16="http://schemas.microsoft.com/office/drawing/2014/main" id="{5975F197-C526-2424-31D2-6B9D9143EB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01679" y="2804431"/>
            <a:ext cx="575222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RTT</a:t>
            </a:r>
          </a:p>
        </p:txBody>
      </p:sp>
      <p:sp>
        <p:nvSpPr>
          <p:cNvPr id="79" name="Line 27">
            <a:extLst>
              <a:ext uri="{FF2B5EF4-FFF2-40B4-BE49-F238E27FC236}">
                <a16:creationId xmlns:a16="http://schemas.microsoft.com/office/drawing/2014/main" id="{B216C22B-1157-D05E-ABF2-0DE46DAD2F7C}"/>
              </a:ext>
            </a:extLst>
          </p:cNvPr>
          <p:cNvSpPr>
            <a:spLocks noChangeShapeType="1"/>
          </p:cNvSpPr>
          <p:nvPr/>
        </p:nvSpPr>
        <p:spPr bwMode="auto">
          <a:xfrm>
            <a:off x="8798554" y="3447369"/>
            <a:ext cx="3540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0" name="Text Box 28">
            <a:extLst>
              <a:ext uri="{FF2B5EF4-FFF2-40B4-BE49-F238E27FC236}">
                <a16:creationId xmlns:a16="http://schemas.microsoft.com/office/drawing/2014/main" id="{3F4C50F4-41A0-07EA-F58E-C973B6F387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35751" y="3254650"/>
            <a:ext cx="1969956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request file</a:t>
            </a:r>
          </a:p>
        </p:txBody>
      </p:sp>
      <p:sp>
        <p:nvSpPr>
          <p:cNvPr id="81" name="AutoShape 29">
            <a:extLst>
              <a:ext uri="{FF2B5EF4-FFF2-40B4-BE49-F238E27FC236}">
                <a16:creationId xmlns:a16="http://schemas.microsoft.com/office/drawing/2014/main" id="{66BFAB95-CFEC-E829-BF1F-158826448A94}"/>
              </a:ext>
            </a:extLst>
          </p:cNvPr>
          <p:cNvSpPr>
            <a:spLocks/>
          </p:cNvSpPr>
          <p:nvPr/>
        </p:nvSpPr>
        <p:spPr bwMode="auto">
          <a:xfrm>
            <a:off x="8890629" y="3502931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2" name="Text Box 30">
            <a:extLst>
              <a:ext uri="{FF2B5EF4-FFF2-40B4-BE49-F238E27FC236}">
                <a16:creationId xmlns:a16="http://schemas.microsoft.com/office/drawing/2014/main" id="{4F1920B4-2273-1E7B-6FCB-B72BC59E18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20729" y="3726769"/>
            <a:ext cx="575222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RTT</a:t>
            </a:r>
          </a:p>
        </p:txBody>
      </p:sp>
      <p:sp>
        <p:nvSpPr>
          <p:cNvPr id="83" name="Line 35">
            <a:extLst>
              <a:ext uri="{FF2B5EF4-FFF2-40B4-BE49-F238E27FC236}">
                <a16:creationId xmlns:a16="http://schemas.microsoft.com/office/drawing/2014/main" id="{DCA1724C-290D-42C4-66CB-D9AA6F1889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761626" y="4469841"/>
            <a:ext cx="361323" cy="2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4" name="Text Box 36">
            <a:extLst>
              <a:ext uri="{FF2B5EF4-FFF2-40B4-BE49-F238E27FC236}">
                <a16:creationId xmlns:a16="http://schemas.microsoft.com/office/drawing/2014/main" id="{C249A7E0-7583-2B48-C96F-E8A9F990D4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48322" y="4282068"/>
            <a:ext cx="1647627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file received</a:t>
            </a:r>
          </a:p>
        </p:txBody>
      </p:sp>
      <p:sp>
        <p:nvSpPr>
          <p:cNvPr id="85" name="Text Box 37">
            <a:extLst>
              <a:ext uri="{FF2B5EF4-FFF2-40B4-BE49-F238E27FC236}">
                <a16:creationId xmlns:a16="http://schemas.microsoft.com/office/drawing/2014/main" id="{C07824F8-6C12-F87C-FB69-0CB51D808C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84279" y="5822057"/>
            <a:ext cx="663964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time</a:t>
            </a:r>
          </a:p>
        </p:txBody>
      </p:sp>
      <p:sp>
        <p:nvSpPr>
          <p:cNvPr id="86" name="Text Box 38">
            <a:extLst>
              <a:ext uri="{FF2B5EF4-FFF2-40B4-BE49-F238E27FC236}">
                <a16:creationId xmlns:a16="http://schemas.microsoft.com/office/drawing/2014/main" id="{A77255F2-A2CD-2C28-41CC-B692479888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62266" y="5804595"/>
            <a:ext cx="66396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time</a:t>
            </a:r>
          </a:p>
        </p:txBody>
      </p:sp>
      <p:grpSp>
        <p:nvGrpSpPr>
          <p:cNvPr id="87" name="Group 43">
            <a:extLst>
              <a:ext uri="{FF2B5EF4-FFF2-40B4-BE49-F238E27FC236}">
                <a16:creationId xmlns:a16="http://schemas.microsoft.com/office/drawing/2014/main" id="{9C91FB69-A416-E55C-37C4-31F8B6DAC075}"/>
              </a:ext>
            </a:extLst>
          </p:cNvPr>
          <p:cNvGrpSpPr>
            <a:grpSpLocks/>
          </p:cNvGrpSpPr>
          <p:nvPr/>
        </p:nvGrpSpPr>
        <p:grpSpPr bwMode="auto">
          <a:xfrm>
            <a:off x="10630529" y="1563006"/>
            <a:ext cx="423863" cy="684213"/>
            <a:chOff x="4140" y="429"/>
            <a:chExt cx="1425" cy="2396"/>
          </a:xfrm>
        </p:grpSpPr>
        <p:sp>
          <p:nvSpPr>
            <p:cNvPr id="88" name="Freeform 44">
              <a:extLst>
                <a:ext uri="{FF2B5EF4-FFF2-40B4-BE49-F238E27FC236}">
                  <a16:creationId xmlns:a16="http://schemas.microsoft.com/office/drawing/2014/main" id="{42BD492F-3CF0-7FF7-CAA7-2A42A23E2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9" name="Rectangle 45">
              <a:extLst>
                <a:ext uri="{FF2B5EF4-FFF2-40B4-BE49-F238E27FC236}">
                  <a16:creationId xmlns:a16="http://schemas.microsoft.com/office/drawing/2014/main" id="{3E3B2EFB-8C4E-FB58-6E99-7AD4708475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1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0" name="Freeform 46">
              <a:extLst>
                <a:ext uri="{FF2B5EF4-FFF2-40B4-BE49-F238E27FC236}">
                  <a16:creationId xmlns:a16="http://schemas.microsoft.com/office/drawing/2014/main" id="{BCEFD7C1-FFB4-FDE6-7733-90B127287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1" name="Freeform 47">
              <a:extLst>
                <a:ext uri="{FF2B5EF4-FFF2-40B4-BE49-F238E27FC236}">
                  <a16:creationId xmlns:a16="http://schemas.microsoft.com/office/drawing/2014/main" id="{83A4D516-993D-01D4-D046-AAA1D987E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2" name="Rectangle 48">
              <a:extLst>
                <a:ext uri="{FF2B5EF4-FFF2-40B4-BE49-F238E27FC236}">
                  <a16:creationId xmlns:a16="http://schemas.microsoft.com/office/drawing/2014/main" id="{BEA6DD68-3BD9-88A1-61A9-3DA9003DA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0"/>
              <a:ext cx="598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93" name="Group 49">
              <a:extLst>
                <a:ext uri="{FF2B5EF4-FFF2-40B4-BE49-F238E27FC236}">
                  <a16:creationId xmlns:a16="http://schemas.microsoft.com/office/drawing/2014/main" id="{DE39B045-9108-3556-998E-1BA61960CF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8" name="AutoShape 50">
                <a:extLst>
                  <a:ext uri="{FF2B5EF4-FFF2-40B4-BE49-F238E27FC236}">
                    <a16:creationId xmlns:a16="http://schemas.microsoft.com/office/drawing/2014/main" id="{F824AC14-0C0F-8BB2-3C1E-95E278F6DE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6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9" name="AutoShape 51">
                <a:extLst>
                  <a:ext uri="{FF2B5EF4-FFF2-40B4-BE49-F238E27FC236}">
                    <a16:creationId xmlns:a16="http://schemas.microsoft.com/office/drawing/2014/main" id="{0836EBE1-40A7-C67D-A8B4-EB0DB4A4D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94" name="Rectangle 52">
              <a:extLst>
                <a:ext uri="{FF2B5EF4-FFF2-40B4-BE49-F238E27FC236}">
                  <a16:creationId xmlns:a16="http://schemas.microsoft.com/office/drawing/2014/main" id="{0D3A0F00-F438-A9F9-19D0-01160A95B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8"/>
              <a:ext cx="592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95" name="Group 53">
              <a:extLst>
                <a:ext uri="{FF2B5EF4-FFF2-40B4-BE49-F238E27FC236}">
                  <a16:creationId xmlns:a16="http://schemas.microsoft.com/office/drawing/2014/main" id="{54CAB754-FF9C-FD4F-604A-BE9F7D3115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6" name="AutoShape 54">
                <a:extLst>
                  <a:ext uri="{FF2B5EF4-FFF2-40B4-BE49-F238E27FC236}">
                    <a16:creationId xmlns:a16="http://schemas.microsoft.com/office/drawing/2014/main" id="{5BB33A53-9470-A48C-ED64-150867F4F5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7" name="AutoShape 55">
                <a:extLst>
                  <a:ext uri="{FF2B5EF4-FFF2-40B4-BE49-F238E27FC236}">
                    <a16:creationId xmlns:a16="http://schemas.microsoft.com/office/drawing/2014/main" id="{E6DBF1C1-3990-9FED-B8A4-ED8A40C3B0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96" name="Rectangle 56">
              <a:extLst>
                <a:ext uri="{FF2B5EF4-FFF2-40B4-BE49-F238E27FC236}">
                  <a16:creationId xmlns:a16="http://schemas.microsoft.com/office/drawing/2014/main" id="{3FE1418B-A915-88D6-85B7-EE3D6B25B2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7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" name="Rectangle 57">
              <a:extLst>
                <a:ext uri="{FF2B5EF4-FFF2-40B4-BE49-F238E27FC236}">
                  <a16:creationId xmlns:a16="http://schemas.microsoft.com/office/drawing/2014/main" id="{9AA24CFF-AF76-FDCE-5512-D926851A8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8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98" name="Group 58">
              <a:extLst>
                <a:ext uri="{FF2B5EF4-FFF2-40B4-BE49-F238E27FC236}">
                  <a16:creationId xmlns:a16="http://schemas.microsoft.com/office/drawing/2014/main" id="{874FA656-30EE-B732-C828-7E930766EA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4" name="AutoShape 59">
                <a:extLst>
                  <a:ext uri="{FF2B5EF4-FFF2-40B4-BE49-F238E27FC236}">
                    <a16:creationId xmlns:a16="http://schemas.microsoft.com/office/drawing/2014/main" id="{05144CB7-3753-75AD-DAF4-688ED1EE16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81"/>
                <a:ext cx="731" cy="12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" name="AutoShape 60">
                <a:extLst>
                  <a:ext uri="{FF2B5EF4-FFF2-40B4-BE49-F238E27FC236}">
                    <a16:creationId xmlns:a16="http://schemas.microsoft.com/office/drawing/2014/main" id="{4615AAC6-74C0-8080-7B4F-E71DA97D8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86"/>
                <a:ext cx="698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99" name="Freeform 61">
              <a:extLst>
                <a:ext uri="{FF2B5EF4-FFF2-40B4-BE49-F238E27FC236}">
                  <a16:creationId xmlns:a16="http://schemas.microsoft.com/office/drawing/2014/main" id="{B1BB66E2-CCEE-5ECF-7496-4DA87AEE9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00" name="Group 62">
              <a:extLst>
                <a:ext uri="{FF2B5EF4-FFF2-40B4-BE49-F238E27FC236}">
                  <a16:creationId xmlns:a16="http://schemas.microsoft.com/office/drawing/2014/main" id="{F6CD293F-E683-DE2C-F3E4-485FF88E2E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2" name="AutoShape 63">
                <a:extLst>
                  <a:ext uri="{FF2B5EF4-FFF2-40B4-BE49-F238E27FC236}">
                    <a16:creationId xmlns:a16="http://schemas.microsoft.com/office/drawing/2014/main" id="{847F14DA-47C6-C224-2D06-702DD35E8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3" name="AutoShape 64">
                <a:extLst>
                  <a:ext uri="{FF2B5EF4-FFF2-40B4-BE49-F238E27FC236}">
                    <a16:creationId xmlns:a16="http://schemas.microsoft.com/office/drawing/2014/main" id="{1305E128-277D-91F6-A2A3-1BF6BFB29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1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1" name="Rectangle 65">
              <a:extLst>
                <a:ext uri="{FF2B5EF4-FFF2-40B4-BE49-F238E27FC236}">
                  <a16:creationId xmlns:a16="http://schemas.microsoft.com/office/drawing/2014/main" id="{4C6B6FCA-8310-0412-68B0-0C6A47FB3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" name="Freeform 66">
              <a:extLst>
                <a:ext uri="{FF2B5EF4-FFF2-40B4-BE49-F238E27FC236}">
                  <a16:creationId xmlns:a16="http://schemas.microsoft.com/office/drawing/2014/main" id="{102868D4-D525-2062-9255-F5BE4B43F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3" name="Freeform 67">
              <a:extLst>
                <a:ext uri="{FF2B5EF4-FFF2-40B4-BE49-F238E27FC236}">
                  <a16:creationId xmlns:a16="http://schemas.microsoft.com/office/drawing/2014/main" id="{D444920E-99B6-9313-C472-548318271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4" name="Oval 68">
              <a:extLst>
                <a:ext uri="{FF2B5EF4-FFF2-40B4-BE49-F238E27FC236}">
                  <a16:creationId xmlns:a16="http://schemas.microsoft.com/office/drawing/2014/main" id="{12705051-371B-DDA6-BA62-AEF2F024A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" name="Freeform 69">
              <a:extLst>
                <a:ext uri="{FF2B5EF4-FFF2-40B4-BE49-F238E27FC236}">
                  <a16:creationId xmlns:a16="http://schemas.microsoft.com/office/drawing/2014/main" id="{BABA3323-6B90-CA1E-5067-E43AE9D0A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6" name="AutoShape 70">
              <a:extLst>
                <a:ext uri="{FF2B5EF4-FFF2-40B4-BE49-F238E27FC236}">
                  <a16:creationId xmlns:a16="http://schemas.microsoft.com/office/drawing/2014/main" id="{047E443B-EAB4-0986-AE46-1B3B75A0A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1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" name="AutoShape 71">
              <a:extLst>
                <a:ext uri="{FF2B5EF4-FFF2-40B4-BE49-F238E27FC236}">
                  <a16:creationId xmlns:a16="http://schemas.microsoft.com/office/drawing/2014/main" id="{FA90904C-8750-AB7A-0660-AC164DC63D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8"/>
              <a:ext cx="1073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" name="Oval 72">
              <a:extLst>
                <a:ext uri="{FF2B5EF4-FFF2-40B4-BE49-F238E27FC236}">
                  <a16:creationId xmlns:a16="http://schemas.microsoft.com/office/drawing/2014/main" id="{CEC63C93-0E0A-2D3B-5354-72943BE96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380"/>
              <a:ext cx="160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" name="Oval 73">
              <a:extLst>
                <a:ext uri="{FF2B5EF4-FFF2-40B4-BE49-F238E27FC236}">
                  <a16:creationId xmlns:a16="http://schemas.microsoft.com/office/drawing/2014/main" id="{D9E386CD-D4F3-6080-F271-D857083CF7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60" cy="13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0" name="Oval 74">
              <a:extLst>
                <a:ext uri="{FF2B5EF4-FFF2-40B4-BE49-F238E27FC236}">
                  <a16:creationId xmlns:a16="http://schemas.microsoft.com/office/drawing/2014/main" id="{C73DDB7F-8584-8E3A-996B-79BBF2C97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5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1" name="Rectangle 75">
              <a:extLst>
                <a:ext uri="{FF2B5EF4-FFF2-40B4-BE49-F238E27FC236}">
                  <a16:creationId xmlns:a16="http://schemas.microsoft.com/office/drawing/2014/main" id="{CD1FAA4D-CFDA-A464-4028-551AF9768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5"/>
              <a:ext cx="85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20" name="Group 76">
            <a:extLst>
              <a:ext uri="{FF2B5EF4-FFF2-40B4-BE49-F238E27FC236}">
                <a16:creationId xmlns:a16="http://schemas.microsoft.com/office/drawing/2014/main" id="{4C1CBFE6-357C-F237-5018-A1D4FF1C281F}"/>
              </a:ext>
            </a:extLst>
          </p:cNvPr>
          <p:cNvGrpSpPr>
            <a:grpSpLocks/>
          </p:cNvGrpSpPr>
          <p:nvPr/>
        </p:nvGrpSpPr>
        <p:grpSpPr bwMode="auto">
          <a:xfrm>
            <a:off x="8628692" y="1585231"/>
            <a:ext cx="698500" cy="709613"/>
            <a:chOff x="-44" y="1473"/>
            <a:chExt cx="981" cy="1105"/>
          </a:xfrm>
        </p:grpSpPr>
        <p:pic>
          <p:nvPicPr>
            <p:cNvPr id="121" name="Picture 77" descr="desktop_computer_stylized_medium">
              <a:extLst>
                <a:ext uri="{FF2B5EF4-FFF2-40B4-BE49-F238E27FC236}">
                  <a16:creationId xmlns:a16="http://schemas.microsoft.com/office/drawing/2014/main" id="{2ABAF321-5C13-DDD8-9189-47BCC612C2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" name="Freeform 78">
              <a:extLst>
                <a:ext uri="{FF2B5EF4-FFF2-40B4-BE49-F238E27FC236}">
                  <a16:creationId xmlns:a16="http://schemas.microsoft.com/office/drawing/2014/main" id="{5CD9A210-58F7-E193-9E7E-878C450F243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2" name="Freeform 1">
            <a:extLst>
              <a:ext uri="{FF2B5EF4-FFF2-40B4-BE49-F238E27FC236}">
                <a16:creationId xmlns:a16="http://schemas.microsoft.com/office/drawing/2014/main" id="{A8BB4E73-84F0-C995-D38E-B27367690FBB}"/>
              </a:ext>
            </a:extLst>
          </p:cNvPr>
          <p:cNvSpPr/>
          <p:nvPr/>
        </p:nvSpPr>
        <p:spPr>
          <a:xfrm>
            <a:off x="9131622" y="3911653"/>
            <a:ext cx="1700270" cy="558188"/>
          </a:xfrm>
          <a:custGeom>
            <a:avLst/>
            <a:gdLst>
              <a:gd name="connsiteX0" fmla="*/ 0 w 1700270"/>
              <a:gd name="connsiteY0" fmla="*/ 389262 h 543498"/>
              <a:gd name="connsiteX1" fmla="*/ 1700270 w 1700270"/>
              <a:gd name="connsiteY1" fmla="*/ 0 h 543498"/>
              <a:gd name="connsiteX2" fmla="*/ 1696598 w 1700270"/>
              <a:gd name="connsiteY2" fmla="*/ 176269 h 543498"/>
              <a:gd name="connsiteX3" fmla="*/ 0 w 1700270"/>
              <a:gd name="connsiteY3" fmla="*/ 543498 h 543498"/>
              <a:gd name="connsiteX4" fmla="*/ 0 w 1700270"/>
              <a:gd name="connsiteY4" fmla="*/ 389262 h 543498"/>
              <a:gd name="connsiteX0" fmla="*/ 0 w 1700270"/>
              <a:gd name="connsiteY0" fmla="*/ 389262 h 558188"/>
              <a:gd name="connsiteX1" fmla="*/ 1700270 w 1700270"/>
              <a:gd name="connsiteY1" fmla="*/ 0 h 558188"/>
              <a:gd name="connsiteX2" fmla="*/ 1696598 w 1700270"/>
              <a:gd name="connsiteY2" fmla="*/ 176269 h 558188"/>
              <a:gd name="connsiteX3" fmla="*/ 7344 w 1700270"/>
              <a:gd name="connsiteY3" fmla="*/ 558188 h 558188"/>
              <a:gd name="connsiteX4" fmla="*/ 0 w 1700270"/>
              <a:gd name="connsiteY4" fmla="*/ 389262 h 558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0270" h="558188">
                <a:moveTo>
                  <a:pt x="0" y="389262"/>
                </a:moveTo>
                <a:lnTo>
                  <a:pt x="1700270" y="0"/>
                </a:lnTo>
                <a:lnTo>
                  <a:pt x="1696598" y="176269"/>
                </a:lnTo>
                <a:lnTo>
                  <a:pt x="7344" y="558188"/>
                </a:lnTo>
                <a:lnTo>
                  <a:pt x="0" y="389262"/>
                </a:lnTo>
                <a:close/>
              </a:path>
            </a:pathLst>
          </a:custGeom>
          <a:solidFill>
            <a:srgbClr val="0000A8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3" name="AutoShape 21">
            <a:extLst>
              <a:ext uri="{FF2B5EF4-FFF2-40B4-BE49-F238E27FC236}">
                <a16:creationId xmlns:a16="http://schemas.microsoft.com/office/drawing/2014/main" id="{94C87A71-93DA-376D-F6EC-E39E7218E6C1}"/>
              </a:ext>
            </a:extLst>
          </p:cNvPr>
          <p:cNvSpPr>
            <a:spLocks/>
          </p:cNvSpPr>
          <p:nvPr/>
        </p:nvSpPr>
        <p:spPr bwMode="auto">
          <a:xfrm flipH="1" flipV="1">
            <a:off x="9012349" y="4308102"/>
            <a:ext cx="99857" cy="161739"/>
          </a:xfrm>
          <a:prstGeom prst="rightBrace">
            <a:avLst>
              <a:gd name="adj1" fmla="val 20390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5" name="Slide Number Placeholder 2">
            <a:extLst>
              <a:ext uri="{FF2B5EF4-FFF2-40B4-BE49-F238E27FC236}">
                <a16:creationId xmlns:a16="http://schemas.microsoft.com/office/drawing/2014/main" id="{59BFF0AD-45C3-536B-0A61-4F8BE1D036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  <p:sp>
        <p:nvSpPr>
          <p:cNvPr id="3" name="Line 19">
            <a:extLst>
              <a:ext uri="{FF2B5EF4-FFF2-40B4-BE49-F238E27FC236}">
                <a16:creationId xmlns:a16="http://schemas.microsoft.com/office/drawing/2014/main" id="{7E766AA8-297B-77EC-ABA7-2686783AA663}"/>
              </a:ext>
            </a:extLst>
          </p:cNvPr>
          <p:cNvSpPr>
            <a:spLocks noChangeShapeType="1"/>
          </p:cNvSpPr>
          <p:nvPr/>
        </p:nvSpPr>
        <p:spPr bwMode="auto">
          <a:xfrm>
            <a:off x="9138279" y="4547352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62425B85-C631-8F71-DEC3-256B6E92DC78}"/>
              </a:ext>
            </a:extLst>
          </p:cNvPr>
          <p:cNvSpPr/>
          <p:nvPr/>
        </p:nvSpPr>
        <p:spPr>
          <a:xfrm>
            <a:off x="9138222" y="4953170"/>
            <a:ext cx="1700270" cy="558188"/>
          </a:xfrm>
          <a:custGeom>
            <a:avLst/>
            <a:gdLst>
              <a:gd name="connsiteX0" fmla="*/ 0 w 1700270"/>
              <a:gd name="connsiteY0" fmla="*/ 389262 h 543498"/>
              <a:gd name="connsiteX1" fmla="*/ 1700270 w 1700270"/>
              <a:gd name="connsiteY1" fmla="*/ 0 h 543498"/>
              <a:gd name="connsiteX2" fmla="*/ 1696598 w 1700270"/>
              <a:gd name="connsiteY2" fmla="*/ 176269 h 543498"/>
              <a:gd name="connsiteX3" fmla="*/ 0 w 1700270"/>
              <a:gd name="connsiteY3" fmla="*/ 543498 h 543498"/>
              <a:gd name="connsiteX4" fmla="*/ 0 w 1700270"/>
              <a:gd name="connsiteY4" fmla="*/ 389262 h 543498"/>
              <a:gd name="connsiteX0" fmla="*/ 0 w 1700270"/>
              <a:gd name="connsiteY0" fmla="*/ 389262 h 558188"/>
              <a:gd name="connsiteX1" fmla="*/ 1700270 w 1700270"/>
              <a:gd name="connsiteY1" fmla="*/ 0 h 558188"/>
              <a:gd name="connsiteX2" fmla="*/ 1696598 w 1700270"/>
              <a:gd name="connsiteY2" fmla="*/ 176269 h 558188"/>
              <a:gd name="connsiteX3" fmla="*/ 7344 w 1700270"/>
              <a:gd name="connsiteY3" fmla="*/ 558188 h 558188"/>
              <a:gd name="connsiteX4" fmla="*/ 0 w 1700270"/>
              <a:gd name="connsiteY4" fmla="*/ 389262 h 558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0270" h="558188">
                <a:moveTo>
                  <a:pt x="0" y="389262"/>
                </a:moveTo>
                <a:lnTo>
                  <a:pt x="1700270" y="0"/>
                </a:lnTo>
                <a:lnTo>
                  <a:pt x="1696598" y="176269"/>
                </a:lnTo>
                <a:lnTo>
                  <a:pt x="7344" y="558188"/>
                </a:lnTo>
                <a:lnTo>
                  <a:pt x="0" y="389262"/>
                </a:lnTo>
                <a:close/>
              </a:path>
            </a:pathLst>
          </a:custGeom>
          <a:solidFill>
            <a:srgbClr val="0000A8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" name="Content Placeholder 7">
            <a:extLst>
              <a:ext uri="{FF2B5EF4-FFF2-40B4-BE49-F238E27FC236}">
                <a16:creationId xmlns:a16="http://schemas.microsoft.com/office/drawing/2014/main" id="{26B490EE-023F-0621-002D-C71841AAF1C9}"/>
              </a:ext>
            </a:extLst>
          </p:cNvPr>
          <p:cNvSpPr txBox="1">
            <a:spLocks/>
          </p:cNvSpPr>
          <p:nvPr/>
        </p:nvSpPr>
        <p:spPr>
          <a:xfrm>
            <a:off x="734739" y="1710710"/>
            <a:ext cx="5727674" cy="435133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/>
              <a:t>A web page with 10 image objects. How long to complete all?</a:t>
            </a:r>
          </a:p>
          <a:p>
            <a:pPr lvl="1"/>
            <a:r>
              <a:rPr lang="en-US" sz="2000" dirty="0"/>
              <a:t>Ignore the object transmission time  </a:t>
            </a:r>
            <a:endParaRPr lang="en-US" dirty="0"/>
          </a:p>
          <a:p>
            <a:pPr lvl="1"/>
            <a:r>
              <a:rPr lang="en-US" dirty="0"/>
              <a:t>Persistent HTTP </a:t>
            </a:r>
          </a:p>
          <a:p>
            <a:pPr marL="457200" lvl="1" indent="0">
              <a:buFont typeface="Arial" panose="020B0604020202020204" pitchFamily="34" charset="0"/>
              <a:buNone/>
            </a:pPr>
            <a:endParaRPr lang="en-US" dirty="0"/>
          </a:p>
          <a:p>
            <a:endParaRPr lang="en-US" dirty="0"/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714558DA-42B6-A633-79D7-C75E9FEAE0DA}"/>
              </a:ext>
            </a:extLst>
          </p:cNvPr>
          <p:cNvGrpSpPr/>
          <p:nvPr/>
        </p:nvGrpSpPr>
        <p:grpSpPr>
          <a:xfrm rot="2714969">
            <a:off x="9794496" y="5594956"/>
            <a:ext cx="403654" cy="403654"/>
            <a:chOff x="3917092" y="5572897"/>
            <a:chExt cx="403654" cy="403654"/>
          </a:xfrm>
        </p:grpSpPr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C0AD84A2-2F52-5B2F-E3C5-FB93CA315DBF}"/>
                </a:ext>
              </a:extLst>
            </p:cNvPr>
            <p:cNvSpPr/>
            <p:nvPr/>
          </p:nvSpPr>
          <p:spPr>
            <a:xfrm>
              <a:off x="3917092" y="5572897"/>
              <a:ext cx="98854" cy="98854"/>
            </a:xfrm>
            <a:prstGeom prst="ellipse">
              <a:avLst/>
            </a:prstGeom>
            <a:solidFill>
              <a:schemeClr val="tx1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097E953D-D33C-6D6A-B360-BA05563F7984}"/>
                </a:ext>
              </a:extLst>
            </p:cNvPr>
            <p:cNvSpPr/>
            <p:nvPr/>
          </p:nvSpPr>
          <p:spPr>
            <a:xfrm>
              <a:off x="4069492" y="5725297"/>
              <a:ext cx="98854" cy="98854"/>
            </a:xfrm>
            <a:prstGeom prst="ellipse">
              <a:avLst/>
            </a:prstGeom>
            <a:solidFill>
              <a:schemeClr val="tx1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B51E1A52-237D-E24D-D7CC-2BDD03E901D0}"/>
                </a:ext>
              </a:extLst>
            </p:cNvPr>
            <p:cNvSpPr/>
            <p:nvPr/>
          </p:nvSpPr>
          <p:spPr>
            <a:xfrm>
              <a:off x="4221892" y="5877697"/>
              <a:ext cx="98854" cy="98854"/>
            </a:xfrm>
            <a:prstGeom prst="ellipse">
              <a:avLst/>
            </a:prstGeom>
            <a:solidFill>
              <a:schemeClr val="tx1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7" name="Rectangle 16">
            <a:extLst>
              <a:ext uri="{FF2B5EF4-FFF2-40B4-BE49-F238E27FC236}">
                <a16:creationId xmlns:a16="http://schemas.microsoft.com/office/drawing/2014/main" id="{471A7704-2F06-FD23-DE44-A5F7135C7564}"/>
              </a:ext>
            </a:extLst>
          </p:cNvPr>
          <p:cNvSpPr/>
          <p:nvPr/>
        </p:nvSpPr>
        <p:spPr>
          <a:xfrm>
            <a:off x="942129" y="3655546"/>
            <a:ext cx="6514989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dirty="0">
                <a:solidFill>
                  <a:srgbClr val="C00000"/>
                </a:solidFill>
                <a:latin typeface="Gill Sans MT" charset="0"/>
              </a:rPr>
              <a:t>12 RTTs = 2RTTs  + 10 RTTs (1 RTT per object)</a:t>
            </a:r>
          </a:p>
        </p:txBody>
      </p:sp>
    </p:spTree>
    <p:extLst>
      <p:ext uri="{BB962C8B-B14F-4D97-AF65-F5344CB8AC3E}">
        <p14:creationId xmlns:p14="http://schemas.microsoft.com/office/powerpoint/2010/main" val="24857060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5" grpId="0" animBg="1"/>
      <p:bldP spid="17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Non-persistent HTTP vs. </a:t>
            </a:r>
            <a:r>
              <a:rPr lang="en-US" altLang="en-US" sz="4400" dirty="0">
                <a:cs typeface="Calibri" panose="020F0502020204030204" pitchFamily="34" charset="0"/>
              </a:rPr>
              <a:t>Persistent HTTP </a:t>
            </a:r>
            <a:r>
              <a:rPr lang="en-US" altLang="en-US" sz="3200" dirty="0">
                <a:cs typeface="Calibri" panose="020F0502020204030204" pitchFamily="34" charset="0"/>
              </a:rPr>
              <a:t>(HTTP 1.1)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FB14C937-79C9-6642-8B0C-15F130B4AF98}"/>
              </a:ext>
            </a:extLst>
          </p:cNvPr>
          <p:cNvSpPr txBox="1">
            <a:spLocks noChangeArrowheads="1"/>
          </p:cNvSpPr>
          <p:nvPr/>
        </p:nvSpPr>
        <p:spPr>
          <a:xfrm>
            <a:off x="798691" y="1401764"/>
            <a:ext cx="5165547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0188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Non-persistent HTTP issues:</a:t>
            </a:r>
          </a:p>
          <a:p>
            <a:pPr marL="346075" marR="0" lvl="0" indent="-2174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requires 2 RTTs per object</a:t>
            </a:r>
          </a:p>
          <a:p>
            <a:pPr marL="346075" marR="0" lvl="0" indent="-2174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OS overhead for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each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TCP connection</a:t>
            </a:r>
          </a:p>
          <a:p>
            <a:pPr marL="346075" marR="0" lvl="0" indent="-2174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browsers often open multiple parallel TCP connections to fetch referenced objects in parallel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Rectangle 10">
            <a:extLst>
              <a:ext uri="{FF2B5EF4-FFF2-40B4-BE49-F238E27FC236}">
                <a16:creationId xmlns:a16="http://schemas.microsoft.com/office/drawing/2014/main" id="{996C596E-CBDC-1641-AE54-06AC7ADF3759}"/>
              </a:ext>
            </a:extLst>
          </p:cNvPr>
          <p:cNvSpPr txBox="1">
            <a:spLocks noChangeArrowheads="1"/>
          </p:cNvSpPr>
          <p:nvPr/>
        </p:nvSpPr>
        <p:spPr>
          <a:xfrm>
            <a:off x="6227762" y="1414463"/>
            <a:ext cx="5735053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0188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Persistent  HTTP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(HTTP1.1):</a:t>
            </a:r>
            <a:endParaRPr kumimoji="0" lang="en-US" sz="32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346075" marR="0" lvl="0" indent="-2174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server leaves connection open after sending response</a:t>
            </a:r>
          </a:p>
          <a:p>
            <a:pPr marL="346075" marR="0" lvl="0" indent="-2174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subsequent HTTP messages  between same client/server sent over open connection</a:t>
            </a:r>
          </a:p>
          <a:p>
            <a:pPr marL="346075" marR="0" lvl="0" indent="-2174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client sends requests as soon as it encounters a referenced object</a:t>
            </a:r>
          </a:p>
          <a:p>
            <a:pPr marL="346075" marR="0" lvl="0" indent="-2174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as little as one RTT for all the referenced objects (cutting response time in half)</a:t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2C9DB959-15FC-7A47-B54E-965B407AAA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031173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Non-persistent HTTP + Parallel</a:t>
            </a:r>
          </a:p>
        </p:txBody>
      </p:sp>
      <p:sp>
        <p:nvSpPr>
          <p:cNvPr id="8" name="Content Placeholder 7"/>
          <p:cNvSpPr>
            <a:spLocks noGrp="1"/>
          </p:cNvSpPr>
          <p:nvPr>
            <p:ph idx="1"/>
          </p:nvPr>
        </p:nvSpPr>
        <p:spPr>
          <a:xfrm>
            <a:off x="838200" y="1724027"/>
            <a:ext cx="5257800" cy="4351338"/>
          </a:xfrm>
        </p:spPr>
        <p:txBody>
          <a:bodyPr/>
          <a:lstStyle/>
          <a:p>
            <a:r>
              <a:rPr lang="en-US" sz="3200" dirty="0"/>
              <a:t>A web page with 10 image objects. How long to complete all?</a:t>
            </a:r>
            <a:endParaRPr lang="en-US" sz="2800" dirty="0"/>
          </a:p>
          <a:p>
            <a:pPr lvl="1"/>
            <a:r>
              <a:rPr lang="en-US" sz="2800" dirty="0"/>
              <a:t>non-persistent HTTP (10 objects in parallel)</a:t>
            </a:r>
          </a:p>
          <a:p>
            <a:pPr marL="457200" lvl="1" indent="0">
              <a:buNone/>
            </a:pPr>
            <a:endParaRPr lang="en-US" dirty="0"/>
          </a:p>
          <a:p>
            <a:endParaRPr lang="en-US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DA78CB66-6EDE-314E-B3AF-D2908CBEF9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sz="1200" kern="1200">
                <a:solidFill>
                  <a:schemeClr val="tx1"/>
                </a:solidFill>
                <a:latin typeface="Tahoma" charset="0"/>
                <a:ea typeface="ＭＳ Ｐゴシック" charset="0"/>
                <a:cs typeface="ＭＳ Ｐゴシック" charset="0"/>
              </a:defRPr>
            </a:lvl1pPr>
            <a:lvl2pPr marL="4572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2pPr>
            <a:lvl3pPr marL="9144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3pPr>
            <a:lvl4pPr marL="1371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4pPr>
            <a:lvl5pPr marL="18288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9pPr>
          </a:lstStyle>
          <a:p>
            <a:pPr>
              <a:defRPr/>
            </a:pPr>
            <a:endParaRPr lang="en-US"/>
          </a:p>
          <a:p>
            <a:pPr>
              <a:defRPr/>
            </a:pPr>
            <a:fld id="{EA4DE36C-4767-D04B-8BF6-480838CCF4A8}" type="slidenum">
              <a:rPr lang="en-US" smtClean="0"/>
              <a:pPr>
                <a:defRPr/>
              </a:pPr>
              <a:t>33</a:t>
            </a:fld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54125B7-CE8F-554E-93E4-A13BC8D30B8C}"/>
              </a:ext>
            </a:extLst>
          </p:cNvPr>
          <p:cNvSpPr/>
          <p:nvPr/>
        </p:nvSpPr>
        <p:spPr>
          <a:xfrm>
            <a:off x="1272122" y="5212816"/>
            <a:ext cx="7932043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dirty="0">
                <a:solidFill>
                  <a:srgbClr val="C00000"/>
                </a:solidFill>
                <a:latin typeface="Gill Sans MT" charset="0"/>
              </a:rPr>
              <a:t>4RTTs = 2RTTs  + 2RTTs (2 RTTs for base html file, </a:t>
            </a:r>
          </a:p>
          <a:p>
            <a:r>
              <a:rPr lang="en-US" sz="2400" dirty="0">
                <a:solidFill>
                  <a:srgbClr val="C00000"/>
                </a:solidFill>
                <a:latin typeface="Gill Sans MT" charset="0"/>
              </a:rPr>
              <a:t>				2 more RTTs for the 10 objects)</a:t>
            </a:r>
          </a:p>
        </p:txBody>
      </p:sp>
      <p:grpSp>
        <p:nvGrpSpPr>
          <p:cNvPr id="63" name="Group 62">
            <a:extLst>
              <a:ext uri="{FF2B5EF4-FFF2-40B4-BE49-F238E27FC236}">
                <a16:creationId xmlns:a16="http://schemas.microsoft.com/office/drawing/2014/main" id="{ABE8C076-4B99-6968-EA4D-5A9D66BD8362}"/>
              </a:ext>
            </a:extLst>
          </p:cNvPr>
          <p:cNvGrpSpPr/>
          <p:nvPr/>
        </p:nvGrpSpPr>
        <p:grpSpPr>
          <a:xfrm>
            <a:off x="5776789" y="1902109"/>
            <a:ext cx="2116475" cy="2587116"/>
            <a:chOff x="8110636" y="1303454"/>
            <a:chExt cx="3274088" cy="4002148"/>
          </a:xfrm>
        </p:grpSpPr>
        <p:sp>
          <p:nvSpPr>
            <p:cNvPr id="4" name="Line 15">
              <a:extLst>
                <a:ext uri="{FF2B5EF4-FFF2-40B4-BE49-F238E27FC236}">
                  <a16:creationId xmlns:a16="http://schemas.microsoft.com/office/drawing/2014/main" id="{86C4325E-5115-A08F-3522-2B907B729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68198" y="2076567"/>
              <a:ext cx="0" cy="283210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prstDash val="sysDot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" name="Line 16">
              <a:extLst>
                <a:ext uri="{FF2B5EF4-FFF2-40B4-BE49-F238E27FC236}">
                  <a16:creationId xmlns:a16="http://schemas.microsoft.com/office/drawing/2014/main" id="{E804C9F9-C979-91E2-63FC-8680171155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958885" y="2070217"/>
              <a:ext cx="0" cy="2881312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prstDash val="sysDot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" name="Line 17">
              <a:extLst>
                <a:ext uri="{FF2B5EF4-FFF2-40B4-BE49-F238E27FC236}">
                  <a16:creationId xmlns:a16="http://schemas.microsoft.com/office/drawing/2014/main" id="{3A974643-659B-D1A4-0DAB-8FBC471BDD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82485" y="2308342"/>
              <a:ext cx="1684338" cy="3905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" name="Line 18">
              <a:extLst>
                <a:ext uri="{FF2B5EF4-FFF2-40B4-BE49-F238E27FC236}">
                  <a16:creationId xmlns:a16="http://schemas.microsoft.com/office/drawing/2014/main" id="{4F76D8E1-0E37-6982-B066-E2CA35744C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268198" y="2746492"/>
              <a:ext cx="1673225" cy="4032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" name="Line 19">
              <a:extLst>
                <a:ext uri="{FF2B5EF4-FFF2-40B4-BE49-F238E27FC236}">
                  <a16:creationId xmlns:a16="http://schemas.microsoft.com/office/drawing/2014/main" id="{62715504-0C69-AF21-3C1A-A530390F63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76135" y="3254492"/>
              <a:ext cx="1684338" cy="3905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" name="AutoShape 21">
              <a:extLst>
                <a:ext uri="{FF2B5EF4-FFF2-40B4-BE49-F238E27FC236}">
                  <a16:creationId xmlns:a16="http://schemas.microsoft.com/office/drawing/2014/main" id="{3F798545-7EEF-600E-E255-73B7E64B1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4911" y="3654426"/>
              <a:ext cx="99857" cy="161739"/>
            </a:xfrm>
            <a:prstGeom prst="rightBrace">
              <a:avLst>
                <a:gd name="adj1" fmla="val 20390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" name="Line 23">
              <a:extLst>
                <a:ext uri="{FF2B5EF4-FFF2-40B4-BE49-F238E27FC236}">
                  <a16:creationId xmlns:a16="http://schemas.microsoft.com/office/drawing/2014/main" id="{A4218391-59D1-A4E6-46E4-5E503B3236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77673" y="2282942"/>
              <a:ext cx="390525" cy="15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" name="AutoShape 25">
              <a:extLst>
                <a:ext uri="{FF2B5EF4-FFF2-40B4-BE49-F238E27FC236}">
                  <a16:creationId xmlns:a16="http://schemas.microsoft.com/office/drawing/2014/main" id="{D62D8430-3ADC-6994-4E3C-AF62FB373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2610" y="2333742"/>
              <a:ext cx="128588" cy="803275"/>
            </a:xfrm>
            <a:prstGeom prst="leftBrace">
              <a:avLst>
                <a:gd name="adj1" fmla="val 52057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" name="Text Box 26">
              <a:extLst>
                <a:ext uri="{FF2B5EF4-FFF2-40B4-BE49-F238E27FC236}">
                  <a16:creationId xmlns:a16="http://schemas.microsoft.com/office/drawing/2014/main" id="{CB3A46A9-F161-F9D7-8652-038A98D7FF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10636" y="2573029"/>
              <a:ext cx="575222" cy="3562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RTT</a:t>
              </a:r>
            </a:p>
          </p:txBody>
        </p:sp>
        <p:sp>
          <p:nvSpPr>
            <p:cNvPr id="18" name="Line 27">
              <a:extLst>
                <a:ext uri="{FF2B5EF4-FFF2-40B4-BE49-F238E27FC236}">
                  <a16:creationId xmlns:a16="http://schemas.microsoft.com/office/drawing/2014/main" id="{25F7BDA6-AE6A-C841-C0ED-AF2808BDA0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26885" y="3187817"/>
              <a:ext cx="35401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0" name="AutoShape 29">
              <a:extLst>
                <a:ext uri="{FF2B5EF4-FFF2-40B4-BE49-F238E27FC236}">
                  <a16:creationId xmlns:a16="http://schemas.microsoft.com/office/drawing/2014/main" id="{60FD12C2-B6B4-3F53-D1D3-0F4EAE52C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960" y="3243379"/>
              <a:ext cx="128588" cy="803275"/>
            </a:xfrm>
            <a:prstGeom prst="leftBrace">
              <a:avLst>
                <a:gd name="adj1" fmla="val 52057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" name="Text Box 30">
              <a:extLst>
                <a:ext uri="{FF2B5EF4-FFF2-40B4-BE49-F238E27FC236}">
                  <a16:creationId xmlns:a16="http://schemas.microsoft.com/office/drawing/2014/main" id="{013D4AF8-22CE-6CF1-7AA3-28B6653201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29685" y="3495366"/>
              <a:ext cx="575222" cy="3562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RTT</a:t>
              </a:r>
            </a:p>
          </p:txBody>
        </p:sp>
        <p:sp>
          <p:nvSpPr>
            <p:cNvPr id="22" name="Line 35">
              <a:extLst>
                <a:ext uri="{FF2B5EF4-FFF2-40B4-BE49-F238E27FC236}">
                  <a16:creationId xmlns:a16="http://schemas.microsoft.com/office/drawing/2014/main" id="{D902589D-C5F1-35CF-7887-D368A2B346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9957" y="4210289"/>
              <a:ext cx="361323" cy="22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3" name="Text Box 37">
              <a:extLst>
                <a:ext uri="{FF2B5EF4-FFF2-40B4-BE49-F238E27FC236}">
                  <a16:creationId xmlns:a16="http://schemas.microsoft.com/office/drawing/2014/main" id="{E202F39B-23BB-D14E-47B7-1DE228767C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2773" y="4922954"/>
              <a:ext cx="663964" cy="3562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time</a:t>
              </a:r>
            </a:p>
          </p:txBody>
        </p:sp>
        <p:sp>
          <p:nvSpPr>
            <p:cNvPr id="24" name="Text Box 38">
              <a:extLst>
                <a:ext uri="{FF2B5EF4-FFF2-40B4-BE49-F238E27FC236}">
                  <a16:creationId xmlns:a16="http://schemas.microsoft.com/office/drawing/2014/main" id="{234D6433-92D5-550C-454F-44E58F318F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20760" y="4905492"/>
              <a:ext cx="66396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time</a:t>
              </a:r>
            </a:p>
          </p:txBody>
        </p:sp>
        <p:grpSp>
          <p:nvGrpSpPr>
            <p:cNvPr id="25" name="Group 43">
              <a:extLst>
                <a:ext uri="{FF2B5EF4-FFF2-40B4-BE49-F238E27FC236}">
                  <a16:creationId xmlns:a16="http://schemas.microsoft.com/office/drawing/2014/main" id="{D4D113A3-953D-D30F-2185-06534529D4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758860" y="1303454"/>
              <a:ext cx="423863" cy="684213"/>
              <a:chOff x="4140" y="429"/>
              <a:chExt cx="1425" cy="2396"/>
            </a:xfrm>
          </p:grpSpPr>
          <p:sp>
            <p:nvSpPr>
              <p:cNvPr id="26" name="Freeform 44">
                <a:extLst>
                  <a:ext uri="{FF2B5EF4-FFF2-40B4-BE49-F238E27FC236}">
                    <a16:creationId xmlns:a16="http://schemas.microsoft.com/office/drawing/2014/main" id="{1C010423-2ACB-CACA-78C4-04DACA0FA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7" name="Rectangle 45">
                <a:extLst>
                  <a:ext uri="{FF2B5EF4-FFF2-40B4-BE49-F238E27FC236}">
                    <a16:creationId xmlns:a16="http://schemas.microsoft.com/office/drawing/2014/main" id="{CF6344B9-A544-E7DB-B185-18ACE9D506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51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" name="Freeform 46">
                <a:extLst>
                  <a:ext uri="{FF2B5EF4-FFF2-40B4-BE49-F238E27FC236}">
                    <a16:creationId xmlns:a16="http://schemas.microsoft.com/office/drawing/2014/main" id="{8AAAF672-5941-A0F8-5038-EC5E224C1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9" name="Freeform 47">
                <a:extLst>
                  <a:ext uri="{FF2B5EF4-FFF2-40B4-BE49-F238E27FC236}">
                    <a16:creationId xmlns:a16="http://schemas.microsoft.com/office/drawing/2014/main" id="{913E1887-D9E9-0251-4C0B-D27BE974A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0" name="Rectangle 48">
                <a:extLst>
                  <a:ext uri="{FF2B5EF4-FFF2-40B4-BE49-F238E27FC236}">
                    <a16:creationId xmlns:a16="http://schemas.microsoft.com/office/drawing/2014/main" id="{18239010-D13F-771D-306E-60216C1B4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690"/>
                <a:ext cx="598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1" name="Group 49">
                <a:extLst>
                  <a:ext uri="{FF2B5EF4-FFF2-40B4-BE49-F238E27FC236}">
                    <a16:creationId xmlns:a16="http://schemas.microsoft.com/office/drawing/2014/main" id="{03F72CF1-68BB-A009-C22A-8C8D042ABB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6" name="AutoShape 50">
                  <a:extLst>
                    <a:ext uri="{FF2B5EF4-FFF2-40B4-BE49-F238E27FC236}">
                      <a16:creationId xmlns:a16="http://schemas.microsoft.com/office/drawing/2014/main" id="{5CF346D7-EB98-DF6D-B724-1E0C1D7BF9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8"/>
                  <a:ext cx="726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7" name="AutoShape 51">
                  <a:extLst>
                    <a:ext uri="{FF2B5EF4-FFF2-40B4-BE49-F238E27FC236}">
                      <a16:creationId xmlns:a16="http://schemas.microsoft.com/office/drawing/2014/main" id="{E48A05D2-741F-70A5-1872-1483F1BCFA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4"/>
                  <a:ext cx="693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2" name="Rectangle 52">
                <a:extLst>
                  <a:ext uri="{FF2B5EF4-FFF2-40B4-BE49-F238E27FC236}">
                    <a16:creationId xmlns:a16="http://schemas.microsoft.com/office/drawing/2014/main" id="{8FF4495D-3DF2-6855-845C-E7283E5A5C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8"/>
                <a:ext cx="592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3" name="Group 53">
                <a:extLst>
                  <a:ext uri="{FF2B5EF4-FFF2-40B4-BE49-F238E27FC236}">
                    <a16:creationId xmlns:a16="http://schemas.microsoft.com/office/drawing/2014/main" id="{8711CED1-69A5-4594-D9DD-9B774CC5A4C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4" name="AutoShape 54">
                  <a:extLst>
                    <a:ext uri="{FF2B5EF4-FFF2-40B4-BE49-F238E27FC236}">
                      <a16:creationId xmlns:a16="http://schemas.microsoft.com/office/drawing/2014/main" id="{A9FE1906-59E8-5F72-77C1-0F063CCEAF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6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5" name="AutoShape 55">
                  <a:extLst>
                    <a:ext uri="{FF2B5EF4-FFF2-40B4-BE49-F238E27FC236}">
                      <a16:creationId xmlns:a16="http://schemas.microsoft.com/office/drawing/2014/main" id="{225C869F-BEB3-8B53-FC5F-A64EF06DBA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7"/>
                  <a:ext cx="693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4" name="Rectangle 56">
                <a:extLst>
                  <a:ext uri="{FF2B5EF4-FFF2-40B4-BE49-F238E27FC236}">
                    <a16:creationId xmlns:a16="http://schemas.microsoft.com/office/drawing/2014/main" id="{768CDD0A-D08A-148F-67FC-4F6AE8FD3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57"/>
                <a:ext cx="598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" name="Rectangle 57">
                <a:extLst>
                  <a:ext uri="{FF2B5EF4-FFF2-40B4-BE49-F238E27FC236}">
                    <a16:creationId xmlns:a16="http://schemas.microsoft.com/office/drawing/2014/main" id="{F02E40E4-0FBB-B590-DB1F-334086B55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8"/>
                <a:ext cx="598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6" name="Group 58">
                <a:extLst>
                  <a:ext uri="{FF2B5EF4-FFF2-40B4-BE49-F238E27FC236}">
                    <a16:creationId xmlns:a16="http://schemas.microsoft.com/office/drawing/2014/main" id="{130DEEB7-6752-2EA4-C15C-C15EEE9CADF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2" name="AutoShape 59">
                  <a:extLst>
                    <a:ext uri="{FF2B5EF4-FFF2-40B4-BE49-F238E27FC236}">
                      <a16:creationId xmlns:a16="http://schemas.microsoft.com/office/drawing/2014/main" id="{782EDDAF-6BAA-04E0-6DB8-D07C969854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81"/>
                  <a:ext cx="731" cy="12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3" name="AutoShape 60">
                  <a:extLst>
                    <a:ext uri="{FF2B5EF4-FFF2-40B4-BE49-F238E27FC236}">
                      <a16:creationId xmlns:a16="http://schemas.microsoft.com/office/drawing/2014/main" id="{BEBE445A-2C56-80A5-26ED-27AF29A95E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86"/>
                  <a:ext cx="698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7" name="Freeform 61">
                <a:extLst>
                  <a:ext uri="{FF2B5EF4-FFF2-40B4-BE49-F238E27FC236}">
                    <a16:creationId xmlns:a16="http://schemas.microsoft.com/office/drawing/2014/main" id="{8B6E908D-9C04-CC68-7839-39E29EDF8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38" name="Group 62">
                <a:extLst>
                  <a:ext uri="{FF2B5EF4-FFF2-40B4-BE49-F238E27FC236}">
                    <a16:creationId xmlns:a16="http://schemas.microsoft.com/office/drawing/2014/main" id="{7AAB1A17-06FF-E488-94BE-21664E47CE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0" name="AutoShape 63">
                  <a:extLst>
                    <a:ext uri="{FF2B5EF4-FFF2-40B4-BE49-F238E27FC236}">
                      <a16:creationId xmlns:a16="http://schemas.microsoft.com/office/drawing/2014/main" id="{C815C2EF-A313-49D2-2CBD-E25FA4B72A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6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" name="AutoShape 64">
                  <a:extLst>
                    <a:ext uri="{FF2B5EF4-FFF2-40B4-BE49-F238E27FC236}">
                      <a16:creationId xmlns:a16="http://schemas.microsoft.com/office/drawing/2014/main" id="{8DD2B655-4F03-39B2-6CF0-73A81D388E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7"/>
                  <a:ext cx="691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9" name="Rectangle 65">
                <a:extLst>
                  <a:ext uri="{FF2B5EF4-FFF2-40B4-BE49-F238E27FC236}">
                    <a16:creationId xmlns:a16="http://schemas.microsoft.com/office/drawing/2014/main" id="{AC1A2768-5140-E4A5-9FC3-2251297F5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9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" name="Freeform 66">
                <a:extLst>
                  <a:ext uri="{FF2B5EF4-FFF2-40B4-BE49-F238E27FC236}">
                    <a16:creationId xmlns:a16="http://schemas.microsoft.com/office/drawing/2014/main" id="{64929E33-7426-5115-AC0C-A9FCB1116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1" name="Freeform 67">
                <a:extLst>
                  <a:ext uri="{FF2B5EF4-FFF2-40B4-BE49-F238E27FC236}">
                    <a16:creationId xmlns:a16="http://schemas.microsoft.com/office/drawing/2014/main" id="{B42E9234-26DA-120D-6DC3-D50E83337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2" name="Oval 68">
                <a:extLst>
                  <a:ext uri="{FF2B5EF4-FFF2-40B4-BE49-F238E27FC236}">
                    <a16:creationId xmlns:a16="http://schemas.microsoft.com/office/drawing/2014/main" id="{9B6FC721-7222-F830-4DFC-F64495D85D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7" y="2614"/>
                <a:ext cx="48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3" name="Freeform 69">
                <a:extLst>
                  <a:ext uri="{FF2B5EF4-FFF2-40B4-BE49-F238E27FC236}">
                    <a16:creationId xmlns:a16="http://schemas.microsoft.com/office/drawing/2014/main" id="{17587B53-1A7F-7437-5DF8-AAF9C34BA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4" name="AutoShape 70">
                <a:extLst>
                  <a:ext uri="{FF2B5EF4-FFF2-40B4-BE49-F238E27FC236}">
                    <a16:creationId xmlns:a16="http://schemas.microsoft.com/office/drawing/2014/main" id="{9A64174A-E0CD-6DC6-D750-DA02DA971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0"/>
                <a:ext cx="1201" cy="145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" name="AutoShape 71">
                <a:extLst>
                  <a:ext uri="{FF2B5EF4-FFF2-40B4-BE49-F238E27FC236}">
                    <a16:creationId xmlns:a16="http://schemas.microsoft.com/office/drawing/2014/main" id="{7D4C31CC-8913-6907-2D4D-03A3F327B0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08"/>
                <a:ext cx="1073" cy="8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6" name="Oval 72">
                <a:extLst>
                  <a:ext uri="{FF2B5EF4-FFF2-40B4-BE49-F238E27FC236}">
                    <a16:creationId xmlns:a16="http://schemas.microsoft.com/office/drawing/2014/main" id="{6338A91D-E5C5-E23B-15D1-6733B8AEB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5" y="2380"/>
                <a:ext cx="160" cy="145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7" name="Oval 73">
                <a:extLst>
                  <a:ext uri="{FF2B5EF4-FFF2-40B4-BE49-F238E27FC236}">
                    <a16:creationId xmlns:a16="http://schemas.microsoft.com/office/drawing/2014/main" id="{FFD4D4BB-903A-95E3-39D0-7D1A0E5299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6"/>
                <a:ext cx="160" cy="139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8" name="Oval 74">
                <a:extLst>
                  <a:ext uri="{FF2B5EF4-FFF2-40B4-BE49-F238E27FC236}">
                    <a16:creationId xmlns:a16="http://schemas.microsoft.com/office/drawing/2014/main" id="{86E8135F-A7F2-3564-13C0-1F2A11A60C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2380"/>
                <a:ext cx="155" cy="139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9" name="Rectangle 75">
                <a:extLst>
                  <a:ext uri="{FF2B5EF4-FFF2-40B4-BE49-F238E27FC236}">
                    <a16:creationId xmlns:a16="http://schemas.microsoft.com/office/drawing/2014/main" id="{A9B0C8E9-F87E-DCB9-6210-B6AF5276D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5"/>
                <a:ext cx="85" cy="762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58" name="Group 76">
              <a:extLst>
                <a:ext uri="{FF2B5EF4-FFF2-40B4-BE49-F238E27FC236}">
                  <a16:creationId xmlns:a16="http://schemas.microsoft.com/office/drawing/2014/main" id="{E04B1D66-C42A-C825-CA27-D1DF46B068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57023" y="1325679"/>
              <a:ext cx="698500" cy="709613"/>
              <a:chOff x="-44" y="1473"/>
              <a:chExt cx="981" cy="1105"/>
            </a:xfrm>
          </p:grpSpPr>
          <p:pic>
            <p:nvPicPr>
              <p:cNvPr id="59" name="Picture 77" descr="desktop_computer_stylized_medium">
                <a:extLst>
                  <a:ext uri="{FF2B5EF4-FFF2-40B4-BE49-F238E27FC236}">
                    <a16:creationId xmlns:a16="http://schemas.microsoft.com/office/drawing/2014/main" id="{47CC957C-2ACF-6F67-ED1F-5AFF05AA70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0" name="Freeform 78">
                <a:extLst>
                  <a:ext uri="{FF2B5EF4-FFF2-40B4-BE49-F238E27FC236}">
                    <a16:creationId xmlns:a16="http://schemas.microsoft.com/office/drawing/2014/main" id="{C9FEFE09-60D9-59AF-E182-00576FDA5C8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6E63E960-5D2B-A631-C195-3F9F6AB1A49F}"/>
                </a:ext>
              </a:extLst>
            </p:cNvPr>
            <p:cNvSpPr/>
            <p:nvPr/>
          </p:nvSpPr>
          <p:spPr>
            <a:xfrm>
              <a:off x="9259953" y="3652101"/>
              <a:ext cx="1700270" cy="558188"/>
            </a:xfrm>
            <a:custGeom>
              <a:avLst/>
              <a:gdLst>
                <a:gd name="connsiteX0" fmla="*/ 0 w 1700270"/>
                <a:gd name="connsiteY0" fmla="*/ 389262 h 543498"/>
                <a:gd name="connsiteX1" fmla="*/ 1700270 w 1700270"/>
                <a:gd name="connsiteY1" fmla="*/ 0 h 543498"/>
                <a:gd name="connsiteX2" fmla="*/ 1696598 w 1700270"/>
                <a:gd name="connsiteY2" fmla="*/ 176269 h 543498"/>
                <a:gd name="connsiteX3" fmla="*/ 0 w 1700270"/>
                <a:gd name="connsiteY3" fmla="*/ 543498 h 543498"/>
                <a:gd name="connsiteX4" fmla="*/ 0 w 1700270"/>
                <a:gd name="connsiteY4" fmla="*/ 389262 h 543498"/>
                <a:gd name="connsiteX0" fmla="*/ 0 w 1700270"/>
                <a:gd name="connsiteY0" fmla="*/ 389262 h 558188"/>
                <a:gd name="connsiteX1" fmla="*/ 1700270 w 1700270"/>
                <a:gd name="connsiteY1" fmla="*/ 0 h 558188"/>
                <a:gd name="connsiteX2" fmla="*/ 1696598 w 1700270"/>
                <a:gd name="connsiteY2" fmla="*/ 176269 h 558188"/>
                <a:gd name="connsiteX3" fmla="*/ 7344 w 1700270"/>
                <a:gd name="connsiteY3" fmla="*/ 558188 h 558188"/>
                <a:gd name="connsiteX4" fmla="*/ 0 w 1700270"/>
                <a:gd name="connsiteY4" fmla="*/ 389262 h 558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0270" h="558188">
                  <a:moveTo>
                    <a:pt x="0" y="389262"/>
                  </a:moveTo>
                  <a:lnTo>
                    <a:pt x="1700270" y="0"/>
                  </a:lnTo>
                  <a:lnTo>
                    <a:pt x="1696598" y="176269"/>
                  </a:lnTo>
                  <a:lnTo>
                    <a:pt x="7344" y="558188"/>
                  </a:lnTo>
                  <a:lnTo>
                    <a:pt x="0" y="389262"/>
                  </a:lnTo>
                  <a:close/>
                </a:path>
              </a:pathLst>
            </a:custGeom>
            <a:solidFill>
              <a:srgbClr val="0000A8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2" name="AutoShape 21">
              <a:extLst>
                <a:ext uri="{FF2B5EF4-FFF2-40B4-BE49-F238E27FC236}">
                  <a16:creationId xmlns:a16="http://schemas.microsoft.com/office/drawing/2014/main" id="{5CD84223-EA54-D0C4-3E93-9DBE51E2FB50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9140680" y="4048550"/>
              <a:ext cx="99857" cy="161739"/>
            </a:xfrm>
            <a:prstGeom prst="rightBrace">
              <a:avLst>
                <a:gd name="adj1" fmla="val 20390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4" name="TextBox 63">
            <a:extLst>
              <a:ext uri="{FF2B5EF4-FFF2-40B4-BE49-F238E27FC236}">
                <a16:creationId xmlns:a16="http://schemas.microsoft.com/office/drawing/2014/main" id="{6AF32A29-3109-1467-9084-ECEBBE8A0A3C}"/>
              </a:ext>
            </a:extLst>
          </p:cNvPr>
          <p:cNvSpPr txBox="1"/>
          <p:nvPr/>
        </p:nvSpPr>
        <p:spPr>
          <a:xfrm>
            <a:off x="6016685" y="4648617"/>
            <a:ext cx="209840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Step 1: Get base file</a:t>
            </a:r>
          </a:p>
        </p:txBody>
      </p:sp>
      <p:grpSp>
        <p:nvGrpSpPr>
          <p:cNvPr id="65" name="Group 64">
            <a:extLst>
              <a:ext uri="{FF2B5EF4-FFF2-40B4-BE49-F238E27FC236}">
                <a16:creationId xmlns:a16="http://schemas.microsoft.com/office/drawing/2014/main" id="{B0597E2D-B2CF-2576-05F7-A6756EC4E8E2}"/>
              </a:ext>
            </a:extLst>
          </p:cNvPr>
          <p:cNvGrpSpPr/>
          <p:nvPr/>
        </p:nvGrpSpPr>
        <p:grpSpPr>
          <a:xfrm>
            <a:off x="7906344" y="1973273"/>
            <a:ext cx="2116475" cy="2587116"/>
            <a:chOff x="8110636" y="1303454"/>
            <a:chExt cx="3274088" cy="4002148"/>
          </a:xfrm>
        </p:grpSpPr>
        <p:sp>
          <p:nvSpPr>
            <p:cNvPr id="66" name="Line 15">
              <a:extLst>
                <a:ext uri="{FF2B5EF4-FFF2-40B4-BE49-F238E27FC236}">
                  <a16:creationId xmlns:a16="http://schemas.microsoft.com/office/drawing/2014/main" id="{A82721EA-FC13-2CDE-A3DA-492FFC127A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68198" y="2076567"/>
              <a:ext cx="0" cy="283210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prstDash val="sysDot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7" name="Line 16">
              <a:extLst>
                <a:ext uri="{FF2B5EF4-FFF2-40B4-BE49-F238E27FC236}">
                  <a16:creationId xmlns:a16="http://schemas.microsoft.com/office/drawing/2014/main" id="{38380E2C-A004-4AF8-4CD3-90AC6585AE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958885" y="2070217"/>
              <a:ext cx="0" cy="2881312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prstDash val="sysDot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8" name="Line 17">
              <a:extLst>
                <a:ext uri="{FF2B5EF4-FFF2-40B4-BE49-F238E27FC236}">
                  <a16:creationId xmlns:a16="http://schemas.microsoft.com/office/drawing/2014/main" id="{838AE965-6398-F658-5947-FE3035FFF0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82485" y="2308342"/>
              <a:ext cx="1684338" cy="3905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9" name="Line 18">
              <a:extLst>
                <a:ext uri="{FF2B5EF4-FFF2-40B4-BE49-F238E27FC236}">
                  <a16:creationId xmlns:a16="http://schemas.microsoft.com/office/drawing/2014/main" id="{02E38820-E4AF-80EB-AECC-CD946CB462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268198" y="2746492"/>
              <a:ext cx="1673225" cy="4032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0" name="Line 19">
              <a:extLst>
                <a:ext uri="{FF2B5EF4-FFF2-40B4-BE49-F238E27FC236}">
                  <a16:creationId xmlns:a16="http://schemas.microsoft.com/office/drawing/2014/main" id="{DA1BA840-A84A-01D5-3525-6069961960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76135" y="3254492"/>
              <a:ext cx="1684338" cy="3905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1" name="AutoShape 21">
              <a:extLst>
                <a:ext uri="{FF2B5EF4-FFF2-40B4-BE49-F238E27FC236}">
                  <a16:creationId xmlns:a16="http://schemas.microsoft.com/office/drawing/2014/main" id="{E2C09C7E-1557-4C85-EE5B-C3D9BF398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4911" y="3654426"/>
              <a:ext cx="99857" cy="161739"/>
            </a:xfrm>
            <a:prstGeom prst="rightBrace">
              <a:avLst>
                <a:gd name="adj1" fmla="val 20390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" name="Line 23">
              <a:extLst>
                <a:ext uri="{FF2B5EF4-FFF2-40B4-BE49-F238E27FC236}">
                  <a16:creationId xmlns:a16="http://schemas.microsoft.com/office/drawing/2014/main" id="{D796B1DA-399F-6665-6F3C-4584426EE9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77673" y="2282942"/>
              <a:ext cx="390525" cy="15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3" name="AutoShape 25">
              <a:extLst>
                <a:ext uri="{FF2B5EF4-FFF2-40B4-BE49-F238E27FC236}">
                  <a16:creationId xmlns:a16="http://schemas.microsoft.com/office/drawing/2014/main" id="{426F2FD7-7CBC-169E-22BD-0E00B082C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2610" y="2333742"/>
              <a:ext cx="128588" cy="803275"/>
            </a:xfrm>
            <a:prstGeom prst="leftBrace">
              <a:avLst>
                <a:gd name="adj1" fmla="val 52057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" name="Text Box 26">
              <a:extLst>
                <a:ext uri="{FF2B5EF4-FFF2-40B4-BE49-F238E27FC236}">
                  <a16:creationId xmlns:a16="http://schemas.microsoft.com/office/drawing/2014/main" id="{204BC60C-3F0C-F989-9203-4B4A07B89D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10636" y="2573029"/>
              <a:ext cx="575222" cy="3562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RTT</a:t>
              </a:r>
            </a:p>
          </p:txBody>
        </p:sp>
        <p:sp>
          <p:nvSpPr>
            <p:cNvPr id="75" name="Line 27">
              <a:extLst>
                <a:ext uri="{FF2B5EF4-FFF2-40B4-BE49-F238E27FC236}">
                  <a16:creationId xmlns:a16="http://schemas.microsoft.com/office/drawing/2014/main" id="{D420398C-2B50-5B5C-A645-8AFD20B61F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26885" y="3187817"/>
              <a:ext cx="35401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6" name="AutoShape 29">
              <a:extLst>
                <a:ext uri="{FF2B5EF4-FFF2-40B4-BE49-F238E27FC236}">
                  <a16:creationId xmlns:a16="http://schemas.microsoft.com/office/drawing/2014/main" id="{D43701E6-67BB-8B76-38F0-F6149FF1C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960" y="3243379"/>
              <a:ext cx="128588" cy="803275"/>
            </a:xfrm>
            <a:prstGeom prst="leftBrace">
              <a:avLst>
                <a:gd name="adj1" fmla="val 52057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" name="Text Box 30">
              <a:extLst>
                <a:ext uri="{FF2B5EF4-FFF2-40B4-BE49-F238E27FC236}">
                  <a16:creationId xmlns:a16="http://schemas.microsoft.com/office/drawing/2014/main" id="{14C99DD9-DB19-2AEE-3C7B-2A81C808C1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29685" y="3495366"/>
              <a:ext cx="575222" cy="3562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RTT</a:t>
              </a:r>
            </a:p>
          </p:txBody>
        </p:sp>
        <p:sp>
          <p:nvSpPr>
            <p:cNvPr id="78" name="Line 35">
              <a:extLst>
                <a:ext uri="{FF2B5EF4-FFF2-40B4-BE49-F238E27FC236}">
                  <a16:creationId xmlns:a16="http://schemas.microsoft.com/office/drawing/2014/main" id="{E7116155-1704-358E-0935-06A8C5C85A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9957" y="4210289"/>
              <a:ext cx="361323" cy="22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9" name="Text Box 37">
              <a:extLst>
                <a:ext uri="{FF2B5EF4-FFF2-40B4-BE49-F238E27FC236}">
                  <a16:creationId xmlns:a16="http://schemas.microsoft.com/office/drawing/2014/main" id="{4630FC22-73A1-8951-051B-0F3091C6AB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2773" y="4922954"/>
              <a:ext cx="663964" cy="3562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time</a:t>
              </a:r>
            </a:p>
          </p:txBody>
        </p:sp>
        <p:sp>
          <p:nvSpPr>
            <p:cNvPr id="80" name="Text Box 38">
              <a:extLst>
                <a:ext uri="{FF2B5EF4-FFF2-40B4-BE49-F238E27FC236}">
                  <a16:creationId xmlns:a16="http://schemas.microsoft.com/office/drawing/2014/main" id="{7C012CA3-F061-092F-DAEA-2A18B5C37C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20760" y="4905492"/>
              <a:ext cx="66396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time</a:t>
              </a:r>
            </a:p>
          </p:txBody>
        </p:sp>
        <p:grpSp>
          <p:nvGrpSpPr>
            <p:cNvPr id="81" name="Group 43">
              <a:extLst>
                <a:ext uri="{FF2B5EF4-FFF2-40B4-BE49-F238E27FC236}">
                  <a16:creationId xmlns:a16="http://schemas.microsoft.com/office/drawing/2014/main" id="{A2EE858E-AD49-4700-2530-E29C3247EC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758860" y="1303454"/>
              <a:ext cx="423863" cy="684213"/>
              <a:chOff x="4140" y="429"/>
              <a:chExt cx="1425" cy="2396"/>
            </a:xfrm>
          </p:grpSpPr>
          <p:sp>
            <p:nvSpPr>
              <p:cNvPr id="87" name="Freeform 44">
                <a:extLst>
                  <a:ext uri="{FF2B5EF4-FFF2-40B4-BE49-F238E27FC236}">
                    <a16:creationId xmlns:a16="http://schemas.microsoft.com/office/drawing/2014/main" id="{7EB7B07E-3B29-1A46-D0BE-98FA0E225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8" name="Rectangle 45">
                <a:extLst>
                  <a:ext uri="{FF2B5EF4-FFF2-40B4-BE49-F238E27FC236}">
                    <a16:creationId xmlns:a16="http://schemas.microsoft.com/office/drawing/2014/main" id="{22367CB1-3CFB-F93B-B34F-9D5CC3133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51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9" name="Freeform 46">
                <a:extLst>
                  <a:ext uri="{FF2B5EF4-FFF2-40B4-BE49-F238E27FC236}">
                    <a16:creationId xmlns:a16="http://schemas.microsoft.com/office/drawing/2014/main" id="{14ECFCBD-C3C3-6042-0194-C03D0F8B4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0" name="Freeform 47">
                <a:extLst>
                  <a:ext uri="{FF2B5EF4-FFF2-40B4-BE49-F238E27FC236}">
                    <a16:creationId xmlns:a16="http://schemas.microsoft.com/office/drawing/2014/main" id="{E08016A2-3BFF-945D-5576-00D22C734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1" name="Rectangle 48">
                <a:extLst>
                  <a:ext uri="{FF2B5EF4-FFF2-40B4-BE49-F238E27FC236}">
                    <a16:creationId xmlns:a16="http://schemas.microsoft.com/office/drawing/2014/main" id="{EADCC54A-C899-AB0D-594D-49C30CF09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690"/>
                <a:ext cx="598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92" name="Group 49">
                <a:extLst>
                  <a:ext uri="{FF2B5EF4-FFF2-40B4-BE49-F238E27FC236}">
                    <a16:creationId xmlns:a16="http://schemas.microsoft.com/office/drawing/2014/main" id="{61504D6E-D178-BAA1-CCF2-D0640B59D22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17" name="AutoShape 50">
                  <a:extLst>
                    <a:ext uri="{FF2B5EF4-FFF2-40B4-BE49-F238E27FC236}">
                      <a16:creationId xmlns:a16="http://schemas.microsoft.com/office/drawing/2014/main" id="{18782AFD-F5E8-3E62-3290-6A1C4C4997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8"/>
                  <a:ext cx="726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8" name="AutoShape 51">
                  <a:extLst>
                    <a:ext uri="{FF2B5EF4-FFF2-40B4-BE49-F238E27FC236}">
                      <a16:creationId xmlns:a16="http://schemas.microsoft.com/office/drawing/2014/main" id="{FA4529CA-423E-0BE4-FF57-7C9400705C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4"/>
                  <a:ext cx="693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93" name="Rectangle 52">
                <a:extLst>
                  <a:ext uri="{FF2B5EF4-FFF2-40B4-BE49-F238E27FC236}">
                    <a16:creationId xmlns:a16="http://schemas.microsoft.com/office/drawing/2014/main" id="{A2F14FCC-EC86-ED74-2519-B6180A562D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8"/>
                <a:ext cx="592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94" name="Group 53">
                <a:extLst>
                  <a:ext uri="{FF2B5EF4-FFF2-40B4-BE49-F238E27FC236}">
                    <a16:creationId xmlns:a16="http://schemas.microsoft.com/office/drawing/2014/main" id="{5C9A24F5-5FE9-0C37-C189-765D4063455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15" name="AutoShape 54">
                  <a:extLst>
                    <a:ext uri="{FF2B5EF4-FFF2-40B4-BE49-F238E27FC236}">
                      <a16:creationId xmlns:a16="http://schemas.microsoft.com/office/drawing/2014/main" id="{BC8665B4-A11A-7505-CA74-68308AFFF3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6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6" name="AutoShape 55">
                  <a:extLst>
                    <a:ext uri="{FF2B5EF4-FFF2-40B4-BE49-F238E27FC236}">
                      <a16:creationId xmlns:a16="http://schemas.microsoft.com/office/drawing/2014/main" id="{29A6987D-2641-DB3B-C4D1-7101AA98F1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7"/>
                  <a:ext cx="693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95" name="Rectangle 56">
                <a:extLst>
                  <a:ext uri="{FF2B5EF4-FFF2-40B4-BE49-F238E27FC236}">
                    <a16:creationId xmlns:a16="http://schemas.microsoft.com/office/drawing/2014/main" id="{AC0EE6C8-C95E-128B-5247-F51DA61A7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57"/>
                <a:ext cx="598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6" name="Rectangle 57">
                <a:extLst>
                  <a:ext uri="{FF2B5EF4-FFF2-40B4-BE49-F238E27FC236}">
                    <a16:creationId xmlns:a16="http://schemas.microsoft.com/office/drawing/2014/main" id="{CFAF0962-0CF0-3DE8-3FB1-11FA1D54DB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8"/>
                <a:ext cx="598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97" name="Group 58">
                <a:extLst>
                  <a:ext uri="{FF2B5EF4-FFF2-40B4-BE49-F238E27FC236}">
                    <a16:creationId xmlns:a16="http://schemas.microsoft.com/office/drawing/2014/main" id="{7B13BE75-9DB0-6E49-3489-91F28288B8E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13" name="AutoShape 59">
                  <a:extLst>
                    <a:ext uri="{FF2B5EF4-FFF2-40B4-BE49-F238E27FC236}">
                      <a16:creationId xmlns:a16="http://schemas.microsoft.com/office/drawing/2014/main" id="{92FAA82D-EE4E-77B0-6828-B3027C3C64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81"/>
                  <a:ext cx="731" cy="12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4" name="AutoShape 60">
                  <a:extLst>
                    <a:ext uri="{FF2B5EF4-FFF2-40B4-BE49-F238E27FC236}">
                      <a16:creationId xmlns:a16="http://schemas.microsoft.com/office/drawing/2014/main" id="{EFCC1323-DE1D-2812-0F05-6154E9A5A5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86"/>
                  <a:ext cx="698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98" name="Freeform 61">
                <a:extLst>
                  <a:ext uri="{FF2B5EF4-FFF2-40B4-BE49-F238E27FC236}">
                    <a16:creationId xmlns:a16="http://schemas.microsoft.com/office/drawing/2014/main" id="{26609BC6-4B0D-3C37-9606-F135CABC8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99" name="Group 62">
                <a:extLst>
                  <a:ext uri="{FF2B5EF4-FFF2-40B4-BE49-F238E27FC236}">
                    <a16:creationId xmlns:a16="http://schemas.microsoft.com/office/drawing/2014/main" id="{44B14D35-9613-1372-D57C-6AF3EF1A9BA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11" name="AutoShape 63">
                  <a:extLst>
                    <a:ext uri="{FF2B5EF4-FFF2-40B4-BE49-F238E27FC236}">
                      <a16:creationId xmlns:a16="http://schemas.microsoft.com/office/drawing/2014/main" id="{4204D15D-EDD5-1034-34EF-386636A7CB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6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2" name="AutoShape 64">
                  <a:extLst>
                    <a:ext uri="{FF2B5EF4-FFF2-40B4-BE49-F238E27FC236}">
                      <a16:creationId xmlns:a16="http://schemas.microsoft.com/office/drawing/2014/main" id="{13B38C26-A602-32F1-216A-61215E54BB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7"/>
                  <a:ext cx="691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0" name="Rectangle 65">
                <a:extLst>
                  <a:ext uri="{FF2B5EF4-FFF2-40B4-BE49-F238E27FC236}">
                    <a16:creationId xmlns:a16="http://schemas.microsoft.com/office/drawing/2014/main" id="{E2D7C915-3F99-36B9-0D12-47714BBA96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9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1" name="Freeform 66">
                <a:extLst>
                  <a:ext uri="{FF2B5EF4-FFF2-40B4-BE49-F238E27FC236}">
                    <a16:creationId xmlns:a16="http://schemas.microsoft.com/office/drawing/2014/main" id="{812190D7-BC21-376D-DEC6-F56692882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2" name="Freeform 67">
                <a:extLst>
                  <a:ext uri="{FF2B5EF4-FFF2-40B4-BE49-F238E27FC236}">
                    <a16:creationId xmlns:a16="http://schemas.microsoft.com/office/drawing/2014/main" id="{14AC4C06-1AF2-4C6D-88AC-58B5AD3BC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3" name="Oval 68">
                <a:extLst>
                  <a:ext uri="{FF2B5EF4-FFF2-40B4-BE49-F238E27FC236}">
                    <a16:creationId xmlns:a16="http://schemas.microsoft.com/office/drawing/2014/main" id="{98D350E0-4D1E-6BCB-B0A2-962137B3A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7" y="2614"/>
                <a:ext cx="48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4" name="Freeform 69">
                <a:extLst>
                  <a:ext uri="{FF2B5EF4-FFF2-40B4-BE49-F238E27FC236}">
                    <a16:creationId xmlns:a16="http://schemas.microsoft.com/office/drawing/2014/main" id="{F378FAA2-009F-9C85-5BB4-5F92A4346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" name="AutoShape 70">
                <a:extLst>
                  <a:ext uri="{FF2B5EF4-FFF2-40B4-BE49-F238E27FC236}">
                    <a16:creationId xmlns:a16="http://schemas.microsoft.com/office/drawing/2014/main" id="{AF4575B9-7399-45EC-3E0C-07A118DEE2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0"/>
                <a:ext cx="1201" cy="145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6" name="AutoShape 71">
                <a:extLst>
                  <a:ext uri="{FF2B5EF4-FFF2-40B4-BE49-F238E27FC236}">
                    <a16:creationId xmlns:a16="http://schemas.microsoft.com/office/drawing/2014/main" id="{DDAD1070-9AB4-899E-BED9-B6A2D4014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08"/>
                <a:ext cx="1073" cy="8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7" name="Oval 72">
                <a:extLst>
                  <a:ext uri="{FF2B5EF4-FFF2-40B4-BE49-F238E27FC236}">
                    <a16:creationId xmlns:a16="http://schemas.microsoft.com/office/drawing/2014/main" id="{78D798E5-5C5A-E3DF-03B0-96BD208623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5" y="2380"/>
                <a:ext cx="160" cy="145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8" name="Oval 73">
                <a:extLst>
                  <a:ext uri="{FF2B5EF4-FFF2-40B4-BE49-F238E27FC236}">
                    <a16:creationId xmlns:a16="http://schemas.microsoft.com/office/drawing/2014/main" id="{9B985384-510B-F67E-5BAF-09B3B25EAF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6"/>
                <a:ext cx="160" cy="139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9" name="Oval 74">
                <a:extLst>
                  <a:ext uri="{FF2B5EF4-FFF2-40B4-BE49-F238E27FC236}">
                    <a16:creationId xmlns:a16="http://schemas.microsoft.com/office/drawing/2014/main" id="{0247323C-EC40-657F-9C14-ED2E2B08C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2380"/>
                <a:ext cx="155" cy="139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0" name="Rectangle 75">
                <a:extLst>
                  <a:ext uri="{FF2B5EF4-FFF2-40B4-BE49-F238E27FC236}">
                    <a16:creationId xmlns:a16="http://schemas.microsoft.com/office/drawing/2014/main" id="{DB50755A-84D4-F604-2B1A-D02FBB0FC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5"/>
                <a:ext cx="85" cy="762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2" name="Group 76">
              <a:extLst>
                <a:ext uri="{FF2B5EF4-FFF2-40B4-BE49-F238E27FC236}">
                  <a16:creationId xmlns:a16="http://schemas.microsoft.com/office/drawing/2014/main" id="{274D6B01-6A88-A8FA-02D6-8F053CE1BA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57023" y="1325679"/>
              <a:ext cx="698500" cy="709613"/>
              <a:chOff x="-44" y="1473"/>
              <a:chExt cx="981" cy="1105"/>
            </a:xfrm>
          </p:grpSpPr>
          <p:pic>
            <p:nvPicPr>
              <p:cNvPr id="85" name="Picture 77" descr="desktop_computer_stylized_medium">
                <a:extLst>
                  <a:ext uri="{FF2B5EF4-FFF2-40B4-BE49-F238E27FC236}">
                    <a16:creationId xmlns:a16="http://schemas.microsoft.com/office/drawing/2014/main" id="{733D7028-2357-5CC2-C4C4-536B64BC63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6" name="Freeform 78">
                <a:extLst>
                  <a:ext uri="{FF2B5EF4-FFF2-40B4-BE49-F238E27FC236}">
                    <a16:creationId xmlns:a16="http://schemas.microsoft.com/office/drawing/2014/main" id="{3FC91ACE-173C-2242-FC2E-F33898F8981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EDF9EEEB-538F-5489-6630-7391E01EB8DB}"/>
                </a:ext>
              </a:extLst>
            </p:cNvPr>
            <p:cNvSpPr/>
            <p:nvPr/>
          </p:nvSpPr>
          <p:spPr>
            <a:xfrm>
              <a:off x="9259953" y="3652101"/>
              <a:ext cx="1700270" cy="558188"/>
            </a:xfrm>
            <a:custGeom>
              <a:avLst/>
              <a:gdLst>
                <a:gd name="connsiteX0" fmla="*/ 0 w 1700270"/>
                <a:gd name="connsiteY0" fmla="*/ 389262 h 543498"/>
                <a:gd name="connsiteX1" fmla="*/ 1700270 w 1700270"/>
                <a:gd name="connsiteY1" fmla="*/ 0 h 543498"/>
                <a:gd name="connsiteX2" fmla="*/ 1696598 w 1700270"/>
                <a:gd name="connsiteY2" fmla="*/ 176269 h 543498"/>
                <a:gd name="connsiteX3" fmla="*/ 0 w 1700270"/>
                <a:gd name="connsiteY3" fmla="*/ 543498 h 543498"/>
                <a:gd name="connsiteX4" fmla="*/ 0 w 1700270"/>
                <a:gd name="connsiteY4" fmla="*/ 389262 h 543498"/>
                <a:gd name="connsiteX0" fmla="*/ 0 w 1700270"/>
                <a:gd name="connsiteY0" fmla="*/ 389262 h 558188"/>
                <a:gd name="connsiteX1" fmla="*/ 1700270 w 1700270"/>
                <a:gd name="connsiteY1" fmla="*/ 0 h 558188"/>
                <a:gd name="connsiteX2" fmla="*/ 1696598 w 1700270"/>
                <a:gd name="connsiteY2" fmla="*/ 176269 h 558188"/>
                <a:gd name="connsiteX3" fmla="*/ 7344 w 1700270"/>
                <a:gd name="connsiteY3" fmla="*/ 558188 h 558188"/>
                <a:gd name="connsiteX4" fmla="*/ 0 w 1700270"/>
                <a:gd name="connsiteY4" fmla="*/ 389262 h 558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0270" h="558188">
                  <a:moveTo>
                    <a:pt x="0" y="389262"/>
                  </a:moveTo>
                  <a:lnTo>
                    <a:pt x="1700270" y="0"/>
                  </a:lnTo>
                  <a:lnTo>
                    <a:pt x="1696598" y="176269"/>
                  </a:lnTo>
                  <a:lnTo>
                    <a:pt x="7344" y="558188"/>
                  </a:lnTo>
                  <a:lnTo>
                    <a:pt x="0" y="389262"/>
                  </a:lnTo>
                  <a:close/>
                </a:path>
              </a:pathLst>
            </a:custGeom>
            <a:solidFill>
              <a:srgbClr val="0000A8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4" name="AutoShape 21">
              <a:extLst>
                <a:ext uri="{FF2B5EF4-FFF2-40B4-BE49-F238E27FC236}">
                  <a16:creationId xmlns:a16="http://schemas.microsoft.com/office/drawing/2014/main" id="{A8C1BB5B-6325-8455-512A-4DB30E9D3B44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9140680" y="4048550"/>
              <a:ext cx="99857" cy="161739"/>
            </a:xfrm>
            <a:prstGeom prst="rightBrace">
              <a:avLst>
                <a:gd name="adj1" fmla="val 20390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BA6F4DDB-0871-C3B8-9DE2-BD719AE62059}"/>
              </a:ext>
            </a:extLst>
          </p:cNvPr>
          <p:cNvGrpSpPr/>
          <p:nvPr/>
        </p:nvGrpSpPr>
        <p:grpSpPr>
          <a:xfrm>
            <a:off x="10493370" y="1994429"/>
            <a:ext cx="1698630" cy="2587116"/>
            <a:chOff x="8757023" y="1303454"/>
            <a:chExt cx="2627701" cy="4002148"/>
          </a:xfrm>
        </p:grpSpPr>
        <p:sp>
          <p:nvSpPr>
            <p:cNvPr id="120" name="Line 15">
              <a:extLst>
                <a:ext uri="{FF2B5EF4-FFF2-40B4-BE49-F238E27FC236}">
                  <a16:creationId xmlns:a16="http://schemas.microsoft.com/office/drawing/2014/main" id="{FDA509A9-EE78-9FB7-FBE7-CAC4CDCA3E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68198" y="2076567"/>
              <a:ext cx="0" cy="283210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prstDash val="sysDot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1" name="Line 16">
              <a:extLst>
                <a:ext uri="{FF2B5EF4-FFF2-40B4-BE49-F238E27FC236}">
                  <a16:creationId xmlns:a16="http://schemas.microsoft.com/office/drawing/2014/main" id="{D55768DF-750A-00E1-CD8F-15EEB25DF5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958885" y="2070217"/>
              <a:ext cx="0" cy="2881312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prstDash val="sysDot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2" name="Line 17">
              <a:extLst>
                <a:ext uri="{FF2B5EF4-FFF2-40B4-BE49-F238E27FC236}">
                  <a16:creationId xmlns:a16="http://schemas.microsoft.com/office/drawing/2014/main" id="{9B193345-DF55-D874-621D-4B3EFD77B7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82485" y="2308342"/>
              <a:ext cx="1684338" cy="3905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3" name="Line 18">
              <a:extLst>
                <a:ext uri="{FF2B5EF4-FFF2-40B4-BE49-F238E27FC236}">
                  <a16:creationId xmlns:a16="http://schemas.microsoft.com/office/drawing/2014/main" id="{54D6F316-34BF-8283-F1CF-9828871C23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268198" y="2746492"/>
              <a:ext cx="1673225" cy="4032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4" name="Line 19">
              <a:extLst>
                <a:ext uri="{FF2B5EF4-FFF2-40B4-BE49-F238E27FC236}">
                  <a16:creationId xmlns:a16="http://schemas.microsoft.com/office/drawing/2014/main" id="{B5DAF74A-7287-BD27-7945-5455C4B546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76135" y="3254492"/>
              <a:ext cx="1684338" cy="3905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5" name="AutoShape 21">
              <a:extLst>
                <a:ext uri="{FF2B5EF4-FFF2-40B4-BE49-F238E27FC236}">
                  <a16:creationId xmlns:a16="http://schemas.microsoft.com/office/drawing/2014/main" id="{033E8048-88C1-8E74-1BD4-60ED7A809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4911" y="3654426"/>
              <a:ext cx="99857" cy="161739"/>
            </a:xfrm>
            <a:prstGeom prst="rightBrace">
              <a:avLst>
                <a:gd name="adj1" fmla="val 20390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" name="Line 23">
              <a:extLst>
                <a:ext uri="{FF2B5EF4-FFF2-40B4-BE49-F238E27FC236}">
                  <a16:creationId xmlns:a16="http://schemas.microsoft.com/office/drawing/2014/main" id="{DBDB59DA-AB8A-B1EA-71AE-6ACDD7FF16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77673" y="2282942"/>
              <a:ext cx="390525" cy="15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7" name="AutoShape 25">
              <a:extLst>
                <a:ext uri="{FF2B5EF4-FFF2-40B4-BE49-F238E27FC236}">
                  <a16:creationId xmlns:a16="http://schemas.microsoft.com/office/drawing/2014/main" id="{FBCB5A0F-F30C-D04C-942A-8AA687E07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2610" y="2333742"/>
              <a:ext cx="128588" cy="803275"/>
            </a:xfrm>
            <a:prstGeom prst="leftBrace">
              <a:avLst>
                <a:gd name="adj1" fmla="val 52057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" name="Line 27">
              <a:extLst>
                <a:ext uri="{FF2B5EF4-FFF2-40B4-BE49-F238E27FC236}">
                  <a16:creationId xmlns:a16="http://schemas.microsoft.com/office/drawing/2014/main" id="{BF6D15C5-24CB-2EA9-033B-1D2A2DB0BE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26885" y="3187817"/>
              <a:ext cx="35401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0" name="AutoShape 29">
              <a:extLst>
                <a:ext uri="{FF2B5EF4-FFF2-40B4-BE49-F238E27FC236}">
                  <a16:creationId xmlns:a16="http://schemas.microsoft.com/office/drawing/2014/main" id="{86610EE6-0044-6E01-2692-AD1E9A07A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960" y="3243379"/>
              <a:ext cx="128588" cy="803275"/>
            </a:xfrm>
            <a:prstGeom prst="leftBrace">
              <a:avLst>
                <a:gd name="adj1" fmla="val 52057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" name="Line 35">
              <a:extLst>
                <a:ext uri="{FF2B5EF4-FFF2-40B4-BE49-F238E27FC236}">
                  <a16:creationId xmlns:a16="http://schemas.microsoft.com/office/drawing/2014/main" id="{19AF83B8-D9B8-C50D-A228-C8A553C57C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9957" y="4210289"/>
              <a:ext cx="361323" cy="22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3" name="Text Box 37">
              <a:extLst>
                <a:ext uri="{FF2B5EF4-FFF2-40B4-BE49-F238E27FC236}">
                  <a16:creationId xmlns:a16="http://schemas.microsoft.com/office/drawing/2014/main" id="{6CBCA82F-4D0A-50EA-75D4-4BB1FD3540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2773" y="4922954"/>
              <a:ext cx="663964" cy="3562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time</a:t>
              </a:r>
            </a:p>
          </p:txBody>
        </p:sp>
        <p:sp>
          <p:nvSpPr>
            <p:cNvPr id="134" name="Text Box 38">
              <a:extLst>
                <a:ext uri="{FF2B5EF4-FFF2-40B4-BE49-F238E27FC236}">
                  <a16:creationId xmlns:a16="http://schemas.microsoft.com/office/drawing/2014/main" id="{7A026229-872D-A290-800F-F5FAE130DB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20760" y="4905492"/>
              <a:ext cx="66396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time</a:t>
              </a:r>
            </a:p>
          </p:txBody>
        </p:sp>
        <p:grpSp>
          <p:nvGrpSpPr>
            <p:cNvPr id="135" name="Group 43">
              <a:extLst>
                <a:ext uri="{FF2B5EF4-FFF2-40B4-BE49-F238E27FC236}">
                  <a16:creationId xmlns:a16="http://schemas.microsoft.com/office/drawing/2014/main" id="{CF7C9B24-9A51-7F3E-904C-00A29FF6EE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758860" y="1303454"/>
              <a:ext cx="423863" cy="684213"/>
              <a:chOff x="4140" y="429"/>
              <a:chExt cx="1425" cy="2396"/>
            </a:xfrm>
          </p:grpSpPr>
          <p:sp>
            <p:nvSpPr>
              <p:cNvPr id="141" name="Freeform 44">
                <a:extLst>
                  <a:ext uri="{FF2B5EF4-FFF2-40B4-BE49-F238E27FC236}">
                    <a16:creationId xmlns:a16="http://schemas.microsoft.com/office/drawing/2014/main" id="{FD9D7EE5-39DC-7183-6C88-32BD87203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42" name="Rectangle 45">
                <a:extLst>
                  <a:ext uri="{FF2B5EF4-FFF2-40B4-BE49-F238E27FC236}">
                    <a16:creationId xmlns:a16="http://schemas.microsoft.com/office/drawing/2014/main" id="{AB17343A-800B-D380-0CEC-D43B87E9F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51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43" name="Freeform 46">
                <a:extLst>
                  <a:ext uri="{FF2B5EF4-FFF2-40B4-BE49-F238E27FC236}">
                    <a16:creationId xmlns:a16="http://schemas.microsoft.com/office/drawing/2014/main" id="{410FEC06-729E-9F07-A0EE-6462D0C11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44" name="Freeform 47">
                <a:extLst>
                  <a:ext uri="{FF2B5EF4-FFF2-40B4-BE49-F238E27FC236}">
                    <a16:creationId xmlns:a16="http://schemas.microsoft.com/office/drawing/2014/main" id="{4E0BB2D0-9CCF-A480-C409-725BBAB5F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45" name="Rectangle 48">
                <a:extLst>
                  <a:ext uri="{FF2B5EF4-FFF2-40B4-BE49-F238E27FC236}">
                    <a16:creationId xmlns:a16="http://schemas.microsoft.com/office/drawing/2014/main" id="{EF51E2F9-50F4-A9E0-BC8C-44FB9AAE46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690"/>
                <a:ext cx="598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46" name="Group 49">
                <a:extLst>
                  <a:ext uri="{FF2B5EF4-FFF2-40B4-BE49-F238E27FC236}">
                    <a16:creationId xmlns:a16="http://schemas.microsoft.com/office/drawing/2014/main" id="{A0AA8F94-456D-868D-25ED-539509DCFF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71" name="AutoShape 50">
                  <a:extLst>
                    <a:ext uri="{FF2B5EF4-FFF2-40B4-BE49-F238E27FC236}">
                      <a16:creationId xmlns:a16="http://schemas.microsoft.com/office/drawing/2014/main" id="{58505E6B-CC12-D5E9-36EC-3DFBE96B33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8"/>
                  <a:ext cx="726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2" name="AutoShape 51">
                  <a:extLst>
                    <a:ext uri="{FF2B5EF4-FFF2-40B4-BE49-F238E27FC236}">
                      <a16:creationId xmlns:a16="http://schemas.microsoft.com/office/drawing/2014/main" id="{0BD8CD93-AAF2-2C0B-0A44-CE37EE8CCB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4"/>
                  <a:ext cx="693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47" name="Rectangle 52">
                <a:extLst>
                  <a:ext uri="{FF2B5EF4-FFF2-40B4-BE49-F238E27FC236}">
                    <a16:creationId xmlns:a16="http://schemas.microsoft.com/office/drawing/2014/main" id="{2BE3A718-BA30-FD17-2650-73A1BE5149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8"/>
                <a:ext cx="592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48" name="Group 53">
                <a:extLst>
                  <a:ext uri="{FF2B5EF4-FFF2-40B4-BE49-F238E27FC236}">
                    <a16:creationId xmlns:a16="http://schemas.microsoft.com/office/drawing/2014/main" id="{4310F997-4010-BF9C-F944-8E4562226D3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69" name="AutoShape 54">
                  <a:extLst>
                    <a:ext uri="{FF2B5EF4-FFF2-40B4-BE49-F238E27FC236}">
                      <a16:creationId xmlns:a16="http://schemas.microsoft.com/office/drawing/2014/main" id="{AFB3037C-3F6C-15BA-EE28-921597D66E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6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0" name="AutoShape 55">
                  <a:extLst>
                    <a:ext uri="{FF2B5EF4-FFF2-40B4-BE49-F238E27FC236}">
                      <a16:creationId xmlns:a16="http://schemas.microsoft.com/office/drawing/2014/main" id="{7DAC2682-F163-531C-253B-9A3351D6E2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7"/>
                  <a:ext cx="693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49" name="Rectangle 56">
                <a:extLst>
                  <a:ext uri="{FF2B5EF4-FFF2-40B4-BE49-F238E27FC236}">
                    <a16:creationId xmlns:a16="http://schemas.microsoft.com/office/drawing/2014/main" id="{F57AC8E3-C3E3-1409-3B3B-6A39C6BD4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57"/>
                <a:ext cx="598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0" name="Rectangle 57">
                <a:extLst>
                  <a:ext uri="{FF2B5EF4-FFF2-40B4-BE49-F238E27FC236}">
                    <a16:creationId xmlns:a16="http://schemas.microsoft.com/office/drawing/2014/main" id="{4DF48D4F-8BDE-88C7-BC24-99BDEFE82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8"/>
                <a:ext cx="598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51" name="Group 58">
                <a:extLst>
                  <a:ext uri="{FF2B5EF4-FFF2-40B4-BE49-F238E27FC236}">
                    <a16:creationId xmlns:a16="http://schemas.microsoft.com/office/drawing/2014/main" id="{CBCE7CB8-4536-93E7-5B9F-08BC129AAF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67" name="AutoShape 59">
                  <a:extLst>
                    <a:ext uri="{FF2B5EF4-FFF2-40B4-BE49-F238E27FC236}">
                      <a16:creationId xmlns:a16="http://schemas.microsoft.com/office/drawing/2014/main" id="{14AA5539-6580-AC7B-0BE4-B688B91EA5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81"/>
                  <a:ext cx="731" cy="12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8" name="AutoShape 60">
                  <a:extLst>
                    <a:ext uri="{FF2B5EF4-FFF2-40B4-BE49-F238E27FC236}">
                      <a16:creationId xmlns:a16="http://schemas.microsoft.com/office/drawing/2014/main" id="{51DF46D4-F8BF-DFC5-EDEC-36A58FD43C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86"/>
                  <a:ext cx="698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52" name="Freeform 61">
                <a:extLst>
                  <a:ext uri="{FF2B5EF4-FFF2-40B4-BE49-F238E27FC236}">
                    <a16:creationId xmlns:a16="http://schemas.microsoft.com/office/drawing/2014/main" id="{9E8B6A5F-0D15-24E3-52E1-C4C3403D2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53" name="Group 62">
                <a:extLst>
                  <a:ext uri="{FF2B5EF4-FFF2-40B4-BE49-F238E27FC236}">
                    <a16:creationId xmlns:a16="http://schemas.microsoft.com/office/drawing/2014/main" id="{59A69ECB-774E-8F23-7473-540B3B335A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65" name="AutoShape 63">
                  <a:extLst>
                    <a:ext uri="{FF2B5EF4-FFF2-40B4-BE49-F238E27FC236}">
                      <a16:creationId xmlns:a16="http://schemas.microsoft.com/office/drawing/2014/main" id="{B89114D6-4F62-8F6E-CF05-7B1DA54E5B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6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66" name="AutoShape 64">
                  <a:extLst>
                    <a:ext uri="{FF2B5EF4-FFF2-40B4-BE49-F238E27FC236}">
                      <a16:creationId xmlns:a16="http://schemas.microsoft.com/office/drawing/2014/main" id="{7C36E083-CB8B-5D69-233F-C0904467D4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7"/>
                  <a:ext cx="691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54" name="Rectangle 65">
                <a:extLst>
                  <a:ext uri="{FF2B5EF4-FFF2-40B4-BE49-F238E27FC236}">
                    <a16:creationId xmlns:a16="http://schemas.microsoft.com/office/drawing/2014/main" id="{F6CCC325-523D-C250-FA31-730EFD5FC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9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5" name="Freeform 66">
                <a:extLst>
                  <a:ext uri="{FF2B5EF4-FFF2-40B4-BE49-F238E27FC236}">
                    <a16:creationId xmlns:a16="http://schemas.microsoft.com/office/drawing/2014/main" id="{5100876F-E55B-DE65-A80C-2B44B8B9F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56" name="Freeform 67">
                <a:extLst>
                  <a:ext uri="{FF2B5EF4-FFF2-40B4-BE49-F238E27FC236}">
                    <a16:creationId xmlns:a16="http://schemas.microsoft.com/office/drawing/2014/main" id="{3532C0CD-3959-1E60-1257-C2757EDB6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57" name="Oval 68">
                <a:extLst>
                  <a:ext uri="{FF2B5EF4-FFF2-40B4-BE49-F238E27FC236}">
                    <a16:creationId xmlns:a16="http://schemas.microsoft.com/office/drawing/2014/main" id="{23163B21-2BFB-C026-B366-7C2E711EB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7" y="2614"/>
                <a:ext cx="48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8" name="Freeform 69">
                <a:extLst>
                  <a:ext uri="{FF2B5EF4-FFF2-40B4-BE49-F238E27FC236}">
                    <a16:creationId xmlns:a16="http://schemas.microsoft.com/office/drawing/2014/main" id="{60626D45-01E1-73DF-A25B-D8D943A77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59" name="AutoShape 70">
                <a:extLst>
                  <a:ext uri="{FF2B5EF4-FFF2-40B4-BE49-F238E27FC236}">
                    <a16:creationId xmlns:a16="http://schemas.microsoft.com/office/drawing/2014/main" id="{D2AF4873-EC3B-3786-034E-8168B9C2C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0"/>
                <a:ext cx="1201" cy="145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60" name="AutoShape 71">
                <a:extLst>
                  <a:ext uri="{FF2B5EF4-FFF2-40B4-BE49-F238E27FC236}">
                    <a16:creationId xmlns:a16="http://schemas.microsoft.com/office/drawing/2014/main" id="{D2CC91E3-41AF-AD00-0A27-CF1223471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08"/>
                <a:ext cx="1073" cy="8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61" name="Oval 72">
                <a:extLst>
                  <a:ext uri="{FF2B5EF4-FFF2-40B4-BE49-F238E27FC236}">
                    <a16:creationId xmlns:a16="http://schemas.microsoft.com/office/drawing/2014/main" id="{E34C05CA-08F9-D888-E968-89B79C3938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5" y="2380"/>
                <a:ext cx="160" cy="145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62" name="Oval 73">
                <a:extLst>
                  <a:ext uri="{FF2B5EF4-FFF2-40B4-BE49-F238E27FC236}">
                    <a16:creationId xmlns:a16="http://schemas.microsoft.com/office/drawing/2014/main" id="{3528479A-D95E-E9B3-5675-4D50BB77AD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6"/>
                <a:ext cx="160" cy="139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63" name="Oval 74">
                <a:extLst>
                  <a:ext uri="{FF2B5EF4-FFF2-40B4-BE49-F238E27FC236}">
                    <a16:creationId xmlns:a16="http://schemas.microsoft.com/office/drawing/2014/main" id="{40F6F3E7-9669-FD4B-A817-B02AAA547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2380"/>
                <a:ext cx="155" cy="139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64" name="Rectangle 75">
                <a:extLst>
                  <a:ext uri="{FF2B5EF4-FFF2-40B4-BE49-F238E27FC236}">
                    <a16:creationId xmlns:a16="http://schemas.microsoft.com/office/drawing/2014/main" id="{A50F18A7-3262-3732-D4EA-7CCFCDAA6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5"/>
                <a:ext cx="85" cy="762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36" name="Group 76">
              <a:extLst>
                <a:ext uri="{FF2B5EF4-FFF2-40B4-BE49-F238E27FC236}">
                  <a16:creationId xmlns:a16="http://schemas.microsoft.com/office/drawing/2014/main" id="{F8D66ADA-75FD-F875-9ECA-E7BCEB2B86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57023" y="1325679"/>
              <a:ext cx="698500" cy="709613"/>
              <a:chOff x="-44" y="1473"/>
              <a:chExt cx="981" cy="1105"/>
            </a:xfrm>
          </p:grpSpPr>
          <p:pic>
            <p:nvPicPr>
              <p:cNvPr id="139" name="Picture 77" descr="desktop_computer_stylized_medium">
                <a:extLst>
                  <a:ext uri="{FF2B5EF4-FFF2-40B4-BE49-F238E27FC236}">
                    <a16:creationId xmlns:a16="http://schemas.microsoft.com/office/drawing/2014/main" id="{7B37E258-6962-57A5-1B83-02AE9CA6DE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0" name="Freeform 78">
                <a:extLst>
                  <a:ext uri="{FF2B5EF4-FFF2-40B4-BE49-F238E27FC236}">
                    <a16:creationId xmlns:a16="http://schemas.microsoft.com/office/drawing/2014/main" id="{F52BC237-5E08-D801-7BC5-0210195088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39461900-44A0-1CAE-C538-52BEEC079925}"/>
                </a:ext>
              </a:extLst>
            </p:cNvPr>
            <p:cNvSpPr/>
            <p:nvPr/>
          </p:nvSpPr>
          <p:spPr>
            <a:xfrm>
              <a:off x="9259953" y="3652101"/>
              <a:ext cx="1700270" cy="558188"/>
            </a:xfrm>
            <a:custGeom>
              <a:avLst/>
              <a:gdLst>
                <a:gd name="connsiteX0" fmla="*/ 0 w 1700270"/>
                <a:gd name="connsiteY0" fmla="*/ 389262 h 543498"/>
                <a:gd name="connsiteX1" fmla="*/ 1700270 w 1700270"/>
                <a:gd name="connsiteY1" fmla="*/ 0 h 543498"/>
                <a:gd name="connsiteX2" fmla="*/ 1696598 w 1700270"/>
                <a:gd name="connsiteY2" fmla="*/ 176269 h 543498"/>
                <a:gd name="connsiteX3" fmla="*/ 0 w 1700270"/>
                <a:gd name="connsiteY3" fmla="*/ 543498 h 543498"/>
                <a:gd name="connsiteX4" fmla="*/ 0 w 1700270"/>
                <a:gd name="connsiteY4" fmla="*/ 389262 h 543498"/>
                <a:gd name="connsiteX0" fmla="*/ 0 w 1700270"/>
                <a:gd name="connsiteY0" fmla="*/ 389262 h 558188"/>
                <a:gd name="connsiteX1" fmla="*/ 1700270 w 1700270"/>
                <a:gd name="connsiteY1" fmla="*/ 0 h 558188"/>
                <a:gd name="connsiteX2" fmla="*/ 1696598 w 1700270"/>
                <a:gd name="connsiteY2" fmla="*/ 176269 h 558188"/>
                <a:gd name="connsiteX3" fmla="*/ 7344 w 1700270"/>
                <a:gd name="connsiteY3" fmla="*/ 558188 h 558188"/>
                <a:gd name="connsiteX4" fmla="*/ 0 w 1700270"/>
                <a:gd name="connsiteY4" fmla="*/ 389262 h 558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0270" h="558188">
                  <a:moveTo>
                    <a:pt x="0" y="389262"/>
                  </a:moveTo>
                  <a:lnTo>
                    <a:pt x="1700270" y="0"/>
                  </a:lnTo>
                  <a:lnTo>
                    <a:pt x="1696598" y="176269"/>
                  </a:lnTo>
                  <a:lnTo>
                    <a:pt x="7344" y="558188"/>
                  </a:lnTo>
                  <a:lnTo>
                    <a:pt x="0" y="389262"/>
                  </a:lnTo>
                  <a:close/>
                </a:path>
              </a:pathLst>
            </a:custGeom>
            <a:solidFill>
              <a:srgbClr val="0000A8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8" name="AutoShape 21">
              <a:extLst>
                <a:ext uri="{FF2B5EF4-FFF2-40B4-BE49-F238E27FC236}">
                  <a16:creationId xmlns:a16="http://schemas.microsoft.com/office/drawing/2014/main" id="{C4EC642E-E1FB-13EF-E6D6-F12C649B8CC9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9140680" y="4048550"/>
              <a:ext cx="99857" cy="161739"/>
            </a:xfrm>
            <a:prstGeom prst="rightBrace">
              <a:avLst>
                <a:gd name="adj1" fmla="val 20390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09F0B6FA-79AF-7CFB-1ABA-BA040F09C140}"/>
              </a:ext>
            </a:extLst>
          </p:cNvPr>
          <p:cNvGrpSpPr/>
          <p:nvPr/>
        </p:nvGrpSpPr>
        <p:grpSpPr>
          <a:xfrm rot="18875132">
            <a:off x="9944476" y="3087718"/>
            <a:ext cx="403654" cy="403654"/>
            <a:chOff x="3917092" y="5572897"/>
            <a:chExt cx="403654" cy="403654"/>
          </a:xfrm>
        </p:grpSpPr>
        <p:sp>
          <p:nvSpPr>
            <p:cNvPr id="174" name="Oval 173">
              <a:extLst>
                <a:ext uri="{FF2B5EF4-FFF2-40B4-BE49-F238E27FC236}">
                  <a16:creationId xmlns:a16="http://schemas.microsoft.com/office/drawing/2014/main" id="{22B84755-809C-CE61-FC3A-BB6F79762E92}"/>
                </a:ext>
              </a:extLst>
            </p:cNvPr>
            <p:cNvSpPr/>
            <p:nvPr/>
          </p:nvSpPr>
          <p:spPr>
            <a:xfrm>
              <a:off x="3917092" y="5572897"/>
              <a:ext cx="98854" cy="98854"/>
            </a:xfrm>
            <a:prstGeom prst="ellipse">
              <a:avLst/>
            </a:prstGeom>
            <a:solidFill>
              <a:schemeClr val="tx1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" name="Oval 174">
              <a:extLst>
                <a:ext uri="{FF2B5EF4-FFF2-40B4-BE49-F238E27FC236}">
                  <a16:creationId xmlns:a16="http://schemas.microsoft.com/office/drawing/2014/main" id="{8526F843-658B-C1FD-E740-5FDEB285E6E2}"/>
                </a:ext>
              </a:extLst>
            </p:cNvPr>
            <p:cNvSpPr/>
            <p:nvPr/>
          </p:nvSpPr>
          <p:spPr>
            <a:xfrm>
              <a:off x="4069492" y="5725297"/>
              <a:ext cx="98854" cy="98854"/>
            </a:xfrm>
            <a:prstGeom prst="ellipse">
              <a:avLst/>
            </a:prstGeom>
            <a:solidFill>
              <a:schemeClr val="tx1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Oval 175">
              <a:extLst>
                <a:ext uri="{FF2B5EF4-FFF2-40B4-BE49-F238E27FC236}">
                  <a16:creationId xmlns:a16="http://schemas.microsoft.com/office/drawing/2014/main" id="{2FE7D29B-B6C6-684A-C28C-8E6D082CB8C6}"/>
                </a:ext>
              </a:extLst>
            </p:cNvPr>
            <p:cNvSpPr/>
            <p:nvPr/>
          </p:nvSpPr>
          <p:spPr>
            <a:xfrm>
              <a:off x="4221892" y="5877697"/>
              <a:ext cx="98854" cy="98854"/>
            </a:xfrm>
            <a:prstGeom prst="ellipse">
              <a:avLst/>
            </a:prstGeom>
            <a:solidFill>
              <a:schemeClr val="tx1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77" name="TextBox 176">
            <a:extLst>
              <a:ext uri="{FF2B5EF4-FFF2-40B4-BE49-F238E27FC236}">
                <a16:creationId xmlns:a16="http://schemas.microsoft.com/office/drawing/2014/main" id="{FBBDE97A-1637-871E-51D9-D59EC062138E}"/>
              </a:ext>
            </a:extLst>
          </p:cNvPr>
          <p:cNvSpPr txBox="1"/>
          <p:nvPr/>
        </p:nvSpPr>
        <p:spPr>
          <a:xfrm>
            <a:off x="8402181" y="4665479"/>
            <a:ext cx="378981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Step 2: Establish 10 connections at the same time</a:t>
            </a:r>
          </a:p>
        </p:txBody>
      </p:sp>
      <p:sp>
        <p:nvSpPr>
          <p:cNvPr id="178" name="Right Brace 177">
            <a:extLst>
              <a:ext uri="{FF2B5EF4-FFF2-40B4-BE49-F238E27FC236}">
                <a16:creationId xmlns:a16="http://schemas.microsoft.com/office/drawing/2014/main" id="{8ACACE28-6D4A-977F-5469-16778D2625B7}"/>
              </a:ext>
            </a:extLst>
          </p:cNvPr>
          <p:cNvSpPr/>
          <p:nvPr/>
        </p:nvSpPr>
        <p:spPr>
          <a:xfrm rot="16200000">
            <a:off x="10080656" y="250334"/>
            <a:ext cx="579312" cy="2526762"/>
          </a:xfrm>
          <a:prstGeom prst="rightBrace">
            <a:avLst>
              <a:gd name="adj1" fmla="val 26919"/>
              <a:gd name="adj2" fmla="val 48541"/>
            </a:avLst>
          </a:prstGeom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252BE2C4-B042-71BC-1690-D379F10EF0A2}"/>
              </a:ext>
            </a:extLst>
          </p:cNvPr>
          <p:cNvSpPr txBox="1"/>
          <p:nvPr/>
        </p:nvSpPr>
        <p:spPr>
          <a:xfrm>
            <a:off x="10117606" y="878474"/>
            <a:ext cx="9711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10</a:t>
            </a:r>
          </a:p>
        </p:txBody>
      </p:sp>
    </p:spTree>
    <p:extLst>
      <p:ext uri="{BB962C8B-B14F-4D97-AF65-F5344CB8AC3E}">
        <p14:creationId xmlns:p14="http://schemas.microsoft.com/office/powerpoint/2010/main" val="29795327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64" grpId="0"/>
      <p:bldP spid="177" grpId="0"/>
      <p:bldP spid="178" grpId="0" animBg="1"/>
      <p:bldP spid="179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576C43B-491E-0F65-C1EC-5345983B323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Non-persistent HTTP vs. persistent HTTP 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BBF7C52-CA7D-5392-ACF7-DDBC41F6819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  <p:sp>
        <p:nvSpPr>
          <p:cNvPr id="7" name="Content Placeholder 7">
            <a:extLst>
              <a:ext uri="{FF2B5EF4-FFF2-40B4-BE49-F238E27FC236}">
                <a16:creationId xmlns:a16="http://schemas.microsoft.com/office/drawing/2014/main" id="{EBBE0E5A-87AB-F186-3C48-18735708DC0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sz="3200" dirty="0"/>
              <a:t>A web page with 10 image objects. How long to complete all?</a:t>
            </a:r>
            <a:endParaRPr lang="en-US" sz="2800" dirty="0"/>
          </a:p>
          <a:p>
            <a:pPr lvl="1"/>
            <a:r>
              <a:rPr lang="en-US" sz="2800" dirty="0"/>
              <a:t>non-persistent HTTP </a:t>
            </a:r>
          </a:p>
          <a:p>
            <a:pPr lvl="1"/>
            <a:endParaRPr lang="en-US" sz="2800" dirty="0"/>
          </a:p>
          <a:p>
            <a:pPr lvl="1"/>
            <a:endParaRPr lang="en-US" sz="2800" dirty="0"/>
          </a:p>
          <a:p>
            <a:pPr lvl="1"/>
            <a:r>
              <a:rPr lang="en-US" sz="2800" dirty="0"/>
              <a:t>persistent HTTP </a:t>
            </a:r>
          </a:p>
          <a:p>
            <a:pPr lvl="1"/>
            <a:endParaRPr lang="en-US" sz="2800" dirty="0"/>
          </a:p>
          <a:p>
            <a:pPr lvl="1"/>
            <a:endParaRPr lang="en-US" sz="2800" dirty="0"/>
          </a:p>
          <a:p>
            <a:pPr lvl="1"/>
            <a:r>
              <a:rPr lang="en-US" sz="2800" dirty="0"/>
              <a:t>non-persistent HTTP (10 objects in parallel)</a:t>
            </a:r>
          </a:p>
          <a:p>
            <a:pPr marL="457200" lvl="1" indent="0">
              <a:buNone/>
            </a:pPr>
            <a:endParaRPr lang="en-US" dirty="0"/>
          </a:p>
          <a:p>
            <a:endParaRPr lang="en-US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54EF3462-C9BF-F90A-2C3D-5A7B9AF48590}"/>
              </a:ext>
            </a:extLst>
          </p:cNvPr>
          <p:cNvSpPr/>
          <p:nvPr/>
        </p:nvSpPr>
        <p:spPr>
          <a:xfrm>
            <a:off x="1206821" y="3198167"/>
            <a:ext cx="1075599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400" dirty="0">
                <a:solidFill>
                  <a:srgbClr val="C00000"/>
                </a:solidFill>
                <a:latin typeface="Gill Sans MT" charset="0"/>
              </a:rPr>
              <a:t>22 RTTs = 2RTTs x (1 + 10) (2 RTTs for base HTML file,  2 RTTs per object)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B1015DC5-319A-F6D7-503F-DD083D8840E4}"/>
              </a:ext>
            </a:extLst>
          </p:cNvPr>
          <p:cNvSpPr/>
          <p:nvPr/>
        </p:nvSpPr>
        <p:spPr>
          <a:xfrm>
            <a:off x="1206821" y="4405933"/>
            <a:ext cx="6514989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dirty="0">
                <a:solidFill>
                  <a:srgbClr val="C00000"/>
                </a:solidFill>
                <a:latin typeface="Gill Sans MT" charset="0"/>
              </a:rPr>
              <a:t>12 RTTs = 2RTTs  + 10 RTTs (1 RTT per object)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8E3713-4FD7-46DF-7730-DA7F74DA76BB}"/>
              </a:ext>
            </a:extLst>
          </p:cNvPr>
          <p:cNvSpPr/>
          <p:nvPr/>
        </p:nvSpPr>
        <p:spPr>
          <a:xfrm>
            <a:off x="1287573" y="5794654"/>
            <a:ext cx="10807510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dirty="0">
                <a:solidFill>
                  <a:srgbClr val="C00000"/>
                </a:solidFill>
                <a:latin typeface="Gill Sans MT" charset="0"/>
              </a:rPr>
              <a:t>4RTTs = 2RTTs  + 2RTTs (2 RTTs for base html file,  2 more RTTs for the 10 objects)</a:t>
            </a:r>
          </a:p>
        </p:txBody>
      </p:sp>
    </p:spTree>
    <p:extLst>
      <p:ext uri="{BB962C8B-B14F-4D97-AF65-F5344CB8AC3E}">
        <p14:creationId xmlns:p14="http://schemas.microsoft.com/office/powerpoint/2010/main" val="8667252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/>
      <p:bldP spid="10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4 Questions in Web and HTTP 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lnSpcReduction="10000"/>
          </a:bodyPr>
          <a:lstStyle/>
          <a:p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What content to transfer?</a:t>
            </a:r>
          </a:p>
          <a:p>
            <a:pPr lvl="1"/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Web pages</a:t>
            </a:r>
          </a:p>
          <a:p>
            <a:pPr lvl="1"/>
            <a:endParaRPr lang="en-US" dirty="0">
              <a:solidFill>
                <a:schemeClr val="bg1">
                  <a:lumMod val="75000"/>
                </a:schemeClr>
              </a:solidFill>
            </a:endParaRPr>
          </a:p>
          <a:p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How to transfer?</a:t>
            </a:r>
          </a:p>
          <a:p>
            <a:pPr lvl="1"/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HTTP connections</a:t>
            </a:r>
          </a:p>
          <a:p>
            <a:pPr lvl="1"/>
            <a:endParaRPr lang="en-US" dirty="0"/>
          </a:p>
          <a:p>
            <a:r>
              <a:rPr lang="en-US" dirty="0"/>
              <a:t>In what messages?</a:t>
            </a:r>
          </a:p>
          <a:p>
            <a:pPr lvl="1"/>
            <a:r>
              <a:rPr lang="en-US" dirty="0"/>
              <a:t>HTTP messages</a:t>
            </a:r>
          </a:p>
          <a:p>
            <a:endParaRPr lang="en-US" dirty="0"/>
          </a:p>
          <a:p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Advanced features</a:t>
            </a:r>
          </a:p>
        </p:txBody>
      </p:sp>
      <p:sp>
        <p:nvSpPr>
          <p:cNvPr id="5" name="Line 19"/>
          <p:cNvSpPr>
            <a:spLocks noChangeShapeType="1"/>
          </p:cNvSpPr>
          <p:nvPr/>
        </p:nvSpPr>
        <p:spPr bwMode="auto">
          <a:xfrm>
            <a:off x="6309895" y="2713790"/>
            <a:ext cx="2954755" cy="27611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" name="Line 20"/>
          <p:cNvSpPr>
            <a:spLocks noChangeShapeType="1"/>
          </p:cNvSpPr>
          <p:nvPr/>
        </p:nvSpPr>
        <p:spPr bwMode="auto">
          <a:xfrm flipH="1" flipV="1">
            <a:off x="6309894" y="2994527"/>
            <a:ext cx="3007144" cy="2616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7" name="Group 44"/>
          <p:cNvGrpSpPr>
            <a:grpSpLocks/>
          </p:cNvGrpSpPr>
          <p:nvPr/>
        </p:nvGrpSpPr>
        <p:grpSpPr bwMode="auto">
          <a:xfrm>
            <a:off x="4999785" y="2430977"/>
            <a:ext cx="1279275" cy="1258720"/>
            <a:chOff x="-44" y="1473"/>
            <a:chExt cx="981" cy="1105"/>
          </a:xfrm>
        </p:grpSpPr>
        <p:pic>
          <p:nvPicPr>
            <p:cNvPr id="8" name="Picture 45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" name="Freeform 4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39825 w 356"/>
                <a:gd name="T3" fmla="*/ 11340 h 368"/>
                <a:gd name="T4" fmla="*/ 165873 w 356"/>
                <a:gd name="T5" fmla="*/ 236254 h 368"/>
                <a:gd name="T6" fmla="*/ 36556 w 356"/>
                <a:gd name="T7" fmla="*/ 29546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" name="Group 47"/>
          <p:cNvGrpSpPr>
            <a:grpSpLocks/>
          </p:cNvGrpSpPr>
          <p:nvPr/>
        </p:nvGrpSpPr>
        <p:grpSpPr bwMode="auto">
          <a:xfrm>
            <a:off x="9402764" y="2245991"/>
            <a:ext cx="695325" cy="1282700"/>
            <a:chOff x="4140" y="429"/>
            <a:chExt cx="1425" cy="2396"/>
          </a:xfrm>
        </p:grpSpPr>
        <p:sp>
          <p:nvSpPr>
            <p:cNvPr id="11" name="Freeform 48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3 w 354"/>
                <a:gd name="T3" fmla="*/ 8 h 2742"/>
                <a:gd name="T4" fmla="*/ 3 w 354"/>
                <a:gd name="T5" fmla="*/ 58 h 2742"/>
                <a:gd name="T6" fmla="*/ 0 w 354"/>
                <a:gd name="T7" fmla="*/ 60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" name="Rectangle 49"/>
            <p:cNvSpPr>
              <a:spLocks noChangeArrowheads="1"/>
            </p:cNvSpPr>
            <p:nvPr/>
          </p:nvSpPr>
          <p:spPr bwMode="auto">
            <a:xfrm>
              <a:off x="4205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" name="Freeform 50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6 h 2537"/>
                <a:gd name="T4" fmla="*/ 2 w 211"/>
                <a:gd name="T5" fmla="*/ 54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" name="Freeform 51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 w 328"/>
                <a:gd name="T3" fmla="*/ 3 h 226"/>
                <a:gd name="T4" fmla="*/ 3 w 328"/>
                <a:gd name="T5" fmla="*/ 6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" name="Rectangle 52"/>
            <p:cNvSpPr>
              <a:spLocks noChangeArrowheads="1"/>
            </p:cNvSpPr>
            <p:nvPr/>
          </p:nvSpPr>
          <p:spPr bwMode="auto">
            <a:xfrm>
              <a:off x="4212" y="693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6" name="Group 53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1" name="AutoShape 54"/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27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" name="AutoShape 55"/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4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7" name="Rectangle 56"/>
            <p:cNvSpPr>
              <a:spLocks noChangeArrowheads="1"/>
            </p:cNvSpPr>
            <p:nvPr/>
          </p:nvSpPr>
          <p:spPr bwMode="auto">
            <a:xfrm>
              <a:off x="4225" y="1019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8" name="Group 57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9" name="AutoShape 58"/>
              <p:cNvSpPr>
                <a:spLocks noChangeArrowheads="1"/>
              </p:cNvSpPr>
              <p:nvPr/>
            </p:nvSpPr>
            <p:spPr bwMode="auto">
              <a:xfrm>
                <a:off x="616" y="2569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" name="AutoShape 59"/>
              <p:cNvSpPr>
                <a:spLocks noChangeArrowheads="1"/>
              </p:cNvSpPr>
              <p:nvPr/>
            </p:nvSpPr>
            <p:spPr bwMode="auto">
              <a:xfrm>
                <a:off x="632" y="2588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9" name="Rectangle 60"/>
            <p:cNvSpPr>
              <a:spLocks noChangeArrowheads="1"/>
            </p:cNvSpPr>
            <p:nvPr/>
          </p:nvSpPr>
          <p:spPr bwMode="auto">
            <a:xfrm>
              <a:off x="4218" y="1357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" name="Rectangle 61"/>
            <p:cNvSpPr>
              <a:spLocks noChangeArrowheads="1"/>
            </p:cNvSpPr>
            <p:nvPr/>
          </p:nvSpPr>
          <p:spPr bwMode="auto">
            <a:xfrm>
              <a:off x="4228" y="1654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21" name="Group 62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7" name="AutoShape 63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" name="AutoShape 64"/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22" name="Freeform 65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 w 328"/>
                <a:gd name="T3" fmla="*/ 2 h 226"/>
                <a:gd name="T4" fmla="*/ 3 w 328"/>
                <a:gd name="T5" fmla="*/ 5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3" name="Group 66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5" name="AutoShape 67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6" name="AutoShape 68"/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24" name="Rectangle 69"/>
            <p:cNvSpPr>
              <a:spLocks noChangeArrowheads="1"/>
            </p:cNvSpPr>
            <p:nvPr/>
          </p:nvSpPr>
          <p:spPr bwMode="auto">
            <a:xfrm>
              <a:off x="5249" y="432"/>
              <a:ext cx="68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" name="Freeform 70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 w 296"/>
                <a:gd name="T3" fmla="*/ 2 h 256"/>
                <a:gd name="T4" fmla="*/ 3 w 296"/>
                <a:gd name="T5" fmla="*/ 5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Freeform 71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 w 304"/>
                <a:gd name="T3" fmla="*/ 4 h 288"/>
                <a:gd name="T4" fmla="*/ 2 w 304"/>
                <a:gd name="T5" fmla="*/ 7 h 288"/>
                <a:gd name="T6" fmla="*/ 2 w 304"/>
                <a:gd name="T7" fmla="*/ 3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Oval 72"/>
            <p:cNvSpPr>
              <a:spLocks noChangeArrowheads="1"/>
            </p:cNvSpPr>
            <p:nvPr/>
          </p:nvSpPr>
          <p:spPr bwMode="auto">
            <a:xfrm>
              <a:off x="5516" y="2611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" name="Freeform 73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6 h 240"/>
                <a:gd name="T4" fmla="*/ 3 w 306"/>
                <a:gd name="T5" fmla="*/ 3 h 240"/>
                <a:gd name="T6" fmla="*/ 3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AutoShape 74"/>
            <p:cNvSpPr>
              <a:spLocks noChangeArrowheads="1"/>
            </p:cNvSpPr>
            <p:nvPr/>
          </p:nvSpPr>
          <p:spPr bwMode="auto">
            <a:xfrm>
              <a:off x="4140" y="2677"/>
              <a:ext cx="1201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" name="AutoShape 75"/>
            <p:cNvSpPr>
              <a:spLocks noChangeArrowheads="1"/>
            </p:cNvSpPr>
            <p:nvPr/>
          </p:nvSpPr>
          <p:spPr bwMode="auto">
            <a:xfrm>
              <a:off x="4205" y="2712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" name="Oval 76"/>
            <p:cNvSpPr>
              <a:spLocks noChangeArrowheads="1"/>
            </p:cNvSpPr>
            <p:nvPr/>
          </p:nvSpPr>
          <p:spPr bwMode="auto">
            <a:xfrm>
              <a:off x="4309" y="2383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" name="Oval 77"/>
            <p:cNvSpPr>
              <a:spLocks noChangeArrowheads="1"/>
            </p:cNvSpPr>
            <p:nvPr/>
          </p:nvSpPr>
          <p:spPr bwMode="auto">
            <a:xfrm>
              <a:off x="4485" y="2383"/>
              <a:ext cx="163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>
                <a:solidFill>
                  <a:srgbClr val="FF0000"/>
                </a:solidFill>
                <a:cs typeface="Arial" charset="0"/>
              </a:endParaRPr>
            </a:p>
          </p:txBody>
        </p:sp>
        <p:sp>
          <p:nvSpPr>
            <p:cNvPr id="33" name="Oval 78"/>
            <p:cNvSpPr>
              <a:spLocks noChangeArrowheads="1"/>
            </p:cNvSpPr>
            <p:nvPr/>
          </p:nvSpPr>
          <p:spPr bwMode="auto">
            <a:xfrm>
              <a:off x="4661" y="2380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" name="Rectangle 79"/>
            <p:cNvSpPr>
              <a:spLocks noChangeArrowheads="1"/>
            </p:cNvSpPr>
            <p:nvPr/>
          </p:nvSpPr>
          <p:spPr bwMode="auto">
            <a:xfrm>
              <a:off x="5061" y="1835"/>
              <a:ext cx="88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43" name="Freeform 7"/>
          <p:cNvSpPr>
            <a:spLocks/>
          </p:cNvSpPr>
          <p:nvPr/>
        </p:nvSpPr>
        <p:spPr bwMode="auto">
          <a:xfrm>
            <a:off x="6868929" y="5021511"/>
            <a:ext cx="1808162" cy="1031875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4" name="Text Box 51"/>
          <p:cNvSpPr txBox="1">
            <a:spLocks noChangeArrowheads="1"/>
          </p:cNvSpPr>
          <p:nvPr/>
        </p:nvSpPr>
        <p:spPr bwMode="auto">
          <a:xfrm>
            <a:off x="7226871" y="5153273"/>
            <a:ext cx="8747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sz="1600"/>
              <a:t>Internet</a:t>
            </a:r>
          </a:p>
        </p:txBody>
      </p:sp>
      <p:sp>
        <p:nvSpPr>
          <p:cNvPr id="45" name="Line 52"/>
          <p:cNvSpPr>
            <a:spLocks noChangeShapeType="1"/>
          </p:cNvSpPr>
          <p:nvPr/>
        </p:nvSpPr>
        <p:spPr bwMode="auto">
          <a:xfrm flipV="1">
            <a:off x="6550526" y="5547895"/>
            <a:ext cx="240631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6" name="Rectangle 23"/>
          <p:cNvSpPr>
            <a:spLocks noChangeArrowheads="1"/>
          </p:cNvSpPr>
          <p:nvPr/>
        </p:nvSpPr>
        <p:spPr bwMode="auto">
          <a:xfrm>
            <a:off x="5420289" y="3743573"/>
            <a:ext cx="1296987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sz="2400">
              <a:latin typeface="Times New Roman" charset="0"/>
            </a:endParaRPr>
          </a:p>
        </p:txBody>
      </p:sp>
      <p:sp>
        <p:nvSpPr>
          <p:cNvPr id="47" name="Rectangle 24"/>
          <p:cNvSpPr>
            <a:spLocks noChangeArrowheads="1"/>
          </p:cNvSpPr>
          <p:nvPr/>
        </p:nvSpPr>
        <p:spPr bwMode="auto">
          <a:xfrm>
            <a:off x="5382189" y="3797548"/>
            <a:ext cx="1273175" cy="1979612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sz="2400">
              <a:latin typeface="Times New Roman" charset="0"/>
            </a:endParaRPr>
          </a:p>
        </p:txBody>
      </p:sp>
      <p:sp>
        <p:nvSpPr>
          <p:cNvPr id="48" name="Line 25"/>
          <p:cNvSpPr>
            <a:spLocks noChangeShapeType="1"/>
          </p:cNvSpPr>
          <p:nvPr/>
        </p:nvSpPr>
        <p:spPr bwMode="auto">
          <a:xfrm>
            <a:off x="5391713" y="455796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" name="Text Box 26"/>
          <p:cNvSpPr txBox="1">
            <a:spLocks noChangeArrowheads="1"/>
          </p:cNvSpPr>
          <p:nvPr/>
        </p:nvSpPr>
        <p:spPr bwMode="auto">
          <a:xfrm>
            <a:off x="5348851" y="4540498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solidFill>
                  <a:srgbClr val="969696"/>
                </a:solidFill>
                <a:latin typeface="Tahoma" charset="0"/>
              </a:rPr>
              <a:t>transport</a:t>
            </a:r>
          </a:p>
        </p:txBody>
      </p:sp>
      <p:sp>
        <p:nvSpPr>
          <p:cNvPr id="50" name="Line 27"/>
          <p:cNvSpPr>
            <a:spLocks noChangeShapeType="1"/>
          </p:cNvSpPr>
          <p:nvPr/>
        </p:nvSpPr>
        <p:spPr bwMode="auto">
          <a:xfrm>
            <a:off x="5399650" y="487863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1" name="Line 28"/>
          <p:cNvSpPr>
            <a:spLocks noChangeShapeType="1"/>
          </p:cNvSpPr>
          <p:nvPr/>
        </p:nvSpPr>
        <p:spPr bwMode="auto">
          <a:xfrm>
            <a:off x="5385363" y="518819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2" name="Line 29"/>
          <p:cNvSpPr>
            <a:spLocks noChangeShapeType="1"/>
          </p:cNvSpPr>
          <p:nvPr/>
        </p:nvSpPr>
        <p:spPr bwMode="auto">
          <a:xfrm>
            <a:off x="5385363" y="547394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3" name="Text Box 26"/>
          <p:cNvSpPr txBox="1">
            <a:spLocks noChangeArrowheads="1"/>
          </p:cNvSpPr>
          <p:nvPr/>
        </p:nvSpPr>
        <p:spPr bwMode="auto">
          <a:xfrm>
            <a:off x="5383776" y="3788023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latin typeface="Tahoma" charset="0"/>
              </a:rPr>
              <a:t>application</a:t>
            </a:r>
          </a:p>
        </p:txBody>
      </p:sp>
      <p:sp>
        <p:nvSpPr>
          <p:cNvPr id="54" name="Text Box 26"/>
          <p:cNvSpPr txBox="1">
            <a:spLocks noChangeArrowheads="1"/>
          </p:cNvSpPr>
          <p:nvPr/>
        </p:nvSpPr>
        <p:spPr bwMode="auto">
          <a:xfrm>
            <a:off x="5339326" y="5445373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solidFill>
                  <a:srgbClr val="969696"/>
                </a:solidFill>
                <a:latin typeface="Tahoma" charset="0"/>
              </a:rPr>
              <a:t>physical</a:t>
            </a:r>
          </a:p>
        </p:txBody>
      </p:sp>
      <p:sp>
        <p:nvSpPr>
          <p:cNvPr id="55" name="Text Box 26"/>
          <p:cNvSpPr txBox="1">
            <a:spLocks noChangeArrowheads="1"/>
          </p:cNvSpPr>
          <p:nvPr/>
        </p:nvSpPr>
        <p:spPr bwMode="auto">
          <a:xfrm>
            <a:off x="5358376" y="5159623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solidFill>
                  <a:srgbClr val="969696"/>
                </a:solidFill>
                <a:latin typeface="Tahoma" charset="0"/>
              </a:rPr>
              <a:t>link</a:t>
            </a:r>
          </a:p>
        </p:txBody>
      </p:sp>
      <p:sp>
        <p:nvSpPr>
          <p:cNvPr id="56" name="Text Box 26"/>
          <p:cNvSpPr txBox="1">
            <a:spLocks noChangeArrowheads="1"/>
          </p:cNvSpPr>
          <p:nvPr/>
        </p:nvSpPr>
        <p:spPr bwMode="auto">
          <a:xfrm>
            <a:off x="5348851" y="4864348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solidFill>
                  <a:srgbClr val="969696"/>
                </a:solidFill>
                <a:latin typeface="Tahoma" charset="0"/>
              </a:rPr>
              <a:t>network</a:t>
            </a:r>
          </a:p>
        </p:txBody>
      </p:sp>
      <p:sp>
        <p:nvSpPr>
          <p:cNvPr id="57" name="Oval 57"/>
          <p:cNvSpPr>
            <a:spLocks noChangeArrowheads="1"/>
          </p:cNvSpPr>
          <p:nvPr/>
        </p:nvSpPr>
        <p:spPr bwMode="auto">
          <a:xfrm>
            <a:off x="5517125" y="4062660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sz="1600"/>
              <a:t>process</a:t>
            </a:r>
          </a:p>
        </p:txBody>
      </p:sp>
      <p:grpSp>
        <p:nvGrpSpPr>
          <p:cNvPr id="58" name="Group 58"/>
          <p:cNvGrpSpPr>
            <a:grpSpLocks/>
          </p:cNvGrpSpPr>
          <p:nvPr/>
        </p:nvGrpSpPr>
        <p:grpSpPr bwMode="auto">
          <a:xfrm>
            <a:off x="5764775" y="4423024"/>
            <a:ext cx="546100" cy="225425"/>
            <a:chOff x="1287" y="2524"/>
            <a:chExt cx="260" cy="100"/>
          </a:xfrm>
        </p:grpSpPr>
        <p:sp>
          <p:nvSpPr>
            <p:cNvPr id="59" name="Rectangle 59"/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" name="Rectangle 60"/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" name="Rectangle 61"/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" name="Rectangle 62"/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63" name="Rectangle 23"/>
          <p:cNvSpPr>
            <a:spLocks noChangeArrowheads="1"/>
          </p:cNvSpPr>
          <p:nvPr/>
        </p:nvSpPr>
        <p:spPr bwMode="auto">
          <a:xfrm>
            <a:off x="9069282" y="3728366"/>
            <a:ext cx="1296988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sz="2400">
              <a:latin typeface="Times New Roman" charset="0"/>
            </a:endParaRPr>
          </a:p>
        </p:txBody>
      </p:sp>
      <p:sp>
        <p:nvSpPr>
          <p:cNvPr id="64" name="Rectangle 24"/>
          <p:cNvSpPr>
            <a:spLocks noChangeArrowheads="1"/>
          </p:cNvSpPr>
          <p:nvPr/>
        </p:nvSpPr>
        <p:spPr bwMode="auto">
          <a:xfrm>
            <a:off x="9031183" y="3782341"/>
            <a:ext cx="1273175" cy="1979612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sz="2400">
              <a:latin typeface="Times New Roman" charset="0"/>
            </a:endParaRPr>
          </a:p>
        </p:txBody>
      </p:sp>
      <p:sp>
        <p:nvSpPr>
          <p:cNvPr id="65" name="Line 25"/>
          <p:cNvSpPr>
            <a:spLocks noChangeShapeType="1"/>
          </p:cNvSpPr>
          <p:nvPr/>
        </p:nvSpPr>
        <p:spPr bwMode="auto">
          <a:xfrm>
            <a:off x="9040707" y="454275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" name="Text Box 26"/>
          <p:cNvSpPr txBox="1">
            <a:spLocks noChangeArrowheads="1"/>
          </p:cNvSpPr>
          <p:nvPr/>
        </p:nvSpPr>
        <p:spPr bwMode="auto">
          <a:xfrm>
            <a:off x="8997846" y="4525291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solidFill>
                  <a:srgbClr val="969696"/>
                </a:solidFill>
                <a:latin typeface="Tahoma" charset="0"/>
              </a:rPr>
              <a:t>transport</a:t>
            </a:r>
          </a:p>
        </p:txBody>
      </p:sp>
      <p:sp>
        <p:nvSpPr>
          <p:cNvPr id="67" name="Line 27"/>
          <p:cNvSpPr>
            <a:spLocks noChangeShapeType="1"/>
          </p:cNvSpPr>
          <p:nvPr/>
        </p:nvSpPr>
        <p:spPr bwMode="auto">
          <a:xfrm>
            <a:off x="9048645" y="486342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" name="Line 28"/>
          <p:cNvSpPr>
            <a:spLocks noChangeShapeType="1"/>
          </p:cNvSpPr>
          <p:nvPr/>
        </p:nvSpPr>
        <p:spPr bwMode="auto">
          <a:xfrm>
            <a:off x="9034357" y="5172992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" name="Line 29"/>
          <p:cNvSpPr>
            <a:spLocks noChangeShapeType="1"/>
          </p:cNvSpPr>
          <p:nvPr/>
        </p:nvSpPr>
        <p:spPr bwMode="auto">
          <a:xfrm>
            <a:off x="9034357" y="5458742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0" name="Text Box 26"/>
          <p:cNvSpPr txBox="1">
            <a:spLocks noChangeArrowheads="1"/>
          </p:cNvSpPr>
          <p:nvPr/>
        </p:nvSpPr>
        <p:spPr bwMode="auto">
          <a:xfrm>
            <a:off x="9032771" y="3772816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latin typeface="Tahoma" charset="0"/>
              </a:rPr>
              <a:t>application</a:t>
            </a:r>
          </a:p>
        </p:txBody>
      </p:sp>
      <p:sp>
        <p:nvSpPr>
          <p:cNvPr id="71" name="Text Box 26"/>
          <p:cNvSpPr txBox="1">
            <a:spLocks noChangeArrowheads="1"/>
          </p:cNvSpPr>
          <p:nvPr/>
        </p:nvSpPr>
        <p:spPr bwMode="auto">
          <a:xfrm>
            <a:off x="8988321" y="5430166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solidFill>
                  <a:srgbClr val="969696"/>
                </a:solidFill>
                <a:latin typeface="Tahoma" charset="0"/>
              </a:rPr>
              <a:t>physical</a:t>
            </a:r>
          </a:p>
        </p:txBody>
      </p:sp>
      <p:sp>
        <p:nvSpPr>
          <p:cNvPr id="72" name="Text Box 26"/>
          <p:cNvSpPr txBox="1">
            <a:spLocks noChangeArrowheads="1"/>
          </p:cNvSpPr>
          <p:nvPr/>
        </p:nvSpPr>
        <p:spPr bwMode="auto">
          <a:xfrm>
            <a:off x="9007371" y="5144416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solidFill>
                  <a:srgbClr val="969696"/>
                </a:solidFill>
                <a:latin typeface="Tahoma" charset="0"/>
              </a:rPr>
              <a:t>link</a:t>
            </a:r>
          </a:p>
        </p:txBody>
      </p:sp>
      <p:sp>
        <p:nvSpPr>
          <p:cNvPr id="73" name="Text Box 26"/>
          <p:cNvSpPr txBox="1">
            <a:spLocks noChangeArrowheads="1"/>
          </p:cNvSpPr>
          <p:nvPr/>
        </p:nvSpPr>
        <p:spPr bwMode="auto">
          <a:xfrm>
            <a:off x="8997846" y="4849141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solidFill>
                  <a:srgbClr val="969696"/>
                </a:solidFill>
                <a:latin typeface="Tahoma" charset="0"/>
              </a:rPr>
              <a:t>network</a:t>
            </a:r>
          </a:p>
        </p:txBody>
      </p:sp>
      <p:sp>
        <p:nvSpPr>
          <p:cNvPr id="74" name="Oval 78"/>
          <p:cNvSpPr>
            <a:spLocks noChangeArrowheads="1"/>
          </p:cNvSpPr>
          <p:nvPr/>
        </p:nvSpPr>
        <p:spPr bwMode="auto">
          <a:xfrm>
            <a:off x="9166120" y="4047453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sz="1600"/>
              <a:t>process</a:t>
            </a:r>
          </a:p>
        </p:txBody>
      </p:sp>
      <p:grpSp>
        <p:nvGrpSpPr>
          <p:cNvPr id="75" name="Group 79"/>
          <p:cNvGrpSpPr>
            <a:grpSpLocks/>
          </p:cNvGrpSpPr>
          <p:nvPr/>
        </p:nvGrpSpPr>
        <p:grpSpPr bwMode="auto">
          <a:xfrm>
            <a:off x="9413770" y="4407817"/>
            <a:ext cx="546100" cy="225425"/>
            <a:chOff x="1287" y="2524"/>
            <a:chExt cx="260" cy="100"/>
          </a:xfrm>
        </p:grpSpPr>
        <p:sp>
          <p:nvSpPr>
            <p:cNvPr id="76" name="Rectangle 80"/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" name="Rectangle 81"/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" name="Rectangle 82"/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" name="Rectangle 83"/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81" name="Text Box 56"/>
          <p:cNvSpPr txBox="1">
            <a:spLocks noChangeArrowheads="1"/>
          </p:cNvSpPr>
          <p:nvPr/>
        </p:nvSpPr>
        <p:spPr bwMode="auto">
          <a:xfrm>
            <a:off x="7145909" y="3846761"/>
            <a:ext cx="9175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i="1" dirty="0">
                <a:solidFill>
                  <a:srgbClr val="CC0000"/>
                </a:solidFill>
              </a:rPr>
              <a:t>socket</a:t>
            </a:r>
          </a:p>
        </p:txBody>
      </p:sp>
      <p:sp>
        <p:nvSpPr>
          <p:cNvPr id="82" name="Line 92"/>
          <p:cNvSpPr>
            <a:spLocks noChangeShapeType="1"/>
          </p:cNvSpPr>
          <p:nvPr/>
        </p:nvSpPr>
        <p:spPr bwMode="auto">
          <a:xfrm flipV="1">
            <a:off x="6148959" y="4046786"/>
            <a:ext cx="968375" cy="4349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" name="Line 93"/>
          <p:cNvSpPr>
            <a:spLocks noChangeShapeType="1"/>
          </p:cNvSpPr>
          <p:nvPr/>
        </p:nvSpPr>
        <p:spPr bwMode="auto">
          <a:xfrm flipH="1" flipV="1">
            <a:off x="8150977" y="4008935"/>
            <a:ext cx="1313865" cy="50959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" name="Slide Number Placeholder 79">
            <a:extLst>
              <a:ext uri="{FF2B5EF4-FFF2-40B4-BE49-F238E27FC236}">
                <a16:creationId xmlns:a16="http://schemas.microsoft.com/office/drawing/2014/main" id="{B933D157-9C9A-DC42-9790-7BDDD9D964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sz="1200" kern="1200">
                <a:solidFill>
                  <a:schemeClr val="tx1"/>
                </a:solidFill>
                <a:latin typeface="Tahoma" charset="0"/>
                <a:ea typeface="ＭＳ Ｐゴシック" charset="0"/>
                <a:cs typeface="ＭＳ Ｐゴシック" charset="0"/>
              </a:defRPr>
            </a:lvl1pPr>
            <a:lvl2pPr marL="4572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2pPr>
            <a:lvl3pPr marL="9144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3pPr>
            <a:lvl4pPr marL="1371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4pPr>
            <a:lvl5pPr marL="18288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9pPr>
          </a:lstStyle>
          <a:p>
            <a:pPr>
              <a:defRPr/>
            </a:pPr>
            <a:endParaRPr lang="en-US"/>
          </a:p>
          <a:p>
            <a:pPr>
              <a:defRPr/>
            </a:pPr>
            <a:fld id="{EA4DE36C-4767-D04B-8BF6-480838CCF4A8}" type="slidenum">
              <a:rPr lang="en-US" smtClean="0"/>
              <a:pPr>
                <a:defRPr/>
              </a:pPr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14808651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7E7A99-FAE2-56F3-4E00-4EF6BFE62B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CD3B25FD-A8BA-0B9E-4770-E4B480300F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HTTP request </a:t>
            </a:r>
            <a:r>
              <a:rPr lang="en-US" altLang="en-US" dirty="0">
                <a:cs typeface="Calibri" panose="020F0502020204030204" pitchFamily="34" charset="0"/>
              </a:rPr>
              <a:t>m</a:t>
            </a:r>
            <a:r>
              <a:rPr lang="en-US" altLang="en-US" sz="4400" dirty="0">
                <a:cs typeface="Calibri" panose="020F0502020204030204" pitchFamily="34" charset="0"/>
              </a:rPr>
              <a:t>essage</a:t>
            </a:r>
            <a:endParaRPr lang="en-US" sz="4400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2C41E2AF-C97B-2B78-45F0-1D74AC67CFAA}"/>
              </a:ext>
            </a:extLst>
          </p:cNvPr>
          <p:cNvSpPr txBox="1">
            <a:spLocks noChangeArrowheads="1"/>
          </p:cNvSpPr>
          <p:nvPr/>
        </p:nvSpPr>
        <p:spPr>
          <a:xfrm>
            <a:off x="533400" y="1444625"/>
            <a:ext cx="11658600" cy="1429204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two types of HTTP messages: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request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,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response</a:t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 request message:</a:t>
            </a:r>
          </a:p>
          <a:p>
            <a:pPr marL="685800" marR="0" lvl="1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ASCII (human-readable format)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91CEF2C6-2F11-06A0-EB36-5E7A439F1D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1677" y="4189643"/>
            <a:ext cx="1071127" cy="757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header</a:t>
            </a:r>
          </a:p>
          <a:p>
            <a:pPr marL="0" marR="0" lvl="0" indent="0" algn="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lines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" name="Text Box 16">
            <a:extLst>
              <a:ext uri="{FF2B5EF4-FFF2-40B4-BE49-F238E27FC236}">
                <a16:creationId xmlns:a16="http://schemas.microsoft.com/office/drawing/2014/main" id="{EF9D7A4F-22BB-75E0-3A70-D5F8D0B8CF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00046" y="3323999"/>
            <a:ext cx="7921878" cy="23429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GET /</a:t>
            </a:r>
            <a:r>
              <a:rPr kumimoji="0" lang="en-US" alt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index.html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HTTP/1.1\r\n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Host: </a:t>
            </a:r>
            <a:r>
              <a:rPr lang="en-US" altLang="en-US" sz="1800" b="1" dirty="0" err="1">
                <a:solidFill>
                  <a:prstClr val="black"/>
                </a:solidFill>
                <a:latin typeface="Courier New" panose="02070309020205020404" pitchFamily="49" charset="0"/>
              </a:rPr>
              <a:t>example.com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\r\n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User-Agent: Mozilla/5.0 (Macintosh; Intel Mac OS X 10.15; rv:80.0) Gecko/20100101 Firefox/80.0 \r\n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Accept: text/</a:t>
            </a:r>
            <a:r>
              <a:rPr kumimoji="0" lang="en-US" alt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html,application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/</a:t>
            </a:r>
            <a:r>
              <a:rPr kumimoji="0" lang="en-US" alt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xhtml+xml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\r\n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Accept-Language: </a:t>
            </a:r>
            <a:r>
              <a:rPr kumimoji="0" lang="en-US" alt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en-us,en;q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=0.5\r\n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Accept-Encoding: </a:t>
            </a:r>
            <a:r>
              <a:rPr kumimoji="0" lang="en-US" alt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gzip,deflate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\r\n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Connection: keep-alive\r\n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\r\n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89281D14-058A-809F-5329-3EE5A18FB11A}"/>
              </a:ext>
            </a:extLst>
          </p:cNvPr>
          <p:cNvGrpSpPr/>
          <p:nvPr/>
        </p:nvGrpSpPr>
        <p:grpSpPr>
          <a:xfrm>
            <a:off x="7524296" y="2623511"/>
            <a:ext cx="2834575" cy="849313"/>
            <a:chOff x="7524296" y="2554061"/>
            <a:chExt cx="2834575" cy="849313"/>
          </a:xfrm>
        </p:grpSpPr>
        <p:sp>
          <p:nvSpPr>
            <p:cNvPr id="17" name="Line 17">
              <a:extLst>
                <a:ext uri="{FF2B5EF4-FFF2-40B4-BE49-F238E27FC236}">
                  <a16:creationId xmlns:a16="http://schemas.microsoft.com/office/drawing/2014/main" id="{A9D0A16C-CCFD-11B0-DAF1-80B0A0A017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24296" y="2841399"/>
              <a:ext cx="166688" cy="514350"/>
            </a:xfrm>
            <a:prstGeom prst="line">
              <a:avLst/>
            </a:prstGeom>
            <a:noFill/>
            <a:ln w="952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8" name="Text Box 18">
              <a:extLst>
                <a:ext uri="{FF2B5EF4-FFF2-40B4-BE49-F238E27FC236}">
                  <a16:creationId xmlns:a16="http://schemas.microsoft.com/office/drawing/2014/main" id="{F3C3D640-D330-4A5F-1A34-EE5CB21FA6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75096" y="2554061"/>
              <a:ext cx="278377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carriage return character</a:t>
              </a:r>
            </a:p>
          </p:txBody>
        </p:sp>
        <p:sp>
          <p:nvSpPr>
            <p:cNvPr id="19" name="Text Box 19">
              <a:extLst>
                <a:ext uri="{FF2B5EF4-FFF2-40B4-BE49-F238E27FC236}">
                  <a16:creationId xmlns:a16="http://schemas.microsoft.com/office/drawing/2014/main" id="{FD089E76-77B0-C0CB-A32C-26E2D08B94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7496" y="2850924"/>
              <a:ext cx="21493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line-feed character</a:t>
              </a:r>
            </a:p>
          </p:txBody>
        </p:sp>
        <p:sp>
          <p:nvSpPr>
            <p:cNvPr id="20" name="Line 20">
              <a:extLst>
                <a:ext uri="{FF2B5EF4-FFF2-40B4-BE49-F238E27FC236}">
                  <a16:creationId xmlns:a16="http://schemas.microsoft.com/office/drawing/2014/main" id="{6407A01D-3C66-1292-8033-1ED4F40949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05284" y="3150961"/>
              <a:ext cx="80962" cy="252413"/>
            </a:xfrm>
            <a:prstGeom prst="line">
              <a:avLst/>
            </a:prstGeom>
            <a:noFill/>
            <a:ln w="952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9EA54889-74D8-504C-4C61-4B2B3B0282D2}"/>
              </a:ext>
            </a:extLst>
          </p:cNvPr>
          <p:cNvGrpSpPr/>
          <p:nvPr/>
        </p:nvGrpSpPr>
        <p:grpSpPr>
          <a:xfrm>
            <a:off x="304572" y="3050979"/>
            <a:ext cx="3691165" cy="830997"/>
            <a:chOff x="304572" y="3050979"/>
            <a:chExt cx="3691165" cy="830997"/>
          </a:xfrm>
        </p:grpSpPr>
        <p:sp>
          <p:nvSpPr>
            <p:cNvPr id="10" name="Text Box 5">
              <a:extLst>
                <a:ext uri="{FF2B5EF4-FFF2-40B4-BE49-F238E27FC236}">
                  <a16:creationId xmlns:a16="http://schemas.microsoft.com/office/drawing/2014/main" id="{12C11AE2-0BA4-550C-3B48-E69BCF09C2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572" y="3050979"/>
              <a:ext cx="3163155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request line (GET, POST,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HEAD commands)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" name="Straight Arrow Connector 3">
              <a:extLst>
                <a:ext uri="{FF2B5EF4-FFF2-40B4-BE49-F238E27FC236}">
                  <a16:creationId xmlns:a16="http://schemas.microsoft.com/office/drawing/2014/main" id="{BF10A2D0-26D1-A2CD-F246-B93352CD78CD}"/>
                </a:ext>
              </a:extLst>
            </p:cNvPr>
            <p:cNvCxnSpPr>
              <a:cxnSpLocks/>
            </p:cNvCxnSpPr>
            <p:nvPr/>
          </p:nvCxnSpPr>
          <p:spPr>
            <a:xfrm>
              <a:off x="2558822" y="3471412"/>
              <a:ext cx="1436915" cy="0"/>
            </a:xfrm>
            <a:prstGeom prst="straightConnector1">
              <a:avLst/>
            </a:prstGeom>
            <a:ln w="19050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49DB392-9CD7-67D0-33F3-188163DAC9C9}"/>
              </a:ext>
            </a:extLst>
          </p:cNvPr>
          <p:cNvGrpSpPr/>
          <p:nvPr/>
        </p:nvGrpSpPr>
        <p:grpSpPr>
          <a:xfrm>
            <a:off x="728348" y="5504669"/>
            <a:ext cx="7778611" cy="1065607"/>
            <a:chOff x="728348" y="5628653"/>
            <a:chExt cx="7778611" cy="1065607"/>
          </a:xfrm>
        </p:grpSpPr>
        <p:sp>
          <p:nvSpPr>
            <p:cNvPr id="15" name="Text Box 11">
              <a:extLst>
                <a:ext uri="{FF2B5EF4-FFF2-40B4-BE49-F238E27FC236}">
                  <a16:creationId xmlns:a16="http://schemas.microsoft.com/office/drawing/2014/main" id="{05B144C1-CDDA-F19E-D8E2-C89668263D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348" y="5628653"/>
              <a:ext cx="2771636" cy="923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carriage return, line feed at start of line indicates end of header lines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" name="TextBox 1">
              <a:extLst>
                <a:ext uri="{FF2B5EF4-FFF2-40B4-BE49-F238E27FC236}">
                  <a16:creationId xmlns:a16="http://schemas.microsoft.com/office/drawing/2014/main" id="{55FE705C-0617-4D62-E34E-71F3F61730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00046" y="6171973"/>
              <a:ext cx="4506913" cy="522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* Check out the online interactive exercises for more examples: h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ttp://</a:t>
              </a:r>
              <a:r>
                <a:rPr kumimoji="0" lang="en-US" altLang="en-US" sz="1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gaia.cs.umass.edu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/</a:t>
              </a:r>
              <a:r>
                <a:rPr kumimoji="0" lang="en-US" altLang="en-US" sz="1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kurose_ross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/interactive/</a:t>
              </a:r>
            </a:p>
          </p:txBody>
        </p:sp>
        <p:sp>
          <p:nvSpPr>
            <p:cNvPr id="14" name="Line 10">
              <a:extLst>
                <a:ext uri="{FF2B5EF4-FFF2-40B4-BE49-F238E27FC236}">
                  <a16:creationId xmlns:a16="http://schemas.microsoft.com/office/drawing/2014/main" id="{8A9016EB-B9FC-B0DD-1B46-29C6047B01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9984" y="5710011"/>
              <a:ext cx="511175" cy="0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5" name="Left Brace 4">
            <a:extLst>
              <a:ext uri="{FF2B5EF4-FFF2-40B4-BE49-F238E27FC236}">
                <a16:creationId xmlns:a16="http://schemas.microsoft.com/office/drawing/2014/main" id="{6288EDC5-B8E7-C2E3-E475-B0627EC9A030}"/>
              </a:ext>
            </a:extLst>
          </p:cNvPr>
          <p:cNvSpPr/>
          <p:nvPr/>
        </p:nvSpPr>
        <p:spPr>
          <a:xfrm>
            <a:off x="3812583" y="3704095"/>
            <a:ext cx="217442" cy="1797803"/>
          </a:xfrm>
          <a:prstGeom prst="leftBrace">
            <a:avLst/>
          </a:prstGeom>
          <a:ln w="19050">
            <a:solidFill>
              <a:srgbClr val="0000A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" name="Slide Number Placeholder 2">
            <a:extLst>
              <a:ext uri="{FF2B5EF4-FFF2-40B4-BE49-F238E27FC236}">
                <a16:creationId xmlns:a16="http://schemas.microsoft.com/office/drawing/2014/main" id="{0DBE3664-61F5-1574-1F1A-5FCB5B8E229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64FE6502-1F62-8A4D-2540-7524F1253BD1}"/>
              </a:ext>
            </a:extLst>
          </p:cNvPr>
          <p:cNvSpPr/>
          <p:nvPr/>
        </p:nvSpPr>
        <p:spPr>
          <a:xfrm>
            <a:off x="4019515" y="3331027"/>
            <a:ext cx="6620718" cy="3021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17BD3E9E-D87E-18C5-3A75-1C42BF350D9D}"/>
              </a:ext>
            </a:extLst>
          </p:cNvPr>
          <p:cNvSpPr/>
          <p:nvPr/>
        </p:nvSpPr>
        <p:spPr>
          <a:xfrm>
            <a:off x="2726871" y="3599519"/>
            <a:ext cx="8392886" cy="196852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430493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6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HTTP request message: general format</a:t>
            </a:r>
            <a:endParaRPr lang="en-US" sz="4400" dirty="0"/>
          </a:p>
        </p:txBody>
      </p:sp>
      <p:sp>
        <p:nvSpPr>
          <p:cNvPr id="22" name="Text Box 9">
            <a:extLst>
              <a:ext uri="{FF2B5EF4-FFF2-40B4-BE49-F238E27FC236}">
                <a16:creationId xmlns:a16="http://schemas.microsoft.com/office/drawing/2014/main" id="{CAB95007-032C-1849-B460-3E4D669013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04472" y="1752600"/>
            <a:ext cx="1030287" cy="6413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request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line</a:t>
            </a:r>
          </a:p>
        </p:txBody>
      </p:sp>
      <p:sp>
        <p:nvSpPr>
          <p:cNvPr id="23" name="Text Box 11">
            <a:extLst>
              <a:ext uri="{FF2B5EF4-FFF2-40B4-BE49-F238E27FC236}">
                <a16:creationId xmlns:a16="http://schemas.microsoft.com/office/drawing/2014/main" id="{0CB38CB5-45F7-C847-AE71-4F4C5B6FDC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99709" y="2768600"/>
            <a:ext cx="974725" cy="6413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header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lines</a:t>
            </a:r>
          </a:p>
        </p:txBody>
      </p:sp>
      <p:sp>
        <p:nvSpPr>
          <p:cNvPr id="24" name="Rectangle 12">
            <a:extLst>
              <a:ext uri="{FF2B5EF4-FFF2-40B4-BE49-F238E27FC236}">
                <a16:creationId xmlns:a16="http://schemas.microsoft.com/office/drawing/2014/main" id="{E645219C-0302-5E46-AE15-64BD65153E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15534" y="2338387"/>
            <a:ext cx="346075" cy="1819275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" name="Rectangle 13">
            <a:extLst>
              <a:ext uri="{FF2B5EF4-FFF2-40B4-BE49-F238E27FC236}">
                <a16:creationId xmlns:a16="http://schemas.microsoft.com/office/drawing/2014/main" id="{CAFB1EEC-4EBF-6E41-B9CB-E4B01F156E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2184" y="2287587"/>
            <a:ext cx="290513" cy="2017713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" name="Rectangle 15">
            <a:extLst>
              <a:ext uri="{FF2B5EF4-FFF2-40B4-BE49-F238E27FC236}">
                <a16:creationId xmlns:a16="http://schemas.microsoft.com/office/drawing/2014/main" id="{009CBE09-CA75-A245-B675-9042959F1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50484" y="4394200"/>
            <a:ext cx="712788" cy="121602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7" name="Text Box 16">
            <a:extLst>
              <a:ext uri="{FF2B5EF4-FFF2-40B4-BE49-F238E27FC236}">
                <a16:creationId xmlns:a16="http://schemas.microsoft.com/office/drawing/2014/main" id="{548D8BC5-234B-1340-9AE4-2B7B4CCDF5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01297" y="4959350"/>
            <a:ext cx="735012" cy="36671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body</a:t>
            </a:r>
          </a:p>
        </p:txBody>
      </p:sp>
      <p:sp>
        <p:nvSpPr>
          <p:cNvPr id="28" name="Rectangle 20">
            <a:extLst>
              <a:ext uri="{FF2B5EF4-FFF2-40B4-BE49-F238E27FC236}">
                <a16:creationId xmlns:a16="http://schemas.microsoft.com/office/drawing/2014/main" id="{8BE22D39-29E3-DB4E-8BB7-B366225B44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9934" y="1789112"/>
            <a:ext cx="5638800" cy="446088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9" name="Line 22">
            <a:extLst>
              <a:ext uri="{FF2B5EF4-FFF2-40B4-BE49-F238E27FC236}">
                <a16:creationId xmlns:a16="http://schemas.microsoft.com/office/drawing/2014/main" id="{E517253E-A702-9F4B-B692-C2D297AE8C5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8034" y="1792287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0" name="Line 23">
            <a:extLst>
              <a:ext uri="{FF2B5EF4-FFF2-40B4-BE49-F238E27FC236}">
                <a16:creationId xmlns:a16="http://schemas.microsoft.com/office/drawing/2014/main" id="{9A3ED2FB-B252-C14F-B645-419D36E7F292}"/>
              </a:ext>
            </a:extLst>
          </p:cNvPr>
          <p:cNvSpPr>
            <a:spLocks noChangeShapeType="1"/>
          </p:cNvSpPr>
          <p:nvPr/>
        </p:nvSpPr>
        <p:spPr bwMode="auto">
          <a:xfrm>
            <a:off x="4632534" y="1792287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1" name="Line 24">
            <a:extLst>
              <a:ext uri="{FF2B5EF4-FFF2-40B4-BE49-F238E27FC236}">
                <a16:creationId xmlns:a16="http://schemas.microsoft.com/office/drawing/2014/main" id="{B2B62443-11E1-2B43-9DCA-4AE37C7E4636}"/>
              </a:ext>
            </a:extLst>
          </p:cNvPr>
          <p:cNvSpPr>
            <a:spLocks noChangeShapeType="1"/>
          </p:cNvSpPr>
          <p:nvPr/>
        </p:nvSpPr>
        <p:spPr bwMode="auto">
          <a:xfrm>
            <a:off x="5940634" y="1792287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2" name="Line 25">
            <a:extLst>
              <a:ext uri="{FF2B5EF4-FFF2-40B4-BE49-F238E27FC236}">
                <a16:creationId xmlns:a16="http://schemas.microsoft.com/office/drawing/2014/main" id="{04CD6AC7-3A8A-D448-ACDB-A1CAAAE45847}"/>
              </a:ext>
            </a:extLst>
          </p:cNvPr>
          <p:cNvSpPr>
            <a:spLocks noChangeShapeType="1"/>
          </p:cNvSpPr>
          <p:nvPr/>
        </p:nvSpPr>
        <p:spPr bwMode="auto">
          <a:xfrm>
            <a:off x="6366084" y="1785937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3" name="Line 26">
            <a:extLst>
              <a:ext uri="{FF2B5EF4-FFF2-40B4-BE49-F238E27FC236}">
                <a16:creationId xmlns:a16="http://schemas.microsoft.com/office/drawing/2014/main" id="{116D6361-9C6F-384A-940A-DBEE668B1738}"/>
              </a:ext>
            </a:extLst>
          </p:cNvPr>
          <p:cNvSpPr>
            <a:spLocks noChangeShapeType="1"/>
          </p:cNvSpPr>
          <p:nvPr/>
        </p:nvSpPr>
        <p:spPr bwMode="auto">
          <a:xfrm>
            <a:off x="7667834" y="1792287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4" name="Line 27">
            <a:extLst>
              <a:ext uri="{FF2B5EF4-FFF2-40B4-BE49-F238E27FC236}">
                <a16:creationId xmlns:a16="http://schemas.microsoft.com/office/drawing/2014/main" id="{66F44111-14E6-9047-91A5-35A207202184}"/>
              </a:ext>
            </a:extLst>
          </p:cNvPr>
          <p:cNvSpPr>
            <a:spLocks noChangeShapeType="1"/>
          </p:cNvSpPr>
          <p:nvPr/>
        </p:nvSpPr>
        <p:spPr bwMode="auto">
          <a:xfrm>
            <a:off x="8105984" y="1792287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5" name="Text Box 28">
            <a:extLst>
              <a:ext uri="{FF2B5EF4-FFF2-40B4-BE49-F238E27FC236}">
                <a16:creationId xmlns:a16="http://schemas.microsoft.com/office/drawing/2014/main" id="{101CD148-0CB6-B64C-B622-686BDB7E05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3759" y="1816100"/>
            <a:ext cx="10302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method</a:t>
            </a:r>
          </a:p>
        </p:txBody>
      </p:sp>
      <p:sp>
        <p:nvSpPr>
          <p:cNvPr id="36" name="Text Box 29">
            <a:extLst>
              <a:ext uri="{FF2B5EF4-FFF2-40B4-BE49-F238E27FC236}">
                <a16:creationId xmlns:a16="http://schemas.microsoft.com/office/drawing/2014/main" id="{803519B0-4DBB-0446-BBAE-FAAA993CE3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65809" y="1797050"/>
            <a:ext cx="4524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</a:t>
            </a:r>
          </a:p>
        </p:txBody>
      </p:sp>
      <p:sp>
        <p:nvSpPr>
          <p:cNvPr id="37" name="Text Box 30">
            <a:extLst>
              <a:ext uri="{FF2B5EF4-FFF2-40B4-BE49-F238E27FC236}">
                <a16:creationId xmlns:a16="http://schemas.microsoft.com/office/drawing/2014/main" id="{2AE14B96-40BF-C44D-B226-47487039ED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1109" y="1803400"/>
            <a:ext cx="4524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</a:t>
            </a:r>
          </a:p>
        </p:txBody>
      </p:sp>
      <p:sp>
        <p:nvSpPr>
          <p:cNvPr id="38" name="Text Box 31">
            <a:extLst>
              <a:ext uri="{FF2B5EF4-FFF2-40B4-BE49-F238E27FC236}">
                <a16:creationId xmlns:a16="http://schemas.microsoft.com/office/drawing/2014/main" id="{499F11E0-2AAF-FC46-939A-844BDA8F36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83709" y="1809750"/>
            <a:ext cx="4032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cr</a:t>
            </a:r>
          </a:p>
        </p:txBody>
      </p:sp>
      <p:sp>
        <p:nvSpPr>
          <p:cNvPr id="39" name="Text Box 32">
            <a:extLst>
              <a:ext uri="{FF2B5EF4-FFF2-40B4-BE49-F238E27FC236}">
                <a16:creationId xmlns:a16="http://schemas.microsoft.com/office/drawing/2014/main" id="{74D4C75B-57F6-FC40-A95F-1EA89717E2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609" y="1820862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lf</a:t>
            </a:r>
          </a:p>
        </p:txBody>
      </p:sp>
      <p:sp>
        <p:nvSpPr>
          <p:cNvPr id="40" name="Text Box 33">
            <a:extLst>
              <a:ext uri="{FF2B5EF4-FFF2-40B4-BE49-F238E27FC236}">
                <a16:creationId xmlns:a16="http://schemas.microsoft.com/office/drawing/2014/main" id="{D3CF33E6-800C-C34A-9A2F-34E6C60D7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1659" y="1803400"/>
            <a:ext cx="10033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version</a:t>
            </a:r>
          </a:p>
        </p:txBody>
      </p:sp>
      <p:sp>
        <p:nvSpPr>
          <p:cNvPr id="41" name="Text Box 34">
            <a:extLst>
              <a:ext uri="{FF2B5EF4-FFF2-40B4-BE49-F238E27FC236}">
                <a16:creationId xmlns:a16="http://schemas.microsoft.com/office/drawing/2014/main" id="{064EF9BF-C55B-3041-B970-830A38934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96059" y="1816100"/>
            <a:ext cx="6937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URL</a:t>
            </a:r>
          </a:p>
        </p:txBody>
      </p:sp>
      <p:grpSp>
        <p:nvGrpSpPr>
          <p:cNvPr id="42" name="Group 45">
            <a:extLst>
              <a:ext uri="{FF2B5EF4-FFF2-40B4-BE49-F238E27FC236}">
                <a16:creationId xmlns:a16="http://schemas.microsoft.com/office/drawing/2014/main" id="{BF6F8085-A891-0844-94E6-578F3AFB50F3}"/>
              </a:ext>
            </a:extLst>
          </p:cNvPr>
          <p:cNvGrpSpPr>
            <a:grpSpLocks/>
          </p:cNvGrpSpPr>
          <p:nvPr/>
        </p:nvGrpSpPr>
        <p:grpSpPr bwMode="auto">
          <a:xfrm>
            <a:off x="2879934" y="2233612"/>
            <a:ext cx="4565650" cy="446088"/>
            <a:chOff x="192" y="1894"/>
            <a:chExt cx="2876" cy="281"/>
          </a:xfrm>
        </p:grpSpPr>
        <p:sp>
          <p:nvSpPr>
            <p:cNvPr id="43" name="Rectangle 35">
              <a:extLst>
                <a:ext uri="{FF2B5EF4-FFF2-40B4-BE49-F238E27FC236}">
                  <a16:creationId xmlns:a16="http://schemas.microsoft.com/office/drawing/2014/main" id="{37CAD855-2626-9B4A-87B5-BBFB2178C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" y="1894"/>
              <a:ext cx="2876" cy="281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" name="Line 36">
              <a:extLst>
                <a:ext uri="{FF2B5EF4-FFF2-40B4-BE49-F238E27FC236}">
                  <a16:creationId xmlns:a16="http://schemas.microsoft.com/office/drawing/2014/main" id="{3882514C-0ADC-584D-AAA4-E4882A2DEA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0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5" name="Line 37">
              <a:extLst>
                <a:ext uri="{FF2B5EF4-FFF2-40B4-BE49-F238E27FC236}">
                  <a16:creationId xmlns:a16="http://schemas.microsoft.com/office/drawing/2014/main" id="{688D6AB7-0894-2D4A-9EE3-CF8BFFA306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2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6" name="Line 39">
              <a:extLst>
                <a:ext uri="{FF2B5EF4-FFF2-40B4-BE49-F238E27FC236}">
                  <a16:creationId xmlns:a16="http://schemas.microsoft.com/office/drawing/2014/main" id="{8B2EC183-EB51-C64D-B126-461EEABB1E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8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7" name="Line 40">
              <a:extLst>
                <a:ext uri="{FF2B5EF4-FFF2-40B4-BE49-F238E27FC236}">
                  <a16:creationId xmlns:a16="http://schemas.microsoft.com/office/drawing/2014/main" id="{4DE50D57-00F5-134E-8F40-FDF9648315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04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8" name="Text Box 41">
              <a:extLst>
                <a:ext uri="{FF2B5EF4-FFF2-40B4-BE49-F238E27FC236}">
                  <a16:creationId xmlns:a16="http://schemas.microsoft.com/office/drawing/2014/main" id="{54D07A27-F429-7046-9310-3A09B05FC6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8" y="1907"/>
              <a:ext cx="25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cr</a:t>
              </a:r>
            </a:p>
          </p:txBody>
        </p:sp>
        <p:sp>
          <p:nvSpPr>
            <p:cNvPr id="49" name="Text Box 42">
              <a:extLst>
                <a:ext uri="{FF2B5EF4-FFF2-40B4-BE49-F238E27FC236}">
                  <a16:creationId xmlns:a16="http://schemas.microsoft.com/office/drawing/2014/main" id="{C2EDB89B-2549-D34E-89E0-D083A1B07D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4" y="191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lf</a:t>
              </a:r>
            </a:p>
          </p:txBody>
        </p:sp>
        <p:sp>
          <p:nvSpPr>
            <p:cNvPr id="50" name="Text Box 43">
              <a:extLst>
                <a:ext uri="{FF2B5EF4-FFF2-40B4-BE49-F238E27FC236}">
                  <a16:creationId xmlns:a16="http://schemas.microsoft.com/office/drawing/2014/main" id="{C7C20190-6015-D24C-8172-D12AE7AC2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2" y="1895"/>
              <a:ext cx="4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value</a:t>
              </a:r>
            </a:p>
          </p:txBody>
        </p:sp>
        <p:sp>
          <p:nvSpPr>
            <p:cNvPr id="51" name="Text Box 44">
              <a:extLst>
                <a:ext uri="{FF2B5EF4-FFF2-40B4-BE49-F238E27FC236}">
                  <a16:creationId xmlns:a16="http://schemas.microsoft.com/office/drawing/2014/main" id="{9D74CC94-6309-9D4E-AC17-7834303D29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6" y="1903"/>
              <a:ext cx="13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header field name</a:t>
              </a:r>
            </a:p>
          </p:txBody>
        </p:sp>
      </p:grpSp>
      <p:grpSp>
        <p:nvGrpSpPr>
          <p:cNvPr id="52" name="Group 46">
            <a:extLst>
              <a:ext uri="{FF2B5EF4-FFF2-40B4-BE49-F238E27FC236}">
                <a16:creationId xmlns:a16="http://schemas.microsoft.com/office/drawing/2014/main" id="{F763EEE1-8E7B-574B-9B12-C02141AD6CEE}"/>
              </a:ext>
            </a:extLst>
          </p:cNvPr>
          <p:cNvGrpSpPr>
            <a:grpSpLocks/>
          </p:cNvGrpSpPr>
          <p:nvPr/>
        </p:nvGrpSpPr>
        <p:grpSpPr bwMode="auto">
          <a:xfrm>
            <a:off x="2876759" y="3709987"/>
            <a:ext cx="4565650" cy="446088"/>
            <a:chOff x="192" y="1894"/>
            <a:chExt cx="2876" cy="281"/>
          </a:xfrm>
        </p:grpSpPr>
        <p:sp>
          <p:nvSpPr>
            <p:cNvPr id="53" name="Rectangle 47">
              <a:extLst>
                <a:ext uri="{FF2B5EF4-FFF2-40B4-BE49-F238E27FC236}">
                  <a16:creationId xmlns:a16="http://schemas.microsoft.com/office/drawing/2014/main" id="{03037660-A975-AC41-9666-AFCCB3A0B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" y="1894"/>
              <a:ext cx="2876" cy="281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" name="Line 48">
              <a:extLst>
                <a:ext uri="{FF2B5EF4-FFF2-40B4-BE49-F238E27FC236}">
                  <a16:creationId xmlns:a16="http://schemas.microsoft.com/office/drawing/2014/main" id="{7DAB01D5-4A4C-0848-8E97-EACA6A36C3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0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5" name="Line 49">
              <a:extLst>
                <a:ext uri="{FF2B5EF4-FFF2-40B4-BE49-F238E27FC236}">
                  <a16:creationId xmlns:a16="http://schemas.microsoft.com/office/drawing/2014/main" id="{12F13F26-AF12-FB44-9B51-D0B6944C6D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2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6" name="Line 50">
              <a:extLst>
                <a:ext uri="{FF2B5EF4-FFF2-40B4-BE49-F238E27FC236}">
                  <a16:creationId xmlns:a16="http://schemas.microsoft.com/office/drawing/2014/main" id="{781CA89B-E86B-F843-A1BF-431E567922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8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7" name="Line 51">
              <a:extLst>
                <a:ext uri="{FF2B5EF4-FFF2-40B4-BE49-F238E27FC236}">
                  <a16:creationId xmlns:a16="http://schemas.microsoft.com/office/drawing/2014/main" id="{74911CA3-EBEB-B142-B4CE-F45E577120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04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8" name="Text Box 52">
              <a:extLst>
                <a:ext uri="{FF2B5EF4-FFF2-40B4-BE49-F238E27FC236}">
                  <a16:creationId xmlns:a16="http://schemas.microsoft.com/office/drawing/2014/main" id="{D0CB791B-5400-C244-A515-F158CF9A23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8" y="1907"/>
              <a:ext cx="25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cr</a:t>
              </a:r>
            </a:p>
          </p:txBody>
        </p:sp>
        <p:sp>
          <p:nvSpPr>
            <p:cNvPr id="59" name="Text Box 53">
              <a:extLst>
                <a:ext uri="{FF2B5EF4-FFF2-40B4-BE49-F238E27FC236}">
                  <a16:creationId xmlns:a16="http://schemas.microsoft.com/office/drawing/2014/main" id="{E5D6E821-F80C-7046-BF97-7FA229C97D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4" y="191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lf</a:t>
              </a:r>
            </a:p>
          </p:txBody>
        </p:sp>
        <p:sp>
          <p:nvSpPr>
            <p:cNvPr id="60" name="Text Box 54">
              <a:extLst>
                <a:ext uri="{FF2B5EF4-FFF2-40B4-BE49-F238E27FC236}">
                  <a16:creationId xmlns:a16="http://schemas.microsoft.com/office/drawing/2014/main" id="{5F6B0327-AD11-4545-B4F6-735084B855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2" y="1895"/>
              <a:ext cx="4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value</a:t>
              </a:r>
            </a:p>
          </p:txBody>
        </p:sp>
        <p:sp>
          <p:nvSpPr>
            <p:cNvPr id="61" name="Text Box 55">
              <a:extLst>
                <a:ext uri="{FF2B5EF4-FFF2-40B4-BE49-F238E27FC236}">
                  <a16:creationId xmlns:a16="http://schemas.microsoft.com/office/drawing/2014/main" id="{95580CF6-5A42-2640-82F1-B4775A0714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6" y="1903"/>
              <a:ext cx="13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header field name</a:t>
              </a:r>
            </a:p>
          </p:txBody>
        </p:sp>
      </p:grpSp>
      <p:sp>
        <p:nvSpPr>
          <p:cNvPr id="62" name="Line 56">
            <a:extLst>
              <a:ext uri="{FF2B5EF4-FFF2-40B4-BE49-F238E27FC236}">
                <a16:creationId xmlns:a16="http://schemas.microsoft.com/office/drawing/2014/main" id="{923CEA11-D6DF-1C46-A3A4-FD9F81E7CBE9}"/>
              </a:ext>
            </a:extLst>
          </p:cNvPr>
          <p:cNvSpPr>
            <a:spLocks noChangeShapeType="1"/>
          </p:cNvSpPr>
          <p:nvPr/>
        </p:nvSpPr>
        <p:spPr bwMode="auto">
          <a:xfrm>
            <a:off x="2879934" y="2681287"/>
            <a:ext cx="0" cy="10414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63" name="Group 61">
            <a:extLst>
              <a:ext uri="{FF2B5EF4-FFF2-40B4-BE49-F238E27FC236}">
                <a16:creationId xmlns:a16="http://schemas.microsoft.com/office/drawing/2014/main" id="{331FDA17-3586-0A4D-9D97-B7C360855EC7}"/>
              </a:ext>
            </a:extLst>
          </p:cNvPr>
          <p:cNvGrpSpPr>
            <a:grpSpLocks/>
          </p:cNvGrpSpPr>
          <p:nvPr/>
        </p:nvGrpSpPr>
        <p:grpSpPr bwMode="auto">
          <a:xfrm>
            <a:off x="2711659" y="2905125"/>
            <a:ext cx="331788" cy="461962"/>
            <a:chOff x="462" y="1727"/>
            <a:chExt cx="209" cy="291"/>
          </a:xfrm>
        </p:grpSpPr>
        <p:sp>
          <p:nvSpPr>
            <p:cNvPr id="64" name="Rectangle 59">
              <a:extLst>
                <a:ext uri="{FF2B5EF4-FFF2-40B4-BE49-F238E27FC236}">
                  <a16:creationId xmlns:a16="http://schemas.microsoft.com/office/drawing/2014/main" id="{C1850415-E4E6-744B-A59A-4CBBE0004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5" name="Text Box 57">
              <a:extLst>
                <a:ext uri="{FF2B5EF4-FFF2-40B4-BE49-F238E27FC236}">
                  <a16:creationId xmlns:a16="http://schemas.microsoft.com/office/drawing/2014/main" id="{26A802CD-661F-6548-9B20-03447D6737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2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~</a:t>
              </a:r>
            </a:p>
          </p:txBody>
        </p:sp>
        <p:sp>
          <p:nvSpPr>
            <p:cNvPr id="66" name="Text Box 58">
              <a:extLst>
                <a:ext uri="{FF2B5EF4-FFF2-40B4-BE49-F238E27FC236}">
                  <a16:creationId xmlns:a16="http://schemas.microsoft.com/office/drawing/2014/main" id="{5857CADE-C5FA-4D45-86A4-A527BB0999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68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~</a:t>
              </a:r>
            </a:p>
          </p:txBody>
        </p:sp>
      </p:grpSp>
      <p:sp>
        <p:nvSpPr>
          <p:cNvPr id="67" name="Line 62">
            <a:extLst>
              <a:ext uri="{FF2B5EF4-FFF2-40B4-BE49-F238E27FC236}">
                <a16:creationId xmlns:a16="http://schemas.microsoft.com/office/drawing/2014/main" id="{4AD99966-51D9-144F-843E-CA57BB5A97E5}"/>
              </a:ext>
            </a:extLst>
          </p:cNvPr>
          <p:cNvSpPr>
            <a:spLocks noChangeShapeType="1"/>
          </p:cNvSpPr>
          <p:nvPr/>
        </p:nvSpPr>
        <p:spPr bwMode="auto">
          <a:xfrm>
            <a:off x="7443997" y="2668587"/>
            <a:ext cx="0" cy="10414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68" name="Group 63">
            <a:extLst>
              <a:ext uri="{FF2B5EF4-FFF2-40B4-BE49-F238E27FC236}">
                <a16:creationId xmlns:a16="http://schemas.microsoft.com/office/drawing/2014/main" id="{21BE7B05-C0E3-2847-AA19-1D559561D8E0}"/>
              </a:ext>
            </a:extLst>
          </p:cNvPr>
          <p:cNvGrpSpPr>
            <a:grpSpLocks/>
          </p:cNvGrpSpPr>
          <p:nvPr/>
        </p:nvGrpSpPr>
        <p:grpSpPr bwMode="auto">
          <a:xfrm>
            <a:off x="7275722" y="2892425"/>
            <a:ext cx="331787" cy="461962"/>
            <a:chOff x="462" y="1727"/>
            <a:chExt cx="209" cy="291"/>
          </a:xfrm>
        </p:grpSpPr>
        <p:sp>
          <p:nvSpPr>
            <p:cNvPr id="69" name="Rectangle 64">
              <a:extLst>
                <a:ext uri="{FF2B5EF4-FFF2-40B4-BE49-F238E27FC236}">
                  <a16:creationId xmlns:a16="http://schemas.microsoft.com/office/drawing/2014/main" id="{1068B7F8-AE57-0A4E-92E6-32182A78C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" name="Text Box 65">
              <a:extLst>
                <a:ext uri="{FF2B5EF4-FFF2-40B4-BE49-F238E27FC236}">
                  <a16:creationId xmlns:a16="http://schemas.microsoft.com/office/drawing/2014/main" id="{304BAA75-EDF9-3049-8146-D4E3B77D4E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2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~</a:t>
              </a:r>
            </a:p>
          </p:txBody>
        </p:sp>
        <p:sp>
          <p:nvSpPr>
            <p:cNvPr id="71" name="Text Box 66">
              <a:extLst>
                <a:ext uri="{FF2B5EF4-FFF2-40B4-BE49-F238E27FC236}">
                  <a16:creationId xmlns:a16="http://schemas.microsoft.com/office/drawing/2014/main" id="{7B98EC85-B737-7A4A-B367-0CDBC6B02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68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~</a:t>
              </a:r>
            </a:p>
          </p:txBody>
        </p:sp>
      </p:grpSp>
      <p:grpSp>
        <p:nvGrpSpPr>
          <p:cNvPr id="72" name="Group 77">
            <a:extLst>
              <a:ext uri="{FF2B5EF4-FFF2-40B4-BE49-F238E27FC236}">
                <a16:creationId xmlns:a16="http://schemas.microsoft.com/office/drawing/2014/main" id="{3F072947-4F12-CC4D-A114-F6AA680D477F}"/>
              </a:ext>
            </a:extLst>
          </p:cNvPr>
          <p:cNvGrpSpPr>
            <a:grpSpLocks/>
          </p:cNvGrpSpPr>
          <p:nvPr/>
        </p:nvGrpSpPr>
        <p:grpSpPr bwMode="auto">
          <a:xfrm>
            <a:off x="2875172" y="4156075"/>
            <a:ext cx="963612" cy="446087"/>
            <a:chOff x="3105" y="2650"/>
            <a:chExt cx="607" cy="281"/>
          </a:xfrm>
        </p:grpSpPr>
        <p:sp>
          <p:nvSpPr>
            <p:cNvPr id="73" name="Rectangle 68">
              <a:extLst>
                <a:ext uri="{FF2B5EF4-FFF2-40B4-BE49-F238E27FC236}">
                  <a16:creationId xmlns:a16="http://schemas.microsoft.com/office/drawing/2014/main" id="{B30322FD-E3EE-8748-B949-5646BF3FD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2650"/>
              <a:ext cx="607" cy="281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" name="Line 72">
              <a:extLst>
                <a:ext uri="{FF2B5EF4-FFF2-40B4-BE49-F238E27FC236}">
                  <a16:creationId xmlns:a16="http://schemas.microsoft.com/office/drawing/2014/main" id="{48E1F9CF-9FEF-5347-B932-F18E52F7D0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6" y="2652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5" name="Text Box 73">
              <a:extLst>
                <a:ext uri="{FF2B5EF4-FFF2-40B4-BE49-F238E27FC236}">
                  <a16:creationId xmlns:a16="http://schemas.microsoft.com/office/drawing/2014/main" id="{3F1DCBAA-5080-0B49-ADD4-12FFFAF8A8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0" y="2663"/>
              <a:ext cx="25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cr</a:t>
              </a:r>
            </a:p>
          </p:txBody>
        </p:sp>
        <p:sp>
          <p:nvSpPr>
            <p:cNvPr id="76" name="Text Box 74">
              <a:extLst>
                <a:ext uri="{FF2B5EF4-FFF2-40B4-BE49-F238E27FC236}">
                  <a16:creationId xmlns:a16="http://schemas.microsoft.com/office/drawing/2014/main" id="{30F8DE49-8702-8242-B74B-8F1C10B8D2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36" y="267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lf</a:t>
              </a:r>
            </a:p>
          </p:txBody>
        </p:sp>
      </p:grpSp>
      <p:sp>
        <p:nvSpPr>
          <p:cNvPr id="77" name="Rectangle 78">
            <a:extLst>
              <a:ext uri="{FF2B5EF4-FFF2-40B4-BE49-F238E27FC236}">
                <a16:creationId xmlns:a16="http://schemas.microsoft.com/office/drawing/2014/main" id="{6229F0FB-98BB-B944-85C4-25A52FBA6C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5172" y="4603750"/>
            <a:ext cx="5170487" cy="1120775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8" name="Text Box 80">
            <a:extLst>
              <a:ext uri="{FF2B5EF4-FFF2-40B4-BE49-F238E27FC236}">
                <a16:creationId xmlns:a16="http://schemas.microsoft.com/office/drawing/2014/main" id="{15C2EA86-0F4F-3247-A569-CE038874C4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1922" y="4927600"/>
            <a:ext cx="14112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entity body</a:t>
            </a:r>
          </a:p>
        </p:txBody>
      </p:sp>
      <p:grpSp>
        <p:nvGrpSpPr>
          <p:cNvPr id="79" name="Group 81">
            <a:extLst>
              <a:ext uri="{FF2B5EF4-FFF2-40B4-BE49-F238E27FC236}">
                <a16:creationId xmlns:a16="http://schemas.microsoft.com/office/drawing/2014/main" id="{FBD71B37-ADDE-7A46-9420-5D7F558DE36A}"/>
              </a:ext>
            </a:extLst>
          </p:cNvPr>
          <p:cNvGrpSpPr>
            <a:grpSpLocks/>
          </p:cNvGrpSpPr>
          <p:nvPr/>
        </p:nvGrpSpPr>
        <p:grpSpPr bwMode="auto">
          <a:xfrm>
            <a:off x="2711659" y="4941887"/>
            <a:ext cx="331788" cy="461963"/>
            <a:chOff x="462" y="1727"/>
            <a:chExt cx="209" cy="291"/>
          </a:xfrm>
        </p:grpSpPr>
        <p:sp>
          <p:nvSpPr>
            <p:cNvPr id="80" name="Rectangle 82">
              <a:extLst>
                <a:ext uri="{FF2B5EF4-FFF2-40B4-BE49-F238E27FC236}">
                  <a16:creationId xmlns:a16="http://schemas.microsoft.com/office/drawing/2014/main" id="{EB685F5D-49A7-714D-B0CE-A681FE471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" name="Text Box 83">
              <a:extLst>
                <a:ext uri="{FF2B5EF4-FFF2-40B4-BE49-F238E27FC236}">
                  <a16:creationId xmlns:a16="http://schemas.microsoft.com/office/drawing/2014/main" id="{F39503FA-5AF7-1343-97ED-74063A1F12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2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~</a:t>
              </a:r>
            </a:p>
          </p:txBody>
        </p:sp>
        <p:sp>
          <p:nvSpPr>
            <p:cNvPr id="82" name="Text Box 84">
              <a:extLst>
                <a:ext uri="{FF2B5EF4-FFF2-40B4-BE49-F238E27FC236}">
                  <a16:creationId xmlns:a16="http://schemas.microsoft.com/office/drawing/2014/main" id="{65445F71-0392-1545-8E73-EFFA475F76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68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~</a:t>
              </a:r>
            </a:p>
          </p:txBody>
        </p:sp>
      </p:grpSp>
      <p:grpSp>
        <p:nvGrpSpPr>
          <p:cNvPr id="83" name="Group 85">
            <a:extLst>
              <a:ext uri="{FF2B5EF4-FFF2-40B4-BE49-F238E27FC236}">
                <a16:creationId xmlns:a16="http://schemas.microsoft.com/office/drawing/2014/main" id="{948FB213-CBD1-754F-9A31-92B73ABB091D}"/>
              </a:ext>
            </a:extLst>
          </p:cNvPr>
          <p:cNvGrpSpPr>
            <a:grpSpLocks/>
          </p:cNvGrpSpPr>
          <p:nvPr/>
        </p:nvGrpSpPr>
        <p:grpSpPr bwMode="auto">
          <a:xfrm>
            <a:off x="7871034" y="4932362"/>
            <a:ext cx="331788" cy="461963"/>
            <a:chOff x="462" y="1727"/>
            <a:chExt cx="209" cy="291"/>
          </a:xfrm>
        </p:grpSpPr>
        <p:sp>
          <p:nvSpPr>
            <p:cNvPr id="84" name="Rectangle 86">
              <a:extLst>
                <a:ext uri="{FF2B5EF4-FFF2-40B4-BE49-F238E27FC236}">
                  <a16:creationId xmlns:a16="http://schemas.microsoft.com/office/drawing/2014/main" id="{2099BE28-2CBD-FA47-A576-86B1CF474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" name="Text Box 87">
              <a:extLst>
                <a:ext uri="{FF2B5EF4-FFF2-40B4-BE49-F238E27FC236}">
                  <a16:creationId xmlns:a16="http://schemas.microsoft.com/office/drawing/2014/main" id="{94AB5515-CA17-A64C-8C42-F074102435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2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~</a:t>
              </a:r>
            </a:p>
          </p:txBody>
        </p:sp>
        <p:sp>
          <p:nvSpPr>
            <p:cNvPr id="86" name="Text Box 88">
              <a:extLst>
                <a:ext uri="{FF2B5EF4-FFF2-40B4-BE49-F238E27FC236}">
                  <a16:creationId xmlns:a16="http://schemas.microsoft.com/office/drawing/2014/main" id="{157CE15D-905D-5B44-91B2-249371FA4B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68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~</a:t>
              </a:r>
            </a:p>
          </p:txBody>
        </p:sp>
      </p:grpSp>
      <p:sp>
        <p:nvSpPr>
          <p:cNvPr id="87" name="Slide Number Placeholder 2">
            <a:extLst>
              <a:ext uri="{FF2B5EF4-FFF2-40B4-BE49-F238E27FC236}">
                <a16:creationId xmlns:a16="http://schemas.microsoft.com/office/drawing/2014/main" id="{09896B4E-767E-074F-8EDA-CDA62F2904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19365902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Other HTTP request </a:t>
            </a:r>
            <a:r>
              <a:rPr lang="en-US" altLang="en-US" dirty="0">
                <a:ea typeface="ＭＳ Ｐゴシック" panose="020B0600070205080204" pitchFamily="34" charset="-128"/>
              </a:rPr>
              <a:t>m</a:t>
            </a:r>
            <a:r>
              <a:rPr lang="en-US" altLang="en-US" sz="4400" dirty="0">
                <a:ea typeface="ＭＳ Ｐゴシック" panose="020B0600070205080204" pitchFamily="34" charset="-128"/>
              </a:rPr>
              <a:t>essages</a:t>
            </a:r>
            <a:endParaRPr lang="en-US" sz="4400" dirty="0"/>
          </a:p>
        </p:txBody>
      </p:sp>
      <p:sp>
        <p:nvSpPr>
          <p:cNvPr id="87" name="Rectangle 3">
            <a:extLst>
              <a:ext uri="{FF2B5EF4-FFF2-40B4-BE49-F238E27FC236}">
                <a16:creationId xmlns:a16="http://schemas.microsoft.com/office/drawing/2014/main" id="{25316CA5-99B5-7F45-AFB7-B3A2CBFABDDC}"/>
              </a:ext>
            </a:extLst>
          </p:cNvPr>
          <p:cNvSpPr txBox="1">
            <a:spLocks noChangeArrowheads="1"/>
          </p:cNvSpPr>
          <p:nvPr/>
        </p:nvSpPr>
        <p:spPr>
          <a:xfrm>
            <a:off x="685573" y="1727394"/>
            <a:ext cx="4684713" cy="1701606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0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POST method:</a:t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web page often includes form input</a:t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user input sent from client to server in entity body of HTTP POST request message</a:t>
            </a:r>
          </a:p>
        </p:txBody>
      </p:sp>
      <p:sp>
        <p:nvSpPr>
          <p:cNvPr id="88" name="Rectangle 3">
            <a:extLst>
              <a:ext uri="{FF2B5EF4-FFF2-40B4-BE49-F238E27FC236}">
                <a16:creationId xmlns:a16="http://schemas.microsoft.com/office/drawing/2014/main" id="{EC7D421B-4EDF-C343-AB2D-4624467F5415}"/>
              </a:ext>
            </a:extLst>
          </p:cNvPr>
          <p:cNvSpPr txBox="1">
            <a:spLocks noChangeArrowheads="1"/>
          </p:cNvSpPr>
          <p:nvPr/>
        </p:nvSpPr>
        <p:spPr>
          <a:xfrm>
            <a:off x="685573" y="4466964"/>
            <a:ext cx="5541055" cy="1701606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0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GET method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(for sending data to server):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include user data in URL field of HTTP GET request message (following a ‘?’):</a:t>
            </a:r>
          </a:p>
        </p:txBody>
      </p:sp>
      <p:sp>
        <p:nvSpPr>
          <p:cNvPr id="89" name="Text Box 5">
            <a:extLst>
              <a:ext uri="{FF2B5EF4-FFF2-40B4-BE49-F238E27FC236}">
                <a16:creationId xmlns:a16="http://schemas.microsoft.com/office/drawing/2014/main" id="{B785588B-2DEA-474F-89CA-2613413F75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692" y="5806133"/>
            <a:ext cx="62801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www.somesite.com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/</a:t>
            </a:r>
            <a:r>
              <a:rPr kumimoji="0" lang="en-US" alt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animalsearch?monkeys&amp;banana</a:t>
            </a:r>
            <a:endParaRPr kumimoji="0" lang="en-US" altLang="en-US" sz="1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ourier New" panose="02070309020205020404" pitchFamily="49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0" name="Rectangle 3">
            <a:extLst>
              <a:ext uri="{FF2B5EF4-FFF2-40B4-BE49-F238E27FC236}">
                <a16:creationId xmlns:a16="http://schemas.microsoft.com/office/drawing/2014/main" id="{F9FB5262-4D63-A149-A391-3CDD424427AC}"/>
              </a:ext>
            </a:extLst>
          </p:cNvPr>
          <p:cNvSpPr txBox="1">
            <a:spLocks noChangeArrowheads="1"/>
          </p:cNvSpPr>
          <p:nvPr/>
        </p:nvSpPr>
        <p:spPr>
          <a:xfrm>
            <a:off x="6991758" y="1752600"/>
            <a:ext cx="4684713" cy="1701606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0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HEAD method:</a:t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requests headers (only) that would be returned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if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specified URL were requested  with an HTTP GET method. </a:t>
            </a:r>
          </a:p>
        </p:txBody>
      </p:sp>
      <p:sp>
        <p:nvSpPr>
          <p:cNvPr id="91" name="Rectangle 3">
            <a:extLst>
              <a:ext uri="{FF2B5EF4-FFF2-40B4-BE49-F238E27FC236}">
                <a16:creationId xmlns:a16="http://schemas.microsoft.com/office/drawing/2014/main" id="{2D3C6453-B336-C04B-8A91-4E7D3B632FEB}"/>
              </a:ext>
            </a:extLst>
          </p:cNvPr>
          <p:cNvSpPr txBox="1">
            <a:spLocks noChangeArrowheads="1"/>
          </p:cNvSpPr>
          <p:nvPr/>
        </p:nvSpPr>
        <p:spPr>
          <a:xfrm>
            <a:off x="6993371" y="3839527"/>
            <a:ext cx="4684713" cy="1701606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0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PUT method:</a:t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uploads new file (object) to server</a:t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completely replaces file that exists at specified URL with content in entity body of POST HTTP request message</a:t>
            </a:r>
          </a:p>
        </p:txBody>
      </p:sp>
      <p:sp>
        <p:nvSpPr>
          <p:cNvPr id="8" name="Slide Number Placeholder 2">
            <a:extLst>
              <a:ext uri="{FF2B5EF4-FFF2-40B4-BE49-F238E27FC236}">
                <a16:creationId xmlns:a16="http://schemas.microsoft.com/office/drawing/2014/main" id="{40C538BA-1C71-0F4D-B753-A7D597D981F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912481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/>
      <p:bldP spid="91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Demo: try</a:t>
            </a:r>
            <a:r>
              <a:rPr lang="en-US" altLang="en-US" sz="4400" dirty="0">
                <a:ea typeface="ＭＳ Ｐゴシック" panose="020B0600070205080204" pitchFamily="34" charset="-128"/>
              </a:rPr>
              <a:t> out HTTP (client side) for yourself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54162CB5-536A-4D40-94FC-6A99B52D37CF}"/>
              </a:ext>
            </a:extLst>
          </p:cNvPr>
          <p:cNvSpPr txBox="1">
            <a:spLocks noChangeArrowheads="1"/>
          </p:cNvSpPr>
          <p:nvPr/>
        </p:nvSpPr>
        <p:spPr>
          <a:xfrm>
            <a:off x="579438" y="1474924"/>
            <a:ext cx="8096250" cy="46672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1. </a:t>
            </a:r>
            <a:r>
              <a:rPr kumimoji="0" lang="en-US" alt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netcat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to your favorite Web server:</a:t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" name="Text Box 5">
            <a:extLst>
              <a:ext uri="{FF2B5EF4-FFF2-40B4-BE49-F238E27FC236}">
                <a16:creationId xmlns:a16="http://schemas.microsoft.com/office/drawing/2014/main" id="{5AD8FC5E-7EF6-5D4A-947A-76F9FAC50B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8629" y="1884363"/>
            <a:ext cx="6244187" cy="1400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opens TCP connection to port 80 (default HTTP server port)  at 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example.com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.</a:t>
            </a:r>
          </a:p>
          <a:p>
            <a:pPr marL="285750" lvl="0" indent="-285750">
              <a:spcBef>
                <a:spcPts val="600"/>
              </a:spcBef>
              <a:buClr>
                <a:srgbClr val="0000A3"/>
              </a:buClr>
              <a:buFont typeface="Wingdings" pitchFamily="2" charset="2"/>
              <a:buChar char="§"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anything typed in will be sent  to port 80 </a:t>
            </a:r>
            <a:r>
              <a:rPr lang="en-US" altLang="en-US" dirty="0">
                <a:solidFill>
                  <a:prstClr val="black"/>
                </a:solidFill>
                <a:latin typeface="Calibri"/>
              </a:rPr>
              <a:t>at </a:t>
            </a:r>
            <a:r>
              <a:rPr lang="en-US" altLang="en-US" dirty="0" err="1">
                <a:solidFill>
                  <a:prstClr val="black"/>
                </a:solidFill>
                <a:latin typeface="Calibri"/>
              </a:rPr>
              <a:t>example.com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" name="Text Box 6">
            <a:extLst>
              <a:ext uri="{FF2B5EF4-FFF2-40B4-BE49-F238E27FC236}">
                <a16:creationId xmlns:a16="http://schemas.microsoft.com/office/drawing/2014/main" id="{A05D1437-BBD8-714B-ADDF-C3F7DEF74E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1297" y="1998799"/>
            <a:ext cx="327205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lvl="0"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%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nc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-c -v </a:t>
            </a:r>
            <a:r>
              <a:rPr lang="en-US" dirty="0" err="1"/>
              <a:t>example.com</a:t>
            </a:r>
            <a:r>
              <a:rPr lang="en-US" dirty="0">
                <a:solidFill>
                  <a:prstClr val="black"/>
                </a:solidFill>
              </a:rPr>
              <a:t> 80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% </a:t>
            </a:r>
            <a:r>
              <a:rPr lang="en-US" sz="2000" dirty="0">
                <a:solidFill>
                  <a:srgbClr val="C00000"/>
                </a:solidFill>
              </a:rPr>
              <a:t>telnet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exa</a:t>
            </a:r>
            <a:r>
              <a:rPr lang="en-US" dirty="0" err="1">
                <a:solidFill>
                  <a:srgbClr val="C00000"/>
                </a:solidFill>
              </a:rPr>
              <a:t>mple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80</a:t>
            </a:r>
            <a:endParaRPr lang="en-US" sz="2000" dirty="0">
              <a:solidFill>
                <a:srgbClr val="C00000"/>
              </a:solidFill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8AAC288-3206-534D-929C-FFD2305EC27E}"/>
              </a:ext>
            </a:extLst>
          </p:cNvPr>
          <p:cNvGrpSpPr/>
          <p:nvPr/>
        </p:nvGrpSpPr>
        <p:grpSpPr>
          <a:xfrm>
            <a:off x="711200" y="5286696"/>
            <a:ext cx="8289126" cy="996484"/>
            <a:chOff x="711200" y="5286696"/>
            <a:chExt cx="8289126" cy="996484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D06E2A86-603C-764E-9AF8-0B2F20CD2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00" y="5286696"/>
              <a:ext cx="8096250" cy="466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3. look at response message sent by HTTP server!</a:t>
              </a:r>
            </a:p>
          </p:txBody>
        </p:sp>
        <p:sp>
          <p:nvSpPr>
            <p:cNvPr id="16" name="Text Box 17">
              <a:extLst>
                <a:ext uri="{FF2B5EF4-FFF2-40B4-BE49-F238E27FC236}">
                  <a16:creationId xmlns:a16="http://schemas.microsoft.com/office/drawing/2014/main" id="{A3659547-E754-6B44-903F-76BD7A3006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66295" y="5821515"/>
              <a:ext cx="793403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(or use Wireshark to look at captured HTTP request/response)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26E12EFF-E52A-B84D-934A-7405FA201329}"/>
              </a:ext>
            </a:extLst>
          </p:cNvPr>
          <p:cNvGrpSpPr/>
          <p:nvPr/>
        </p:nvGrpSpPr>
        <p:grpSpPr>
          <a:xfrm>
            <a:off x="727530" y="3145663"/>
            <a:ext cx="11243449" cy="2045073"/>
            <a:chOff x="727530" y="3145663"/>
            <a:chExt cx="11243449" cy="2045073"/>
          </a:xfrm>
        </p:grpSpPr>
        <p:sp>
          <p:nvSpPr>
            <p:cNvPr id="10" name="Rectangle 7">
              <a:extLst>
                <a:ext uri="{FF2B5EF4-FFF2-40B4-BE49-F238E27FC236}">
                  <a16:creationId xmlns:a16="http://schemas.microsoft.com/office/drawing/2014/main" id="{CF530C45-E591-C948-8561-E3D1A663C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530" y="3145663"/>
              <a:ext cx="8096250" cy="466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2. type in a GET HTTP request:</a:t>
              </a:r>
            </a:p>
            <a:p>
              <a:pPr marL="1143000" marR="0" lvl="2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" name="Text Box 8">
              <a:extLst>
                <a:ext uri="{FF2B5EF4-FFF2-40B4-BE49-F238E27FC236}">
                  <a16:creationId xmlns:a16="http://schemas.microsoft.com/office/drawing/2014/main" id="{44F32261-DA96-6645-A103-A806625BC4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58273" y="3748006"/>
              <a:ext cx="3877985" cy="13234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ourier New" panose="02070309020205020404" pitchFamily="49" charset="0"/>
                  <a:ea typeface="ＭＳ Ｐゴシック" panose="020B0600070205080204" pitchFamily="34" charset="-128"/>
                  <a:cs typeface="+mn-cs"/>
                </a:rPr>
                <a:t>GET /</a:t>
              </a:r>
              <a:r>
                <a:rPr kumimoji="0" lang="en-US" altLang="en-US" sz="20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ourier New" panose="02070309020205020404" pitchFamily="49" charset="0"/>
                  <a:ea typeface="ＭＳ Ｐゴシック" panose="020B0600070205080204" pitchFamily="34" charset="-128"/>
                  <a:cs typeface="+mn-cs"/>
                </a:rPr>
                <a:t>index.html</a:t>
              </a:r>
              <a:r>
                <a:rPr kumimoji="0" lang="en-US" alt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ourier New" panose="02070309020205020404" pitchFamily="49" charset="0"/>
                  <a:ea typeface="ＭＳ Ｐゴシック" panose="020B0600070205080204" pitchFamily="34" charset="-128"/>
                  <a:cs typeface="+mn-cs"/>
                </a:rPr>
                <a:t> HTTP/1.1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ourier New" panose="02070309020205020404" pitchFamily="49" charset="0"/>
                  <a:ea typeface="ＭＳ Ｐゴシック" panose="020B0600070205080204" pitchFamily="34" charset="-128"/>
                  <a:cs typeface="+mn-cs"/>
                </a:rPr>
                <a:t>Host: </a:t>
              </a:r>
              <a:r>
                <a:rPr kumimoji="0" lang="en-US" altLang="en-US" sz="20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ourier New" panose="02070309020205020404" pitchFamily="49" charset="0"/>
                  <a:ea typeface="ＭＳ Ｐゴシック" panose="020B0600070205080204" pitchFamily="34" charset="-128"/>
                  <a:cs typeface="+mn-cs"/>
                </a:rPr>
                <a:t>example.com</a:t>
              </a:r>
              <a:endPara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" name="Text Box 5">
              <a:extLst>
                <a:ext uri="{FF2B5EF4-FFF2-40B4-BE49-F238E27FC236}">
                  <a16:creationId xmlns:a16="http://schemas.microsoft.com/office/drawing/2014/main" id="{A5628D90-F44C-0944-B370-D915188786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6792" y="4175073"/>
              <a:ext cx="6244187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285750" marR="0" lvl="0" indent="-28575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by typing this in (hit carriage return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twice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), you send this minimal (but complete)  GET request to HTTP server</a:t>
              </a:r>
            </a:p>
          </p:txBody>
        </p:sp>
      </p:grp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C4905279-7B20-4F4C-AC34-18EB5C18F59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981549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HTTP response </a:t>
            </a:r>
            <a:r>
              <a:rPr lang="en-US" altLang="en-US" dirty="0">
                <a:ea typeface="ＭＳ Ｐゴシック" panose="020B0600070205080204" pitchFamily="34" charset="-128"/>
              </a:rPr>
              <a:t>m</a:t>
            </a:r>
            <a:r>
              <a:rPr lang="en-US" altLang="en-US" sz="4400" dirty="0">
                <a:ea typeface="ＭＳ Ｐゴシック" panose="020B0600070205080204" pitchFamily="34" charset="-128"/>
              </a:rPr>
              <a:t>essage</a:t>
            </a:r>
            <a:endParaRPr lang="en-US" sz="4400" dirty="0"/>
          </a:p>
        </p:txBody>
      </p:sp>
      <p:sp>
        <p:nvSpPr>
          <p:cNvPr id="87" name="Text Box 5">
            <a:extLst>
              <a:ext uri="{FF2B5EF4-FFF2-40B4-BE49-F238E27FC236}">
                <a16:creationId xmlns:a16="http://schemas.microsoft.com/office/drawing/2014/main" id="{A994AECC-DC16-7847-B8EE-F2F612ABB2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9630" y="1555730"/>
            <a:ext cx="4056113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status line (protocol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status code status phrase)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A3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0" name="Text Box 8">
            <a:extLst>
              <a:ext uri="{FF2B5EF4-FFF2-40B4-BE49-F238E27FC236}">
                <a16:creationId xmlns:a16="http://schemas.microsoft.com/office/drawing/2014/main" id="{9695B2A1-768B-CE41-87A1-8D564F9538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79618" y="2984961"/>
            <a:ext cx="1071127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header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lines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A3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2" name="Text Box 10">
            <a:extLst>
              <a:ext uri="{FF2B5EF4-FFF2-40B4-BE49-F238E27FC236}">
                <a16:creationId xmlns:a16="http://schemas.microsoft.com/office/drawing/2014/main" id="{71D3CD43-9088-2144-992C-3A77F783A6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8397" y="4607159"/>
            <a:ext cx="3602888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data, e.g.,  requested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HTML file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A3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3" name="Rectangle 15">
            <a:extLst>
              <a:ext uri="{FF2B5EF4-FFF2-40B4-BE49-F238E27FC236}">
                <a16:creationId xmlns:a16="http://schemas.microsoft.com/office/drawing/2014/main" id="{AE1D96B5-48F4-B842-9424-43BC570F63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93900" y="1693016"/>
            <a:ext cx="6311900" cy="33401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HTTP/1.1 200 OK</a:t>
            </a:r>
          </a:p>
          <a:p>
            <a:r>
              <a:rPr lang="en-US" sz="1800" b="1" dirty="0">
                <a:latin typeface="Courier" pitchFamily="2" charset="0"/>
              </a:rPr>
              <a:t>Date: Tue, 21 Jan 2025 15:00:35 GMT</a:t>
            </a:r>
          </a:p>
          <a:p>
            <a:r>
              <a:rPr lang="en-US" sz="1800" b="1" dirty="0">
                <a:latin typeface="Courier" pitchFamily="2" charset="0"/>
              </a:rPr>
              <a:t>Server: Apache/2.4.6 (CentOS) OpenSSL/1.0.2k-fips PHP/7.4.33 </a:t>
            </a:r>
            <a:r>
              <a:rPr lang="en-US" sz="1800" b="1" dirty="0" err="1">
                <a:latin typeface="Courier" pitchFamily="2" charset="0"/>
              </a:rPr>
              <a:t>mod_perl</a:t>
            </a:r>
            <a:r>
              <a:rPr lang="en-US" sz="1800" b="1" dirty="0">
                <a:latin typeface="Courier" pitchFamily="2" charset="0"/>
              </a:rPr>
              <a:t>/2.0.11 Perl/v5.16.3</a:t>
            </a:r>
          </a:p>
          <a:p>
            <a:r>
              <a:rPr lang="en-US" sz="1800" b="1" dirty="0">
                <a:latin typeface="Courier" pitchFamily="2" charset="0"/>
              </a:rPr>
              <a:t>X-Powered-By: PHP/7.4.33</a:t>
            </a:r>
          </a:p>
          <a:p>
            <a:r>
              <a:rPr lang="en-US" sz="1800" b="1" dirty="0">
                <a:latin typeface="Courier" pitchFamily="2" charset="0"/>
              </a:rPr>
              <a:t>Set-Cookie: </a:t>
            </a:r>
            <a:r>
              <a:rPr lang="en-US" sz="1800" b="1" dirty="0" err="1">
                <a:latin typeface="Courier" pitchFamily="2" charset="0"/>
              </a:rPr>
              <a:t>DevMode</a:t>
            </a:r>
            <a:r>
              <a:rPr lang="en-US" sz="1800" b="1" dirty="0">
                <a:latin typeface="Courier" pitchFamily="2" charset="0"/>
              </a:rPr>
              <a:t>=0</a:t>
            </a:r>
          </a:p>
          <a:p>
            <a:r>
              <a:rPr lang="en-US" sz="1800" b="1" dirty="0">
                <a:latin typeface="Courier" pitchFamily="2" charset="0"/>
              </a:rPr>
              <a:t>Transfer-Encoding: chunked</a:t>
            </a:r>
          </a:p>
          <a:p>
            <a:r>
              <a:rPr lang="en-US" sz="1800" b="1" dirty="0">
                <a:latin typeface="Courier" pitchFamily="2" charset="0"/>
              </a:rPr>
              <a:t>Content-Type: text/html; charset=UTF-8</a:t>
            </a:r>
            <a:endParaRPr lang="en-US" sz="1800" dirty="0"/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\r\n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t-IT" altLang="en-US" sz="1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ourier New" panose="02070309020205020404" pitchFamily="49" charset="0"/>
              <a:ea typeface="ＭＳ Ｐゴシック" panose="020B0600070205080204" pitchFamily="34" charset="-128"/>
              <a:cs typeface="+mn-cs"/>
            </a:endParaRP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data data data data data ... </a:t>
            </a:r>
            <a:endParaRPr kumimoji="0" lang="en-US" altLang="en-US" sz="1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ourier New" panose="02070309020205020404" pitchFamily="49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94" name="Straight Arrow Connector 93">
            <a:extLst>
              <a:ext uri="{FF2B5EF4-FFF2-40B4-BE49-F238E27FC236}">
                <a16:creationId xmlns:a16="http://schemas.microsoft.com/office/drawing/2014/main" id="{81248C33-8978-FA4A-B68D-07F7345C9C4D}"/>
              </a:ext>
            </a:extLst>
          </p:cNvPr>
          <p:cNvCxnSpPr>
            <a:cxnSpLocks/>
          </p:cNvCxnSpPr>
          <p:nvPr/>
        </p:nvCxnSpPr>
        <p:spPr>
          <a:xfrm>
            <a:off x="3593872" y="1845820"/>
            <a:ext cx="1436915" cy="0"/>
          </a:xfrm>
          <a:prstGeom prst="straightConnector1">
            <a:avLst/>
          </a:prstGeom>
          <a:ln w="19050">
            <a:solidFill>
              <a:srgbClr val="0000A8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Straight Arrow Connector 94">
            <a:extLst>
              <a:ext uri="{FF2B5EF4-FFF2-40B4-BE49-F238E27FC236}">
                <a16:creationId xmlns:a16="http://schemas.microsoft.com/office/drawing/2014/main" id="{A1C1D39C-E830-C840-962A-5EF5A5C89548}"/>
              </a:ext>
            </a:extLst>
          </p:cNvPr>
          <p:cNvCxnSpPr>
            <a:cxnSpLocks/>
          </p:cNvCxnSpPr>
          <p:nvPr/>
        </p:nvCxnSpPr>
        <p:spPr>
          <a:xfrm>
            <a:off x="3642857" y="4850277"/>
            <a:ext cx="1436915" cy="0"/>
          </a:xfrm>
          <a:prstGeom prst="straightConnector1">
            <a:avLst/>
          </a:prstGeom>
          <a:ln w="19050">
            <a:solidFill>
              <a:srgbClr val="0000A8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TextBox 1">
            <a:extLst>
              <a:ext uri="{FF2B5EF4-FFF2-40B4-BE49-F238E27FC236}">
                <a16:creationId xmlns:a16="http://schemas.microsoft.com/office/drawing/2014/main" id="{2551C779-9290-AD4E-91BD-E60A7E927A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9630" y="6155251"/>
            <a:ext cx="952137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* Check out the online interactive exercises for more examples: h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ttp://</a:t>
            </a:r>
            <a:r>
              <a:rPr kumimoji="0" lang="en-US" alt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gaia.cs.umass.edu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/</a:t>
            </a:r>
            <a:r>
              <a:rPr kumimoji="0" lang="en-US" alt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kurose_ross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/interactive/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9A44120-8306-2742-A6C5-833CF39C2053}"/>
              </a:ext>
            </a:extLst>
          </p:cNvPr>
          <p:cNvSpPr/>
          <p:nvPr/>
        </p:nvSpPr>
        <p:spPr>
          <a:xfrm>
            <a:off x="729342" y="4743519"/>
            <a:ext cx="10733315" cy="189411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" name="Left Brace 2">
            <a:extLst>
              <a:ext uri="{FF2B5EF4-FFF2-40B4-BE49-F238E27FC236}">
                <a16:creationId xmlns:a16="http://schemas.microsoft.com/office/drawing/2014/main" id="{7B4A04F6-6325-3B46-B996-B1257F5CC1D8}"/>
              </a:ext>
            </a:extLst>
          </p:cNvPr>
          <p:cNvSpPr/>
          <p:nvPr/>
        </p:nvSpPr>
        <p:spPr>
          <a:xfrm>
            <a:off x="4963885" y="2057400"/>
            <a:ext cx="261258" cy="2694214"/>
          </a:xfrm>
          <a:prstGeom prst="leftBrace">
            <a:avLst/>
          </a:prstGeom>
          <a:ln w="22225">
            <a:solidFill>
              <a:srgbClr val="0000A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73B0BCB5-3B5E-AE49-AE9B-AE6FFB902BA8}"/>
              </a:ext>
            </a:extLst>
          </p:cNvPr>
          <p:cNvSpPr/>
          <p:nvPr/>
        </p:nvSpPr>
        <p:spPr>
          <a:xfrm>
            <a:off x="4810902" y="2050477"/>
            <a:ext cx="7151914" cy="29826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DB7232E2-6D04-AD43-8E7F-3073A3A01F08}"/>
              </a:ext>
            </a:extLst>
          </p:cNvPr>
          <p:cNvSpPr/>
          <p:nvPr/>
        </p:nvSpPr>
        <p:spPr>
          <a:xfrm>
            <a:off x="3917931" y="2885501"/>
            <a:ext cx="7151914" cy="135527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" name="Slide Number Placeholder 2">
            <a:extLst>
              <a:ext uri="{FF2B5EF4-FFF2-40B4-BE49-F238E27FC236}">
                <a16:creationId xmlns:a16="http://schemas.microsoft.com/office/drawing/2014/main" id="{1A72BEEE-6164-8340-B1FC-05E6C79CF76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168900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4" grpId="0" animBg="1"/>
      <p:bldP spid="15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HTTP response </a:t>
            </a:r>
            <a:r>
              <a:rPr lang="en-US" altLang="en-US" dirty="0">
                <a:ea typeface="ＭＳ Ｐゴシック" panose="020B0600070205080204" pitchFamily="34" charset="-128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</a:rPr>
              <a:t>tatus </a:t>
            </a:r>
            <a:r>
              <a:rPr lang="en-US" altLang="en-US" dirty="0">
                <a:ea typeface="ＭＳ Ｐゴシック" panose="020B0600070205080204" pitchFamily="34" charset="-128"/>
              </a:rPr>
              <a:t>c</a:t>
            </a:r>
            <a:r>
              <a:rPr lang="en-US" altLang="en-US" sz="4400" dirty="0">
                <a:ea typeface="ＭＳ Ｐゴシック" panose="020B0600070205080204" pitchFamily="34" charset="-128"/>
              </a:rPr>
              <a:t>odes</a:t>
            </a:r>
            <a:endParaRPr lang="en-US" sz="4400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D7D9FAF8-ACB6-2648-AF49-4F1CA2DD361E}"/>
              </a:ext>
            </a:extLst>
          </p:cNvPr>
          <p:cNvSpPr txBox="1">
            <a:spLocks noChangeArrowheads="1"/>
          </p:cNvSpPr>
          <p:nvPr/>
        </p:nvSpPr>
        <p:spPr>
          <a:xfrm>
            <a:off x="1179871" y="2274314"/>
            <a:ext cx="10678300" cy="41687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5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200 OK</a:t>
            </a:r>
          </a:p>
          <a:p>
            <a:pPr marL="695325" marR="0" lvl="1" indent="-231775" algn="l" defTabSz="914400" rtl="0" eaLnBrk="1" fontAlgn="auto" latinLnBrk="0" hangingPunct="1">
              <a:lnSpc>
                <a:spcPct val="95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request succeeded, requested object later in this message</a:t>
            </a:r>
          </a:p>
          <a:p>
            <a:pPr marL="352425" marR="0" lvl="0" indent="-222250" algn="l" defTabSz="914400" rtl="0" eaLnBrk="1" fontAlgn="auto" latinLnBrk="0" hangingPunct="1">
              <a:lnSpc>
                <a:spcPct val="95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301 Moved Permanently</a:t>
            </a:r>
          </a:p>
          <a:p>
            <a:pPr marL="695325" marR="0" lvl="1" indent="-231775" algn="l" defTabSz="914400" rtl="0" eaLnBrk="1" fontAlgn="auto" latinLnBrk="0" hangingPunct="1">
              <a:lnSpc>
                <a:spcPct val="95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requested object moved, new location specified later in this message (in Location: field)</a:t>
            </a:r>
          </a:p>
          <a:p>
            <a:pPr marL="352425" marR="0" lvl="0" indent="-222250" algn="l" defTabSz="914400" rtl="0" eaLnBrk="1" fontAlgn="auto" latinLnBrk="0" hangingPunct="1">
              <a:lnSpc>
                <a:spcPct val="95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400 Bad Request</a:t>
            </a:r>
          </a:p>
          <a:p>
            <a:pPr marL="695325" marR="0" lvl="1" indent="-231775" algn="l" defTabSz="914400" rtl="0" eaLnBrk="1" fontAlgn="auto" latinLnBrk="0" hangingPunct="1">
              <a:lnSpc>
                <a:spcPct val="95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request msg not understood by server</a:t>
            </a:r>
          </a:p>
          <a:p>
            <a:pPr marL="352425" marR="0" lvl="0" indent="-222250" algn="l" defTabSz="914400" rtl="0" eaLnBrk="1" fontAlgn="auto" latinLnBrk="0" hangingPunct="1">
              <a:lnSpc>
                <a:spcPct val="95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404 Not Found</a:t>
            </a:r>
          </a:p>
          <a:p>
            <a:pPr marL="695325" marR="0" lvl="1" indent="-231775" algn="l" defTabSz="914400" rtl="0" eaLnBrk="1" fontAlgn="auto" latinLnBrk="0" hangingPunct="1">
              <a:lnSpc>
                <a:spcPct val="95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requested document not found on this server</a:t>
            </a:r>
          </a:p>
          <a:p>
            <a:pPr marL="352425" marR="0" lvl="0" indent="-222250" algn="l" defTabSz="914400" rtl="0" eaLnBrk="1" fontAlgn="auto" latinLnBrk="0" hangingPunct="1">
              <a:lnSpc>
                <a:spcPct val="95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505 HTTP Version Not Supported</a:t>
            </a:r>
          </a:p>
        </p:txBody>
      </p:sp>
      <p:sp>
        <p:nvSpPr>
          <p:cNvPr id="13" name="Rectangle 5">
            <a:extLst>
              <a:ext uri="{FF2B5EF4-FFF2-40B4-BE49-F238E27FC236}">
                <a16:creationId xmlns:a16="http://schemas.microsoft.com/office/drawing/2014/main" id="{8C98F9E3-E57A-7844-89F3-A6331B0465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691" y="1325562"/>
            <a:ext cx="10856280" cy="51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50838" indent="-350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50838" marR="0" lvl="0" indent="-350838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status code appears in 1st line in server-to-client response message.</a:t>
            </a:r>
          </a:p>
          <a:p>
            <a:pPr marL="350838" marR="0" lvl="0" indent="-3508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some sample codes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:</a:t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2F3EBF3D-1991-B942-BC94-7A161F5259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06515814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C5D453-49A7-3248-8B07-AB05DA302C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HTTP response status codes (more, optional)</a:t>
            </a:r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ADD1D64D-8F47-6149-B501-D1B42A3A310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 lnSpcReduction="10000"/>
          </a:bodyPr>
          <a:lstStyle/>
          <a:p>
            <a:r>
              <a:rPr lang="en-US" dirty="0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1xx: 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Informational means the request was received and the process is continuing.</a:t>
            </a:r>
          </a:p>
          <a:p>
            <a:r>
              <a:rPr lang="en-US" dirty="0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2xx: 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Success means the action was successfully received, understood, and accepted.</a:t>
            </a:r>
          </a:p>
          <a:p>
            <a:r>
              <a:rPr lang="en-US" dirty="0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3xx: 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Redirection means further action must be taken in order to complete the request.</a:t>
            </a:r>
          </a:p>
          <a:p>
            <a:r>
              <a:rPr lang="en-US" dirty="0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4xx: 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Client Error, It means the request contains incorrect syntax or cannot be fulfilled.</a:t>
            </a:r>
          </a:p>
          <a:p>
            <a:r>
              <a:rPr lang="en-US" dirty="0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5xx: 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Server Error means the server failed to fulfill an apparently valid request.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2B06A8CF-7348-AA44-BED2-7D639350EC80}"/>
              </a:ext>
            </a:extLst>
          </p:cNvPr>
          <p:cNvSpPr/>
          <p:nvPr/>
        </p:nvSpPr>
        <p:spPr>
          <a:xfrm>
            <a:off x="1186912" y="5899119"/>
            <a:ext cx="10166888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>
                <a:solidFill>
                  <a:srgbClr val="FF0000"/>
                </a:solidFill>
              </a:rPr>
              <a:t>Reference: </a:t>
            </a:r>
            <a:r>
              <a:rPr lang="en-US" dirty="0">
                <a:solidFill>
                  <a:srgbClr val="FF0000"/>
                </a:solidFill>
                <a:hlinkClick r:id="rId3"/>
              </a:rPr>
              <a:t>https://www.tutorialspoint.com/http/http_responses.htm</a:t>
            </a:r>
            <a:endParaRPr lang="en-US" dirty="0">
              <a:solidFill>
                <a:srgbClr val="FF0000"/>
              </a:solidFill>
            </a:endParaRPr>
          </a:p>
          <a:p>
            <a:r>
              <a:rPr lang="en-US" dirty="0">
                <a:solidFill>
                  <a:srgbClr val="FF0000"/>
                </a:solidFill>
              </a:rPr>
              <a:t>Reference of 200 OK status:  </a:t>
            </a:r>
            <a:r>
              <a:rPr lang="en-US" dirty="0"/>
              <a:t>https://</a:t>
            </a:r>
            <a:r>
              <a:rPr lang="en-US" dirty="0" err="1"/>
              <a:t>restfulapi.net</a:t>
            </a:r>
            <a:r>
              <a:rPr lang="en-US" dirty="0"/>
              <a:t>/http-status-200-ok/</a:t>
            </a:r>
          </a:p>
          <a:p>
            <a:endParaRPr lang="en-US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6499034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4 Questions in Web and HTTP 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lnSpcReduction="10000"/>
          </a:bodyPr>
          <a:lstStyle/>
          <a:p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What content to transfer?</a:t>
            </a:r>
          </a:p>
          <a:p>
            <a:pPr lvl="1"/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Web pages</a:t>
            </a:r>
          </a:p>
          <a:p>
            <a:pPr lvl="1"/>
            <a:endParaRPr lang="en-US" dirty="0">
              <a:solidFill>
                <a:schemeClr val="bg1">
                  <a:lumMod val="75000"/>
                </a:schemeClr>
              </a:solidFill>
            </a:endParaRPr>
          </a:p>
          <a:p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How to transfer?</a:t>
            </a:r>
          </a:p>
          <a:p>
            <a:pPr lvl="1"/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HTTP connections</a:t>
            </a:r>
          </a:p>
          <a:p>
            <a:pPr lvl="1"/>
            <a:endParaRPr lang="en-US" dirty="0">
              <a:solidFill>
                <a:schemeClr val="bg1">
                  <a:lumMod val="75000"/>
                </a:schemeClr>
              </a:solidFill>
            </a:endParaRPr>
          </a:p>
          <a:p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In what messages?</a:t>
            </a:r>
          </a:p>
          <a:p>
            <a:pPr lvl="1"/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HTTP messages</a:t>
            </a:r>
          </a:p>
          <a:p>
            <a:endParaRPr lang="en-US" dirty="0"/>
          </a:p>
          <a:p>
            <a:r>
              <a:rPr lang="en-US" dirty="0"/>
              <a:t>Advanced features</a:t>
            </a:r>
          </a:p>
        </p:txBody>
      </p:sp>
      <p:sp>
        <p:nvSpPr>
          <p:cNvPr id="5" name="Line 19"/>
          <p:cNvSpPr>
            <a:spLocks noChangeShapeType="1"/>
          </p:cNvSpPr>
          <p:nvPr/>
        </p:nvSpPr>
        <p:spPr bwMode="auto">
          <a:xfrm>
            <a:off x="6309895" y="2713790"/>
            <a:ext cx="2954755" cy="27611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" name="Line 20"/>
          <p:cNvSpPr>
            <a:spLocks noChangeShapeType="1"/>
          </p:cNvSpPr>
          <p:nvPr/>
        </p:nvSpPr>
        <p:spPr bwMode="auto">
          <a:xfrm flipH="1" flipV="1">
            <a:off x="6309894" y="2994527"/>
            <a:ext cx="3007144" cy="2616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7" name="Group 44"/>
          <p:cNvGrpSpPr>
            <a:grpSpLocks/>
          </p:cNvGrpSpPr>
          <p:nvPr/>
        </p:nvGrpSpPr>
        <p:grpSpPr bwMode="auto">
          <a:xfrm>
            <a:off x="4999785" y="2430977"/>
            <a:ext cx="1279275" cy="1258720"/>
            <a:chOff x="-44" y="1473"/>
            <a:chExt cx="981" cy="1105"/>
          </a:xfrm>
        </p:grpSpPr>
        <p:pic>
          <p:nvPicPr>
            <p:cNvPr id="8" name="Picture 45" descr="desktop_computer_stylized_medium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" name="Freeform 4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39825 w 356"/>
                <a:gd name="T3" fmla="*/ 11340 h 368"/>
                <a:gd name="T4" fmla="*/ 165873 w 356"/>
                <a:gd name="T5" fmla="*/ 236254 h 368"/>
                <a:gd name="T6" fmla="*/ 36556 w 356"/>
                <a:gd name="T7" fmla="*/ 29546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" name="Group 47"/>
          <p:cNvGrpSpPr>
            <a:grpSpLocks/>
          </p:cNvGrpSpPr>
          <p:nvPr/>
        </p:nvGrpSpPr>
        <p:grpSpPr bwMode="auto">
          <a:xfrm>
            <a:off x="9402764" y="2245991"/>
            <a:ext cx="695325" cy="1282700"/>
            <a:chOff x="4140" y="429"/>
            <a:chExt cx="1425" cy="2396"/>
          </a:xfrm>
        </p:grpSpPr>
        <p:sp>
          <p:nvSpPr>
            <p:cNvPr id="11" name="Freeform 48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3 w 354"/>
                <a:gd name="T3" fmla="*/ 8 h 2742"/>
                <a:gd name="T4" fmla="*/ 3 w 354"/>
                <a:gd name="T5" fmla="*/ 58 h 2742"/>
                <a:gd name="T6" fmla="*/ 0 w 354"/>
                <a:gd name="T7" fmla="*/ 60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" name="Rectangle 49"/>
            <p:cNvSpPr>
              <a:spLocks noChangeArrowheads="1"/>
            </p:cNvSpPr>
            <p:nvPr/>
          </p:nvSpPr>
          <p:spPr bwMode="auto">
            <a:xfrm>
              <a:off x="4205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" name="Freeform 50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6 h 2537"/>
                <a:gd name="T4" fmla="*/ 2 w 211"/>
                <a:gd name="T5" fmla="*/ 54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" name="Freeform 51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 w 328"/>
                <a:gd name="T3" fmla="*/ 3 h 226"/>
                <a:gd name="T4" fmla="*/ 3 w 328"/>
                <a:gd name="T5" fmla="*/ 6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" name="Rectangle 52"/>
            <p:cNvSpPr>
              <a:spLocks noChangeArrowheads="1"/>
            </p:cNvSpPr>
            <p:nvPr/>
          </p:nvSpPr>
          <p:spPr bwMode="auto">
            <a:xfrm>
              <a:off x="4212" y="693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6" name="Group 53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1" name="AutoShape 54"/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27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" name="AutoShape 55"/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4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7" name="Rectangle 56"/>
            <p:cNvSpPr>
              <a:spLocks noChangeArrowheads="1"/>
            </p:cNvSpPr>
            <p:nvPr/>
          </p:nvSpPr>
          <p:spPr bwMode="auto">
            <a:xfrm>
              <a:off x="4225" y="1019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8" name="Group 57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9" name="AutoShape 58"/>
              <p:cNvSpPr>
                <a:spLocks noChangeArrowheads="1"/>
              </p:cNvSpPr>
              <p:nvPr/>
            </p:nvSpPr>
            <p:spPr bwMode="auto">
              <a:xfrm>
                <a:off x="616" y="2569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" name="AutoShape 59"/>
              <p:cNvSpPr>
                <a:spLocks noChangeArrowheads="1"/>
              </p:cNvSpPr>
              <p:nvPr/>
            </p:nvSpPr>
            <p:spPr bwMode="auto">
              <a:xfrm>
                <a:off x="632" y="2588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9" name="Rectangle 60"/>
            <p:cNvSpPr>
              <a:spLocks noChangeArrowheads="1"/>
            </p:cNvSpPr>
            <p:nvPr/>
          </p:nvSpPr>
          <p:spPr bwMode="auto">
            <a:xfrm>
              <a:off x="4218" y="1357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" name="Rectangle 61"/>
            <p:cNvSpPr>
              <a:spLocks noChangeArrowheads="1"/>
            </p:cNvSpPr>
            <p:nvPr/>
          </p:nvSpPr>
          <p:spPr bwMode="auto">
            <a:xfrm>
              <a:off x="4228" y="1654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21" name="Group 62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7" name="AutoShape 63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" name="AutoShape 64"/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22" name="Freeform 65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 w 328"/>
                <a:gd name="T3" fmla="*/ 2 h 226"/>
                <a:gd name="T4" fmla="*/ 3 w 328"/>
                <a:gd name="T5" fmla="*/ 5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3" name="Group 66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5" name="AutoShape 67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6" name="AutoShape 68"/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24" name="Rectangle 69"/>
            <p:cNvSpPr>
              <a:spLocks noChangeArrowheads="1"/>
            </p:cNvSpPr>
            <p:nvPr/>
          </p:nvSpPr>
          <p:spPr bwMode="auto">
            <a:xfrm>
              <a:off x="5249" y="432"/>
              <a:ext cx="68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" name="Freeform 70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 w 296"/>
                <a:gd name="T3" fmla="*/ 2 h 256"/>
                <a:gd name="T4" fmla="*/ 3 w 296"/>
                <a:gd name="T5" fmla="*/ 5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Freeform 71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 w 304"/>
                <a:gd name="T3" fmla="*/ 4 h 288"/>
                <a:gd name="T4" fmla="*/ 2 w 304"/>
                <a:gd name="T5" fmla="*/ 7 h 288"/>
                <a:gd name="T6" fmla="*/ 2 w 304"/>
                <a:gd name="T7" fmla="*/ 3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Oval 72"/>
            <p:cNvSpPr>
              <a:spLocks noChangeArrowheads="1"/>
            </p:cNvSpPr>
            <p:nvPr/>
          </p:nvSpPr>
          <p:spPr bwMode="auto">
            <a:xfrm>
              <a:off x="5516" y="2611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" name="Freeform 73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6 h 240"/>
                <a:gd name="T4" fmla="*/ 3 w 306"/>
                <a:gd name="T5" fmla="*/ 3 h 240"/>
                <a:gd name="T6" fmla="*/ 3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AutoShape 74"/>
            <p:cNvSpPr>
              <a:spLocks noChangeArrowheads="1"/>
            </p:cNvSpPr>
            <p:nvPr/>
          </p:nvSpPr>
          <p:spPr bwMode="auto">
            <a:xfrm>
              <a:off x="4140" y="2677"/>
              <a:ext cx="1201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" name="AutoShape 75"/>
            <p:cNvSpPr>
              <a:spLocks noChangeArrowheads="1"/>
            </p:cNvSpPr>
            <p:nvPr/>
          </p:nvSpPr>
          <p:spPr bwMode="auto">
            <a:xfrm>
              <a:off x="4205" y="2712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" name="Oval 76"/>
            <p:cNvSpPr>
              <a:spLocks noChangeArrowheads="1"/>
            </p:cNvSpPr>
            <p:nvPr/>
          </p:nvSpPr>
          <p:spPr bwMode="auto">
            <a:xfrm>
              <a:off x="4309" y="2383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" name="Oval 77"/>
            <p:cNvSpPr>
              <a:spLocks noChangeArrowheads="1"/>
            </p:cNvSpPr>
            <p:nvPr/>
          </p:nvSpPr>
          <p:spPr bwMode="auto">
            <a:xfrm>
              <a:off x="4485" y="2383"/>
              <a:ext cx="163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>
                <a:solidFill>
                  <a:srgbClr val="FF0000"/>
                </a:solidFill>
                <a:cs typeface="Arial" charset="0"/>
              </a:endParaRPr>
            </a:p>
          </p:txBody>
        </p:sp>
        <p:sp>
          <p:nvSpPr>
            <p:cNvPr id="33" name="Oval 78"/>
            <p:cNvSpPr>
              <a:spLocks noChangeArrowheads="1"/>
            </p:cNvSpPr>
            <p:nvPr/>
          </p:nvSpPr>
          <p:spPr bwMode="auto">
            <a:xfrm>
              <a:off x="4661" y="2380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" name="Rectangle 79"/>
            <p:cNvSpPr>
              <a:spLocks noChangeArrowheads="1"/>
            </p:cNvSpPr>
            <p:nvPr/>
          </p:nvSpPr>
          <p:spPr bwMode="auto">
            <a:xfrm>
              <a:off x="5061" y="1835"/>
              <a:ext cx="88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43" name="Freeform 7"/>
          <p:cNvSpPr>
            <a:spLocks/>
          </p:cNvSpPr>
          <p:nvPr/>
        </p:nvSpPr>
        <p:spPr bwMode="auto">
          <a:xfrm>
            <a:off x="6868929" y="5021511"/>
            <a:ext cx="1808162" cy="1031875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4" name="Text Box 51"/>
          <p:cNvSpPr txBox="1">
            <a:spLocks noChangeArrowheads="1"/>
          </p:cNvSpPr>
          <p:nvPr/>
        </p:nvSpPr>
        <p:spPr bwMode="auto">
          <a:xfrm>
            <a:off x="7226871" y="5153273"/>
            <a:ext cx="8747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sz="1600"/>
              <a:t>Internet</a:t>
            </a:r>
          </a:p>
        </p:txBody>
      </p:sp>
      <p:sp>
        <p:nvSpPr>
          <p:cNvPr id="45" name="Line 52"/>
          <p:cNvSpPr>
            <a:spLocks noChangeShapeType="1"/>
          </p:cNvSpPr>
          <p:nvPr/>
        </p:nvSpPr>
        <p:spPr bwMode="auto">
          <a:xfrm flipV="1">
            <a:off x="6550526" y="5547895"/>
            <a:ext cx="240631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6" name="Rectangle 23"/>
          <p:cNvSpPr>
            <a:spLocks noChangeArrowheads="1"/>
          </p:cNvSpPr>
          <p:nvPr/>
        </p:nvSpPr>
        <p:spPr bwMode="auto">
          <a:xfrm>
            <a:off x="5420289" y="3743573"/>
            <a:ext cx="1296987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sz="2400">
              <a:latin typeface="Times New Roman" charset="0"/>
            </a:endParaRPr>
          </a:p>
        </p:txBody>
      </p:sp>
      <p:sp>
        <p:nvSpPr>
          <p:cNvPr id="47" name="Rectangle 24"/>
          <p:cNvSpPr>
            <a:spLocks noChangeArrowheads="1"/>
          </p:cNvSpPr>
          <p:nvPr/>
        </p:nvSpPr>
        <p:spPr bwMode="auto">
          <a:xfrm>
            <a:off x="5382189" y="3797548"/>
            <a:ext cx="1273175" cy="1979612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sz="2400">
              <a:latin typeface="Times New Roman" charset="0"/>
            </a:endParaRPr>
          </a:p>
        </p:txBody>
      </p:sp>
      <p:sp>
        <p:nvSpPr>
          <p:cNvPr id="48" name="Line 25"/>
          <p:cNvSpPr>
            <a:spLocks noChangeShapeType="1"/>
          </p:cNvSpPr>
          <p:nvPr/>
        </p:nvSpPr>
        <p:spPr bwMode="auto">
          <a:xfrm>
            <a:off x="5391713" y="455796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" name="Text Box 26"/>
          <p:cNvSpPr txBox="1">
            <a:spLocks noChangeArrowheads="1"/>
          </p:cNvSpPr>
          <p:nvPr/>
        </p:nvSpPr>
        <p:spPr bwMode="auto">
          <a:xfrm>
            <a:off x="5348851" y="4540498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solidFill>
                  <a:srgbClr val="969696"/>
                </a:solidFill>
                <a:latin typeface="Tahoma" charset="0"/>
              </a:rPr>
              <a:t>transport</a:t>
            </a:r>
          </a:p>
        </p:txBody>
      </p:sp>
      <p:sp>
        <p:nvSpPr>
          <p:cNvPr id="50" name="Line 27"/>
          <p:cNvSpPr>
            <a:spLocks noChangeShapeType="1"/>
          </p:cNvSpPr>
          <p:nvPr/>
        </p:nvSpPr>
        <p:spPr bwMode="auto">
          <a:xfrm>
            <a:off x="5399650" y="487863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1" name="Line 28"/>
          <p:cNvSpPr>
            <a:spLocks noChangeShapeType="1"/>
          </p:cNvSpPr>
          <p:nvPr/>
        </p:nvSpPr>
        <p:spPr bwMode="auto">
          <a:xfrm>
            <a:off x="5385363" y="518819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2" name="Line 29"/>
          <p:cNvSpPr>
            <a:spLocks noChangeShapeType="1"/>
          </p:cNvSpPr>
          <p:nvPr/>
        </p:nvSpPr>
        <p:spPr bwMode="auto">
          <a:xfrm>
            <a:off x="5385363" y="547394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3" name="Text Box 26"/>
          <p:cNvSpPr txBox="1">
            <a:spLocks noChangeArrowheads="1"/>
          </p:cNvSpPr>
          <p:nvPr/>
        </p:nvSpPr>
        <p:spPr bwMode="auto">
          <a:xfrm>
            <a:off x="5383776" y="3788023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latin typeface="Tahoma" charset="0"/>
              </a:rPr>
              <a:t>application</a:t>
            </a:r>
          </a:p>
        </p:txBody>
      </p:sp>
      <p:sp>
        <p:nvSpPr>
          <p:cNvPr id="54" name="Text Box 26"/>
          <p:cNvSpPr txBox="1">
            <a:spLocks noChangeArrowheads="1"/>
          </p:cNvSpPr>
          <p:nvPr/>
        </p:nvSpPr>
        <p:spPr bwMode="auto">
          <a:xfrm>
            <a:off x="5339326" y="5445373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solidFill>
                  <a:srgbClr val="969696"/>
                </a:solidFill>
                <a:latin typeface="Tahoma" charset="0"/>
              </a:rPr>
              <a:t>physical</a:t>
            </a:r>
          </a:p>
        </p:txBody>
      </p:sp>
      <p:sp>
        <p:nvSpPr>
          <p:cNvPr id="55" name="Text Box 26"/>
          <p:cNvSpPr txBox="1">
            <a:spLocks noChangeArrowheads="1"/>
          </p:cNvSpPr>
          <p:nvPr/>
        </p:nvSpPr>
        <p:spPr bwMode="auto">
          <a:xfrm>
            <a:off x="5358376" y="5159623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solidFill>
                  <a:srgbClr val="969696"/>
                </a:solidFill>
                <a:latin typeface="Tahoma" charset="0"/>
              </a:rPr>
              <a:t>link</a:t>
            </a:r>
          </a:p>
        </p:txBody>
      </p:sp>
      <p:sp>
        <p:nvSpPr>
          <p:cNvPr id="56" name="Text Box 26"/>
          <p:cNvSpPr txBox="1">
            <a:spLocks noChangeArrowheads="1"/>
          </p:cNvSpPr>
          <p:nvPr/>
        </p:nvSpPr>
        <p:spPr bwMode="auto">
          <a:xfrm>
            <a:off x="5348851" y="4864348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solidFill>
                  <a:srgbClr val="969696"/>
                </a:solidFill>
                <a:latin typeface="Tahoma" charset="0"/>
              </a:rPr>
              <a:t>network</a:t>
            </a:r>
          </a:p>
        </p:txBody>
      </p:sp>
      <p:sp>
        <p:nvSpPr>
          <p:cNvPr id="57" name="Oval 57"/>
          <p:cNvSpPr>
            <a:spLocks noChangeArrowheads="1"/>
          </p:cNvSpPr>
          <p:nvPr/>
        </p:nvSpPr>
        <p:spPr bwMode="auto">
          <a:xfrm>
            <a:off x="5517125" y="4062660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sz="1600"/>
              <a:t>process</a:t>
            </a:r>
          </a:p>
        </p:txBody>
      </p:sp>
      <p:grpSp>
        <p:nvGrpSpPr>
          <p:cNvPr id="58" name="Group 58"/>
          <p:cNvGrpSpPr>
            <a:grpSpLocks/>
          </p:cNvGrpSpPr>
          <p:nvPr/>
        </p:nvGrpSpPr>
        <p:grpSpPr bwMode="auto">
          <a:xfrm>
            <a:off x="5764775" y="4423024"/>
            <a:ext cx="546100" cy="225425"/>
            <a:chOff x="1287" y="2524"/>
            <a:chExt cx="260" cy="100"/>
          </a:xfrm>
        </p:grpSpPr>
        <p:sp>
          <p:nvSpPr>
            <p:cNvPr id="59" name="Rectangle 59"/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" name="Rectangle 60"/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" name="Rectangle 61"/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" name="Rectangle 62"/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63" name="Rectangle 23"/>
          <p:cNvSpPr>
            <a:spLocks noChangeArrowheads="1"/>
          </p:cNvSpPr>
          <p:nvPr/>
        </p:nvSpPr>
        <p:spPr bwMode="auto">
          <a:xfrm>
            <a:off x="9069282" y="3728366"/>
            <a:ext cx="1296988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sz="2400">
              <a:latin typeface="Times New Roman" charset="0"/>
            </a:endParaRPr>
          </a:p>
        </p:txBody>
      </p:sp>
      <p:sp>
        <p:nvSpPr>
          <p:cNvPr id="64" name="Rectangle 24"/>
          <p:cNvSpPr>
            <a:spLocks noChangeArrowheads="1"/>
          </p:cNvSpPr>
          <p:nvPr/>
        </p:nvSpPr>
        <p:spPr bwMode="auto">
          <a:xfrm>
            <a:off x="9031183" y="3782341"/>
            <a:ext cx="1273175" cy="1979612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sz="2400">
              <a:latin typeface="Times New Roman" charset="0"/>
            </a:endParaRPr>
          </a:p>
        </p:txBody>
      </p:sp>
      <p:sp>
        <p:nvSpPr>
          <p:cNvPr id="65" name="Line 25"/>
          <p:cNvSpPr>
            <a:spLocks noChangeShapeType="1"/>
          </p:cNvSpPr>
          <p:nvPr/>
        </p:nvSpPr>
        <p:spPr bwMode="auto">
          <a:xfrm>
            <a:off x="9040707" y="454275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" name="Text Box 26"/>
          <p:cNvSpPr txBox="1">
            <a:spLocks noChangeArrowheads="1"/>
          </p:cNvSpPr>
          <p:nvPr/>
        </p:nvSpPr>
        <p:spPr bwMode="auto">
          <a:xfrm>
            <a:off x="8997846" y="4525291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solidFill>
                  <a:srgbClr val="969696"/>
                </a:solidFill>
                <a:latin typeface="Tahoma" charset="0"/>
              </a:rPr>
              <a:t>transport</a:t>
            </a:r>
          </a:p>
        </p:txBody>
      </p:sp>
      <p:sp>
        <p:nvSpPr>
          <p:cNvPr id="67" name="Line 27"/>
          <p:cNvSpPr>
            <a:spLocks noChangeShapeType="1"/>
          </p:cNvSpPr>
          <p:nvPr/>
        </p:nvSpPr>
        <p:spPr bwMode="auto">
          <a:xfrm>
            <a:off x="9048645" y="486342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" name="Line 28"/>
          <p:cNvSpPr>
            <a:spLocks noChangeShapeType="1"/>
          </p:cNvSpPr>
          <p:nvPr/>
        </p:nvSpPr>
        <p:spPr bwMode="auto">
          <a:xfrm>
            <a:off x="9034357" y="5172992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" name="Line 29"/>
          <p:cNvSpPr>
            <a:spLocks noChangeShapeType="1"/>
          </p:cNvSpPr>
          <p:nvPr/>
        </p:nvSpPr>
        <p:spPr bwMode="auto">
          <a:xfrm>
            <a:off x="9034357" y="5458742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0" name="Text Box 26"/>
          <p:cNvSpPr txBox="1">
            <a:spLocks noChangeArrowheads="1"/>
          </p:cNvSpPr>
          <p:nvPr/>
        </p:nvSpPr>
        <p:spPr bwMode="auto">
          <a:xfrm>
            <a:off x="9032771" y="3772816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latin typeface="Tahoma" charset="0"/>
              </a:rPr>
              <a:t>application</a:t>
            </a:r>
          </a:p>
        </p:txBody>
      </p:sp>
      <p:sp>
        <p:nvSpPr>
          <p:cNvPr id="71" name="Text Box 26"/>
          <p:cNvSpPr txBox="1">
            <a:spLocks noChangeArrowheads="1"/>
          </p:cNvSpPr>
          <p:nvPr/>
        </p:nvSpPr>
        <p:spPr bwMode="auto">
          <a:xfrm>
            <a:off x="8988321" y="5430166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solidFill>
                  <a:srgbClr val="969696"/>
                </a:solidFill>
                <a:latin typeface="Tahoma" charset="0"/>
              </a:rPr>
              <a:t>physical</a:t>
            </a:r>
          </a:p>
        </p:txBody>
      </p:sp>
      <p:sp>
        <p:nvSpPr>
          <p:cNvPr id="72" name="Text Box 26"/>
          <p:cNvSpPr txBox="1">
            <a:spLocks noChangeArrowheads="1"/>
          </p:cNvSpPr>
          <p:nvPr/>
        </p:nvSpPr>
        <p:spPr bwMode="auto">
          <a:xfrm>
            <a:off x="9007371" y="5144416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solidFill>
                  <a:srgbClr val="969696"/>
                </a:solidFill>
                <a:latin typeface="Tahoma" charset="0"/>
              </a:rPr>
              <a:t>link</a:t>
            </a:r>
          </a:p>
        </p:txBody>
      </p:sp>
      <p:sp>
        <p:nvSpPr>
          <p:cNvPr id="73" name="Text Box 26"/>
          <p:cNvSpPr txBox="1">
            <a:spLocks noChangeArrowheads="1"/>
          </p:cNvSpPr>
          <p:nvPr/>
        </p:nvSpPr>
        <p:spPr bwMode="auto">
          <a:xfrm>
            <a:off x="8997846" y="4849141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400">
                <a:solidFill>
                  <a:srgbClr val="969696"/>
                </a:solidFill>
                <a:latin typeface="Tahoma" charset="0"/>
              </a:rPr>
              <a:t>network</a:t>
            </a:r>
          </a:p>
        </p:txBody>
      </p:sp>
      <p:sp>
        <p:nvSpPr>
          <p:cNvPr id="74" name="Oval 78"/>
          <p:cNvSpPr>
            <a:spLocks noChangeArrowheads="1"/>
          </p:cNvSpPr>
          <p:nvPr/>
        </p:nvSpPr>
        <p:spPr bwMode="auto">
          <a:xfrm>
            <a:off x="9166120" y="4047453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sz="1600"/>
              <a:t>process</a:t>
            </a:r>
          </a:p>
        </p:txBody>
      </p:sp>
      <p:grpSp>
        <p:nvGrpSpPr>
          <p:cNvPr id="75" name="Group 79"/>
          <p:cNvGrpSpPr>
            <a:grpSpLocks/>
          </p:cNvGrpSpPr>
          <p:nvPr/>
        </p:nvGrpSpPr>
        <p:grpSpPr bwMode="auto">
          <a:xfrm>
            <a:off x="9413770" y="4407817"/>
            <a:ext cx="546100" cy="225425"/>
            <a:chOff x="1287" y="2524"/>
            <a:chExt cx="260" cy="100"/>
          </a:xfrm>
        </p:grpSpPr>
        <p:sp>
          <p:nvSpPr>
            <p:cNvPr id="76" name="Rectangle 80"/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" name="Rectangle 81"/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" name="Rectangle 82"/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" name="Rectangle 83"/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81" name="Text Box 56"/>
          <p:cNvSpPr txBox="1">
            <a:spLocks noChangeArrowheads="1"/>
          </p:cNvSpPr>
          <p:nvPr/>
        </p:nvSpPr>
        <p:spPr bwMode="auto">
          <a:xfrm>
            <a:off x="7145909" y="3846761"/>
            <a:ext cx="9175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i="1" dirty="0">
                <a:solidFill>
                  <a:srgbClr val="CC0000"/>
                </a:solidFill>
              </a:rPr>
              <a:t>socket</a:t>
            </a:r>
          </a:p>
        </p:txBody>
      </p:sp>
      <p:sp>
        <p:nvSpPr>
          <p:cNvPr id="82" name="Line 92"/>
          <p:cNvSpPr>
            <a:spLocks noChangeShapeType="1"/>
          </p:cNvSpPr>
          <p:nvPr/>
        </p:nvSpPr>
        <p:spPr bwMode="auto">
          <a:xfrm flipV="1">
            <a:off x="6148959" y="4046786"/>
            <a:ext cx="968375" cy="4349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" name="Line 93"/>
          <p:cNvSpPr>
            <a:spLocks noChangeShapeType="1"/>
          </p:cNvSpPr>
          <p:nvPr/>
        </p:nvSpPr>
        <p:spPr bwMode="auto">
          <a:xfrm flipH="1" flipV="1">
            <a:off x="8150977" y="4008935"/>
            <a:ext cx="1313865" cy="50959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" name="Slide Number Placeholder 79">
            <a:extLst>
              <a:ext uri="{FF2B5EF4-FFF2-40B4-BE49-F238E27FC236}">
                <a16:creationId xmlns:a16="http://schemas.microsoft.com/office/drawing/2014/main" id="{B933D157-9C9A-DC42-9790-7BDDD9D964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sz="1200" kern="1200">
                <a:solidFill>
                  <a:schemeClr val="tx1"/>
                </a:solidFill>
                <a:latin typeface="Tahoma" charset="0"/>
                <a:ea typeface="ＭＳ Ｐゴシック" charset="0"/>
                <a:cs typeface="ＭＳ Ｐゴシック" charset="0"/>
              </a:defRPr>
            </a:lvl1pPr>
            <a:lvl2pPr marL="4572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2pPr>
            <a:lvl3pPr marL="9144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3pPr>
            <a:lvl4pPr marL="1371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4pPr>
            <a:lvl5pPr marL="18288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9pPr>
          </a:lstStyle>
          <a:p>
            <a:pPr>
              <a:defRPr/>
            </a:pPr>
            <a:endParaRPr lang="en-US"/>
          </a:p>
          <a:p>
            <a:pPr>
              <a:defRPr/>
            </a:pPr>
            <a:fld id="{EA4DE36C-4767-D04B-8BF6-480838CCF4A8}" type="slidenum">
              <a:rPr lang="en-US" smtClean="0"/>
              <a:pPr>
                <a:defRPr/>
              </a:pPr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14537986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Maintaining user/server state: cookies</a:t>
            </a:r>
            <a:endParaRPr lang="en-US" sz="4400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3635EFC9-A521-0240-B257-CD458B330808}"/>
              </a:ext>
            </a:extLst>
          </p:cNvPr>
          <p:cNvSpPr txBox="1">
            <a:spLocks noChangeArrowheads="1"/>
          </p:cNvSpPr>
          <p:nvPr/>
        </p:nvSpPr>
        <p:spPr>
          <a:xfrm>
            <a:off x="751523" y="1368109"/>
            <a:ext cx="5877880" cy="483674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Recall:  HTTP GET/response interaction is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stateless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no notion of multi-step exchanges of HTTP messages to complete a Web “transaction”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no need for client/server to track “state” of multi-step exchange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all HTTP requests are independent of each other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no need for client/server to “recover” from a partially-completed-but-never-completely-completed transaction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81F961A-6387-0345-9591-6D8E9EDB9801}"/>
              </a:ext>
            </a:extLst>
          </p:cNvPr>
          <p:cNvSpPr txBox="1"/>
          <p:nvPr/>
        </p:nvSpPr>
        <p:spPr>
          <a:xfrm>
            <a:off x="7777183" y="1266045"/>
            <a:ext cx="334734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 stateful protocol: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client makes two changes to X, or none at all</a:t>
            </a:r>
          </a:p>
        </p:txBody>
      </p:sp>
      <p:sp>
        <p:nvSpPr>
          <p:cNvPr id="14" name="Line 15">
            <a:extLst>
              <a:ext uri="{FF2B5EF4-FFF2-40B4-BE49-F238E27FC236}">
                <a16:creationId xmlns:a16="http://schemas.microsoft.com/office/drawing/2014/main" id="{E1896121-77D8-FD42-BC74-F51FD18D8659}"/>
              </a:ext>
            </a:extLst>
          </p:cNvPr>
          <p:cNvSpPr>
            <a:spLocks noChangeShapeType="1"/>
          </p:cNvSpPr>
          <p:nvPr/>
        </p:nvSpPr>
        <p:spPr bwMode="auto">
          <a:xfrm>
            <a:off x="8211743" y="2818375"/>
            <a:ext cx="0" cy="2832100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" name="Line 16">
            <a:extLst>
              <a:ext uri="{FF2B5EF4-FFF2-40B4-BE49-F238E27FC236}">
                <a16:creationId xmlns:a16="http://schemas.microsoft.com/office/drawing/2014/main" id="{7668C468-5627-F641-A1D5-CCCD71D47636}"/>
              </a:ext>
            </a:extLst>
          </p:cNvPr>
          <p:cNvSpPr>
            <a:spLocks noChangeShapeType="1"/>
          </p:cNvSpPr>
          <p:nvPr/>
        </p:nvSpPr>
        <p:spPr bwMode="auto">
          <a:xfrm>
            <a:off x="9902430" y="2812025"/>
            <a:ext cx="0" cy="2881312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4" name="Text Box 37">
            <a:extLst>
              <a:ext uri="{FF2B5EF4-FFF2-40B4-BE49-F238E27FC236}">
                <a16:creationId xmlns:a16="http://schemas.microsoft.com/office/drawing/2014/main" id="{4D29A06D-1A18-BA46-8999-A8C319B065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6318" y="5664762"/>
            <a:ext cx="51969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time</a:t>
            </a:r>
          </a:p>
        </p:txBody>
      </p:sp>
      <p:sp>
        <p:nvSpPr>
          <p:cNvPr id="35" name="Text Box 38">
            <a:extLst>
              <a:ext uri="{FF2B5EF4-FFF2-40B4-BE49-F238E27FC236}">
                <a16:creationId xmlns:a16="http://schemas.microsoft.com/office/drawing/2014/main" id="{27466D26-729A-A04F-8FFC-34F73F8EF3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64305" y="5647300"/>
            <a:ext cx="51969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time</a:t>
            </a:r>
          </a:p>
        </p:txBody>
      </p:sp>
      <p:grpSp>
        <p:nvGrpSpPr>
          <p:cNvPr id="36" name="Group 43">
            <a:extLst>
              <a:ext uri="{FF2B5EF4-FFF2-40B4-BE49-F238E27FC236}">
                <a16:creationId xmlns:a16="http://schemas.microsoft.com/office/drawing/2014/main" id="{FAE9785A-4169-E940-B94F-671A4AB9F406}"/>
              </a:ext>
            </a:extLst>
          </p:cNvPr>
          <p:cNvGrpSpPr>
            <a:grpSpLocks/>
          </p:cNvGrpSpPr>
          <p:nvPr/>
        </p:nvGrpSpPr>
        <p:grpSpPr bwMode="auto">
          <a:xfrm>
            <a:off x="9702405" y="2045262"/>
            <a:ext cx="423863" cy="684213"/>
            <a:chOff x="4140" y="429"/>
            <a:chExt cx="1425" cy="2396"/>
          </a:xfrm>
        </p:grpSpPr>
        <p:sp>
          <p:nvSpPr>
            <p:cNvPr id="37" name="Freeform 44">
              <a:extLst>
                <a:ext uri="{FF2B5EF4-FFF2-40B4-BE49-F238E27FC236}">
                  <a16:creationId xmlns:a16="http://schemas.microsoft.com/office/drawing/2014/main" id="{6CED6B20-429D-A742-A5A8-C560D2273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8" name="Rectangle 45">
              <a:extLst>
                <a:ext uri="{FF2B5EF4-FFF2-40B4-BE49-F238E27FC236}">
                  <a16:creationId xmlns:a16="http://schemas.microsoft.com/office/drawing/2014/main" id="{3217673F-28F2-7F49-B23F-A3ED64A05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1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" name="Freeform 46">
              <a:extLst>
                <a:ext uri="{FF2B5EF4-FFF2-40B4-BE49-F238E27FC236}">
                  <a16:creationId xmlns:a16="http://schemas.microsoft.com/office/drawing/2014/main" id="{2C8F4947-7476-8140-9308-A091DA125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0" name="Freeform 47">
              <a:extLst>
                <a:ext uri="{FF2B5EF4-FFF2-40B4-BE49-F238E27FC236}">
                  <a16:creationId xmlns:a16="http://schemas.microsoft.com/office/drawing/2014/main" id="{C324215D-D2F8-D640-866A-AD06AEA38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1" name="Rectangle 48">
              <a:extLst>
                <a:ext uri="{FF2B5EF4-FFF2-40B4-BE49-F238E27FC236}">
                  <a16:creationId xmlns:a16="http://schemas.microsoft.com/office/drawing/2014/main" id="{AF16B93D-625D-BF47-B9C3-3122406F6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0"/>
              <a:ext cx="598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2" name="Group 49">
              <a:extLst>
                <a:ext uri="{FF2B5EF4-FFF2-40B4-BE49-F238E27FC236}">
                  <a16:creationId xmlns:a16="http://schemas.microsoft.com/office/drawing/2014/main" id="{E5823F1D-E46B-E542-BA9A-BE7B2ADB2B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7" name="AutoShape 50">
                <a:extLst>
                  <a:ext uri="{FF2B5EF4-FFF2-40B4-BE49-F238E27FC236}">
                    <a16:creationId xmlns:a16="http://schemas.microsoft.com/office/drawing/2014/main" id="{5EDFB4BA-9ECC-1D4B-9DE1-6892D81BD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6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8" name="AutoShape 51">
                <a:extLst>
                  <a:ext uri="{FF2B5EF4-FFF2-40B4-BE49-F238E27FC236}">
                    <a16:creationId xmlns:a16="http://schemas.microsoft.com/office/drawing/2014/main" id="{322B0365-5AB5-FB41-8CFB-D0A89CDC6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3" name="Rectangle 52">
              <a:extLst>
                <a:ext uri="{FF2B5EF4-FFF2-40B4-BE49-F238E27FC236}">
                  <a16:creationId xmlns:a16="http://schemas.microsoft.com/office/drawing/2014/main" id="{29C26A51-8119-1C45-B765-0A6FDC4204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8"/>
              <a:ext cx="592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4" name="Group 53">
              <a:extLst>
                <a:ext uri="{FF2B5EF4-FFF2-40B4-BE49-F238E27FC236}">
                  <a16:creationId xmlns:a16="http://schemas.microsoft.com/office/drawing/2014/main" id="{A0E07450-02B5-944A-993E-ED4E720D6C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5" name="AutoShape 54">
                <a:extLst>
                  <a:ext uri="{FF2B5EF4-FFF2-40B4-BE49-F238E27FC236}">
                    <a16:creationId xmlns:a16="http://schemas.microsoft.com/office/drawing/2014/main" id="{B895EECE-8814-364B-ABEF-BDFDB5B69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" name="AutoShape 55">
                <a:extLst>
                  <a:ext uri="{FF2B5EF4-FFF2-40B4-BE49-F238E27FC236}">
                    <a16:creationId xmlns:a16="http://schemas.microsoft.com/office/drawing/2014/main" id="{19862CEA-43CD-F949-9939-14C77DA0F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5" name="Rectangle 56">
              <a:extLst>
                <a:ext uri="{FF2B5EF4-FFF2-40B4-BE49-F238E27FC236}">
                  <a16:creationId xmlns:a16="http://schemas.microsoft.com/office/drawing/2014/main" id="{AF3B098B-3C77-8047-942A-938B768EC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7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" name="Rectangle 57">
              <a:extLst>
                <a:ext uri="{FF2B5EF4-FFF2-40B4-BE49-F238E27FC236}">
                  <a16:creationId xmlns:a16="http://schemas.microsoft.com/office/drawing/2014/main" id="{B55EF1A5-9C91-874D-A21C-9283813B9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8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7" name="Group 58">
              <a:extLst>
                <a:ext uri="{FF2B5EF4-FFF2-40B4-BE49-F238E27FC236}">
                  <a16:creationId xmlns:a16="http://schemas.microsoft.com/office/drawing/2014/main" id="{4BE447F1-4065-604D-9C52-935316AF90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3" name="AutoShape 59">
                <a:extLst>
                  <a:ext uri="{FF2B5EF4-FFF2-40B4-BE49-F238E27FC236}">
                    <a16:creationId xmlns:a16="http://schemas.microsoft.com/office/drawing/2014/main" id="{B6AF28E0-3DFD-B648-BA8B-C954368CE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81"/>
                <a:ext cx="731" cy="12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4" name="AutoShape 60">
                <a:extLst>
                  <a:ext uri="{FF2B5EF4-FFF2-40B4-BE49-F238E27FC236}">
                    <a16:creationId xmlns:a16="http://schemas.microsoft.com/office/drawing/2014/main" id="{CD352178-7C9F-9247-ADEE-3A9C5EEDD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86"/>
                <a:ext cx="698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8" name="Freeform 61">
              <a:extLst>
                <a:ext uri="{FF2B5EF4-FFF2-40B4-BE49-F238E27FC236}">
                  <a16:creationId xmlns:a16="http://schemas.microsoft.com/office/drawing/2014/main" id="{167E2C73-34F7-5443-B80D-3E31BC266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49" name="Group 62">
              <a:extLst>
                <a:ext uri="{FF2B5EF4-FFF2-40B4-BE49-F238E27FC236}">
                  <a16:creationId xmlns:a16="http://schemas.microsoft.com/office/drawing/2014/main" id="{FD3C1C1A-4BE2-8A4D-B7D1-6FE82CCD5E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1" name="AutoShape 63">
                <a:extLst>
                  <a:ext uri="{FF2B5EF4-FFF2-40B4-BE49-F238E27FC236}">
                    <a16:creationId xmlns:a16="http://schemas.microsoft.com/office/drawing/2014/main" id="{37F891D2-79F1-BA40-9E94-2CB7F92C3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2" name="AutoShape 64">
                <a:extLst>
                  <a:ext uri="{FF2B5EF4-FFF2-40B4-BE49-F238E27FC236}">
                    <a16:creationId xmlns:a16="http://schemas.microsoft.com/office/drawing/2014/main" id="{A6F14F93-50F0-1D44-A328-C58C4810E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1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50" name="Rectangle 65">
              <a:extLst>
                <a:ext uri="{FF2B5EF4-FFF2-40B4-BE49-F238E27FC236}">
                  <a16:creationId xmlns:a16="http://schemas.microsoft.com/office/drawing/2014/main" id="{002C4B61-E0A4-9947-A2B8-C5E4A183D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" name="Freeform 66">
              <a:extLst>
                <a:ext uri="{FF2B5EF4-FFF2-40B4-BE49-F238E27FC236}">
                  <a16:creationId xmlns:a16="http://schemas.microsoft.com/office/drawing/2014/main" id="{03750C04-4651-264E-A820-846CC991E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2" name="Freeform 67">
              <a:extLst>
                <a:ext uri="{FF2B5EF4-FFF2-40B4-BE49-F238E27FC236}">
                  <a16:creationId xmlns:a16="http://schemas.microsoft.com/office/drawing/2014/main" id="{8FAC3F30-F8EF-E042-AB16-84DEBD8CD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3" name="Oval 68">
              <a:extLst>
                <a:ext uri="{FF2B5EF4-FFF2-40B4-BE49-F238E27FC236}">
                  <a16:creationId xmlns:a16="http://schemas.microsoft.com/office/drawing/2014/main" id="{0AC7D83A-6568-AE4B-9387-52663F18F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" name="Freeform 69">
              <a:extLst>
                <a:ext uri="{FF2B5EF4-FFF2-40B4-BE49-F238E27FC236}">
                  <a16:creationId xmlns:a16="http://schemas.microsoft.com/office/drawing/2014/main" id="{1F36BF90-AD45-4E43-863B-F70935197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5" name="AutoShape 70">
              <a:extLst>
                <a:ext uri="{FF2B5EF4-FFF2-40B4-BE49-F238E27FC236}">
                  <a16:creationId xmlns:a16="http://schemas.microsoft.com/office/drawing/2014/main" id="{F5B54DD4-D0E2-AF41-9405-9DCDB2D7E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1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" name="AutoShape 71">
              <a:extLst>
                <a:ext uri="{FF2B5EF4-FFF2-40B4-BE49-F238E27FC236}">
                  <a16:creationId xmlns:a16="http://schemas.microsoft.com/office/drawing/2014/main" id="{23D73537-49F7-C342-B924-696A08B3B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8"/>
              <a:ext cx="1073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" name="Oval 72">
              <a:extLst>
                <a:ext uri="{FF2B5EF4-FFF2-40B4-BE49-F238E27FC236}">
                  <a16:creationId xmlns:a16="http://schemas.microsoft.com/office/drawing/2014/main" id="{BC45042D-B8F2-A44D-9D8F-FC3BBA5D9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380"/>
              <a:ext cx="160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" name="Oval 73">
              <a:extLst>
                <a:ext uri="{FF2B5EF4-FFF2-40B4-BE49-F238E27FC236}">
                  <a16:creationId xmlns:a16="http://schemas.microsoft.com/office/drawing/2014/main" id="{B9F22805-FC3E-6544-AABA-20E89AF95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60" cy="13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" name="Oval 74">
              <a:extLst>
                <a:ext uri="{FF2B5EF4-FFF2-40B4-BE49-F238E27FC236}">
                  <a16:creationId xmlns:a16="http://schemas.microsoft.com/office/drawing/2014/main" id="{EB68854B-BAC2-D941-B3A2-A5819DC3E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5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" name="Rectangle 75">
              <a:extLst>
                <a:ext uri="{FF2B5EF4-FFF2-40B4-BE49-F238E27FC236}">
                  <a16:creationId xmlns:a16="http://schemas.microsoft.com/office/drawing/2014/main" id="{D02DEB6D-1661-D243-AA4D-D82ACE64A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5"/>
              <a:ext cx="85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9" name="Group 76">
            <a:extLst>
              <a:ext uri="{FF2B5EF4-FFF2-40B4-BE49-F238E27FC236}">
                <a16:creationId xmlns:a16="http://schemas.microsoft.com/office/drawing/2014/main" id="{DCF55C78-47F8-BB4D-B7DC-932793317724}"/>
              </a:ext>
            </a:extLst>
          </p:cNvPr>
          <p:cNvGrpSpPr>
            <a:grpSpLocks/>
          </p:cNvGrpSpPr>
          <p:nvPr/>
        </p:nvGrpSpPr>
        <p:grpSpPr bwMode="auto">
          <a:xfrm>
            <a:off x="7700568" y="2067487"/>
            <a:ext cx="698500" cy="709613"/>
            <a:chOff x="-44" y="1473"/>
            <a:chExt cx="981" cy="1105"/>
          </a:xfrm>
        </p:grpSpPr>
        <p:pic>
          <p:nvPicPr>
            <p:cNvPr id="70" name="Picture 77" descr="desktop_computer_stylized_medium">
              <a:extLst>
                <a:ext uri="{FF2B5EF4-FFF2-40B4-BE49-F238E27FC236}">
                  <a16:creationId xmlns:a16="http://schemas.microsoft.com/office/drawing/2014/main" id="{DA88C7F5-3379-274A-B44E-AF12E56C27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78">
              <a:extLst>
                <a:ext uri="{FF2B5EF4-FFF2-40B4-BE49-F238E27FC236}">
                  <a16:creationId xmlns:a16="http://schemas.microsoft.com/office/drawing/2014/main" id="{FAA003F1-DCEB-8040-A71C-4C8DD7155DD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E2F7DE24-824D-8B4E-BB5F-5FEDF024EC8E}"/>
              </a:ext>
            </a:extLst>
          </p:cNvPr>
          <p:cNvGrpSpPr/>
          <p:nvPr/>
        </p:nvGrpSpPr>
        <p:grpSpPr>
          <a:xfrm>
            <a:off x="8211743" y="3942941"/>
            <a:ext cx="1673225" cy="337184"/>
            <a:chOff x="8211743" y="3942941"/>
            <a:chExt cx="1673225" cy="337184"/>
          </a:xfrm>
        </p:grpSpPr>
        <p:sp>
          <p:nvSpPr>
            <p:cNvPr id="77" name="Line 18">
              <a:extLst>
                <a:ext uri="{FF2B5EF4-FFF2-40B4-BE49-F238E27FC236}">
                  <a16:creationId xmlns:a16="http://schemas.microsoft.com/office/drawing/2014/main" id="{3D07B504-4294-484D-A15A-873F55BFA7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11743" y="3942941"/>
              <a:ext cx="1673225" cy="24221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DC44DF33-D418-CB41-BFC5-96705F979CCC}"/>
                </a:ext>
              </a:extLst>
            </p:cNvPr>
            <p:cNvSpPr txBox="1"/>
            <p:nvPr/>
          </p:nvSpPr>
          <p:spPr>
            <a:xfrm rot="21106037">
              <a:off x="9382305" y="3972348"/>
              <a:ext cx="46205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OK</a:t>
              </a:r>
              <a:endPara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9C6582D8-E5C3-E94C-91FA-DD082657187F}"/>
              </a:ext>
            </a:extLst>
          </p:cNvPr>
          <p:cNvGrpSpPr/>
          <p:nvPr/>
        </p:nvGrpSpPr>
        <p:grpSpPr>
          <a:xfrm>
            <a:off x="8220565" y="4654247"/>
            <a:ext cx="1673225" cy="307777"/>
            <a:chOff x="8220565" y="4654247"/>
            <a:chExt cx="1673225" cy="307777"/>
          </a:xfrm>
        </p:grpSpPr>
        <p:sp>
          <p:nvSpPr>
            <p:cNvPr id="82" name="Line 18">
              <a:extLst>
                <a:ext uri="{FF2B5EF4-FFF2-40B4-BE49-F238E27FC236}">
                  <a16:creationId xmlns:a16="http://schemas.microsoft.com/office/drawing/2014/main" id="{4C9BF12C-724F-3C4B-9FC7-C0EB274091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20565" y="4655320"/>
              <a:ext cx="1673225" cy="24221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DF7DB85B-1569-344D-AC0D-B969F2CD0B87}"/>
                </a:ext>
              </a:extLst>
            </p:cNvPr>
            <p:cNvSpPr txBox="1"/>
            <p:nvPr/>
          </p:nvSpPr>
          <p:spPr>
            <a:xfrm rot="21106037">
              <a:off x="9360647" y="4654247"/>
              <a:ext cx="46205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OK</a:t>
              </a:r>
              <a:endPara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6AAF2513-9DD5-1A4B-B41D-1AFE8BDB247D}"/>
              </a:ext>
            </a:extLst>
          </p:cNvPr>
          <p:cNvGrpSpPr/>
          <p:nvPr/>
        </p:nvGrpSpPr>
        <p:grpSpPr>
          <a:xfrm>
            <a:off x="8226030" y="4881121"/>
            <a:ext cx="1684338" cy="344172"/>
            <a:chOff x="8226030" y="4881121"/>
            <a:chExt cx="1684338" cy="344172"/>
          </a:xfrm>
        </p:grpSpPr>
        <p:sp>
          <p:nvSpPr>
            <p:cNvPr id="86" name="Line 17">
              <a:extLst>
                <a:ext uri="{FF2B5EF4-FFF2-40B4-BE49-F238E27FC236}">
                  <a16:creationId xmlns:a16="http://schemas.microsoft.com/office/drawing/2014/main" id="{33143F67-A599-EE4C-988D-1E52584BCB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26030" y="4990711"/>
              <a:ext cx="1684338" cy="2345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6F421034-4844-1843-9EDF-80D2D2191FFC}"/>
                </a:ext>
              </a:extLst>
            </p:cNvPr>
            <p:cNvSpPr txBox="1"/>
            <p:nvPr/>
          </p:nvSpPr>
          <p:spPr>
            <a:xfrm rot="460210">
              <a:off x="8601378" y="4881121"/>
              <a:ext cx="11269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unlock </a:t>
              </a: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X</a:t>
              </a:r>
            </a:p>
          </p:txBody>
        </p: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02E6B42D-EC51-CD42-8E76-639F17FF9C82}"/>
              </a:ext>
            </a:extLst>
          </p:cNvPr>
          <p:cNvGrpSpPr/>
          <p:nvPr/>
        </p:nvGrpSpPr>
        <p:grpSpPr>
          <a:xfrm>
            <a:off x="8211743" y="5253900"/>
            <a:ext cx="1673225" cy="336684"/>
            <a:chOff x="8211743" y="5253900"/>
            <a:chExt cx="1673225" cy="336684"/>
          </a:xfrm>
        </p:grpSpPr>
        <p:sp>
          <p:nvSpPr>
            <p:cNvPr id="87" name="Line 18">
              <a:extLst>
                <a:ext uri="{FF2B5EF4-FFF2-40B4-BE49-F238E27FC236}">
                  <a16:creationId xmlns:a16="http://schemas.microsoft.com/office/drawing/2014/main" id="{981C6A97-493C-1541-8F46-FB6401EE6D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11743" y="5253900"/>
              <a:ext cx="1673225" cy="24221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4E6BC057-143C-EA4C-9758-617A540239BE}"/>
                </a:ext>
              </a:extLst>
            </p:cNvPr>
            <p:cNvSpPr txBox="1"/>
            <p:nvPr/>
          </p:nvSpPr>
          <p:spPr>
            <a:xfrm rot="21106037">
              <a:off x="9373746" y="5282807"/>
              <a:ext cx="46205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OK</a:t>
              </a:r>
              <a:endPara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812585BB-270F-6343-8338-140BA89C7E52}"/>
              </a:ext>
            </a:extLst>
          </p:cNvPr>
          <p:cNvGrpSpPr/>
          <p:nvPr/>
        </p:nvGrpSpPr>
        <p:grpSpPr>
          <a:xfrm>
            <a:off x="8226030" y="3575737"/>
            <a:ext cx="1696234" cy="338597"/>
            <a:chOff x="8226030" y="3575737"/>
            <a:chExt cx="1696234" cy="338597"/>
          </a:xfrm>
        </p:grpSpPr>
        <p:sp>
          <p:nvSpPr>
            <p:cNvPr id="76" name="Line 17">
              <a:extLst>
                <a:ext uri="{FF2B5EF4-FFF2-40B4-BE49-F238E27FC236}">
                  <a16:creationId xmlns:a16="http://schemas.microsoft.com/office/drawing/2014/main" id="{06976B72-BDF3-7C48-82E3-924EF74F53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26030" y="3679752"/>
              <a:ext cx="1684338" cy="2345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A7D38CDC-448B-6D46-8D67-92FCAC24452A}"/>
                </a:ext>
              </a:extLst>
            </p:cNvPr>
            <p:cNvSpPr txBox="1"/>
            <p:nvPr/>
          </p:nvSpPr>
          <p:spPr>
            <a:xfrm rot="460210">
              <a:off x="8589335" y="3575737"/>
              <a:ext cx="133292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update </a:t>
              </a: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X      X’</a:t>
              </a:r>
            </a:p>
          </p:txBody>
        </p:sp>
        <p:cxnSp>
          <p:nvCxnSpPr>
            <p:cNvPr id="92" name="Straight Arrow Connector 91">
              <a:extLst>
                <a:ext uri="{FF2B5EF4-FFF2-40B4-BE49-F238E27FC236}">
                  <a16:creationId xmlns:a16="http://schemas.microsoft.com/office/drawing/2014/main" id="{196C1467-1B22-FD48-8EA3-AAA9DBA798B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31367" y="3750644"/>
              <a:ext cx="221806" cy="28115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0BE549BD-AAEC-8444-851F-3374194952CD}"/>
              </a:ext>
            </a:extLst>
          </p:cNvPr>
          <p:cNvGrpSpPr/>
          <p:nvPr/>
        </p:nvGrpSpPr>
        <p:grpSpPr>
          <a:xfrm>
            <a:off x="8234852" y="4259764"/>
            <a:ext cx="1684338" cy="366949"/>
            <a:chOff x="8234852" y="4259764"/>
            <a:chExt cx="1684338" cy="366949"/>
          </a:xfrm>
        </p:grpSpPr>
        <p:sp>
          <p:nvSpPr>
            <p:cNvPr id="81" name="Line 17">
              <a:extLst>
                <a:ext uri="{FF2B5EF4-FFF2-40B4-BE49-F238E27FC236}">
                  <a16:creationId xmlns:a16="http://schemas.microsoft.com/office/drawing/2014/main" id="{BD9CD2B5-5BAD-F64E-ABCA-CBF632B90A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34852" y="4392131"/>
              <a:ext cx="1684338" cy="2345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C94E783-4022-4840-9168-04845DD3C6E1}"/>
                </a:ext>
              </a:extLst>
            </p:cNvPr>
            <p:cNvSpPr txBox="1"/>
            <p:nvPr/>
          </p:nvSpPr>
          <p:spPr>
            <a:xfrm rot="460210">
              <a:off x="8600615" y="4259764"/>
              <a:ext cx="125704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update </a:t>
              </a: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X      X’’</a:t>
              </a:r>
            </a:p>
          </p:txBody>
        </p:sp>
        <p:cxnSp>
          <p:nvCxnSpPr>
            <p:cNvPr id="96" name="Straight Arrow Connector 95">
              <a:extLst>
                <a:ext uri="{FF2B5EF4-FFF2-40B4-BE49-F238E27FC236}">
                  <a16:creationId xmlns:a16="http://schemas.microsoft.com/office/drawing/2014/main" id="{E91273DD-2DB7-7D46-A38E-BB2C165693F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39955" y="4436145"/>
              <a:ext cx="221806" cy="28115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67AF7376-17A3-D741-91E5-0D8534607D08}"/>
              </a:ext>
            </a:extLst>
          </p:cNvPr>
          <p:cNvGrpSpPr/>
          <p:nvPr/>
        </p:nvGrpSpPr>
        <p:grpSpPr>
          <a:xfrm>
            <a:off x="8226030" y="2820539"/>
            <a:ext cx="1684338" cy="362594"/>
            <a:chOff x="8226030" y="2820539"/>
            <a:chExt cx="1684338" cy="362594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0770E437-30BF-E34D-A36A-B1465B8979C1}"/>
                </a:ext>
              </a:extLst>
            </p:cNvPr>
            <p:cNvSpPr txBox="1"/>
            <p:nvPr/>
          </p:nvSpPr>
          <p:spPr>
            <a:xfrm rot="460210">
              <a:off x="8283881" y="2820539"/>
              <a:ext cx="156069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lock data record </a:t>
              </a: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X</a:t>
              </a:r>
            </a:p>
          </p:txBody>
        </p:sp>
        <p:sp>
          <p:nvSpPr>
            <p:cNvPr id="18" name="Line 17">
              <a:extLst>
                <a:ext uri="{FF2B5EF4-FFF2-40B4-BE49-F238E27FC236}">
                  <a16:creationId xmlns:a16="http://schemas.microsoft.com/office/drawing/2014/main" id="{226EF0C1-2237-8E46-AB56-8D689EE5CD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26030" y="2948551"/>
              <a:ext cx="1684338" cy="2345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6D140EC4-5DA8-F040-BC23-C3A90A90AE49}"/>
              </a:ext>
            </a:extLst>
          </p:cNvPr>
          <p:cNvGrpSpPr/>
          <p:nvPr/>
        </p:nvGrpSpPr>
        <p:grpSpPr>
          <a:xfrm>
            <a:off x="8211743" y="3211740"/>
            <a:ext cx="1673225" cy="326272"/>
            <a:chOff x="8211743" y="3211740"/>
            <a:chExt cx="1673225" cy="326272"/>
          </a:xfrm>
        </p:grpSpPr>
        <p:sp>
          <p:nvSpPr>
            <p:cNvPr id="20" name="Line 18">
              <a:extLst>
                <a:ext uri="{FF2B5EF4-FFF2-40B4-BE49-F238E27FC236}">
                  <a16:creationId xmlns:a16="http://schemas.microsoft.com/office/drawing/2014/main" id="{C78912E7-84E1-824B-B855-60DAC36E52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11743" y="3211740"/>
              <a:ext cx="1673225" cy="24221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839CDE70-7C81-BB40-B7E7-D376841A3505}"/>
                </a:ext>
              </a:extLst>
            </p:cNvPr>
            <p:cNvSpPr txBox="1"/>
            <p:nvPr/>
          </p:nvSpPr>
          <p:spPr>
            <a:xfrm rot="21106037">
              <a:off x="9368027" y="3230235"/>
              <a:ext cx="46205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OK</a:t>
              </a:r>
              <a:endPara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3FE3FF41-4F60-4C4F-85AB-4CC4494FF63A}"/>
              </a:ext>
            </a:extLst>
          </p:cNvPr>
          <p:cNvGrpSpPr/>
          <p:nvPr/>
        </p:nvGrpSpPr>
        <p:grpSpPr>
          <a:xfrm>
            <a:off x="10136156" y="2957082"/>
            <a:ext cx="522425" cy="400110"/>
            <a:chOff x="10136156" y="2957082"/>
            <a:chExt cx="522425" cy="400110"/>
          </a:xfrm>
        </p:grpSpPr>
        <p:sp>
          <p:nvSpPr>
            <p:cNvPr id="91" name="AutoShape 327">
              <a:extLst>
                <a:ext uri="{FF2B5EF4-FFF2-40B4-BE49-F238E27FC236}">
                  <a16:creationId xmlns:a16="http://schemas.microsoft.com/office/drawing/2014/main" id="{819E3430-D00B-DE4A-BF76-DA4F707FA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8333" y="2957082"/>
              <a:ext cx="510086" cy="400110"/>
            </a:xfrm>
            <a:prstGeom prst="can">
              <a:avLst>
                <a:gd name="adj" fmla="val 31004"/>
              </a:avLst>
            </a:prstGeom>
            <a:gradFill rotWithShape="1">
              <a:gsLst>
                <a:gs pos="0">
                  <a:schemeClr val="accent5">
                    <a:lumMod val="75000"/>
                  </a:schemeClr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9A7AE3A8-B4B7-5D45-9040-2EECD223536E}"/>
                </a:ext>
              </a:extLst>
            </p:cNvPr>
            <p:cNvSpPr txBox="1"/>
            <p:nvPr/>
          </p:nvSpPr>
          <p:spPr>
            <a:xfrm>
              <a:off x="10364121" y="3049415"/>
              <a:ext cx="29446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X</a:t>
              </a:r>
            </a:p>
          </p:txBody>
        </p:sp>
        <p:pic>
          <p:nvPicPr>
            <p:cNvPr id="101" name="Picture 100">
              <a:extLst>
                <a:ext uri="{FF2B5EF4-FFF2-40B4-BE49-F238E27FC236}">
                  <a16:creationId xmlns:a16="http://schemas.microsoft.com/office/drawing/2014/main" id="{E64171ED-8243-0748-A18D-E9E66AB8CC6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0136156" y="2995160"/>
              <a:ext cx="307778" cy="307778"/>
            </a:xfrm>
            <a:prstGeom prst="rect">
              <a:avLst/>
            </a:prstGeom>
          </p:spPr>
        </p:pic>
      </p:grpSp>
      <p:sp>
        <p:nvSpPr>
          <p:cNvPr id="102" name="AutoShape 327">
            <a:extLst>
              <a:ext uri="{FF2B5EF4-FFF2-40B4-BE49-F238E27FC236}">
                <a16:creationId xmlns:a16="http://schemas.microsoft.com/office/drawing/2014/main" id="{94D2C5FA-36D2-234A-8CDE-D9DE43DC6B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7378" y="2195369"/>
            <a:ext cx="510086" cy="400110"/>
          </a:xfrm>
          <a:prstGeom prst="can">
            <a:avLst>
              <a:gd name="adj" fmla="val 31004"/>
            </a:avLst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0E67923B-2554-D94F-98BF-5970F66E0A80}"/>
              </a:ext>
            </a:extLst>
          </p:cNvPr>
          <p:cNvSpPr txBox="1"/>
          <p:nvPr/>
        </p:nvSpPr>
        <p:spPr>
          <a:xfrm>
            <a:off x="10383166" y="2287702"/>
            <a:ext cx="29446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X</a:t>
            </a:r>
          </a:p>
        </p:txBody>
      </p: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2B5B74FE-39C8-5B43-9432-6DE5518154FD}"/>
              </a:ext>
            </a:extLst>
          </p:cNvPr>
          <p:cNvGrpSpPr/>
          <p:nvPr/>
        </p:nvGrpSpPr>
        <p:grpSpPr>
          <a:xfrm>
            <a:off x="10132163" y="3702128"/>
            <a:ext cx="592569" cy="400110"/>
            <a:chOff x="10136156" y="2957082"/>
            <a:chExt cx="592569" cy="400110"/>
          </a:xfrm>
        </p:grpSpPr>
        <p:sp>
          <p:nvSpPr>
            <p:cNvPr id="107" name="AutoShape 327">
              <a:extLst>
                <a:ext uri="{FF2B5EF4-FFF2-40B4-BE49-F238E27FC236}">
                  <a16:creationId xmlns:a16="http://schemas.microsoft.com/office/drawing/2014/main" id="{8B16F450-5DEA-8B45-B210-945CA6750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8333" y="2957082"/>
              <a:ext cx="510086" cy="400110"/>
            </a:xfrm>
            <a:prstGeom prst="can">
              <a:avLst>
                <a:gd name="adj" fmla="val 31004"/>
              </a:avLst>
            </a:prstGeom>
            <a:gradFill rotWithShape="1">
              <a:gsLst>
                <a:gs pos="0">
                  <a:schemeClr val="accent5">
                    <a:lumMod val="75000"/>
                  </a:schemeClr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72167ECA-B9B2-4E40-82B0-9F43976F24FE}"/>
                </a:ext>
              </a:extLst>
            </p:cNvPr>
            <p:cNvSpPr txBox="1"/>
            <p:nvPr/>
          </p:nvSpPr>
          <p:spPr>
            <a:xfrm>
              <a:off x="10364121" y="3049415"/>
              <a:ext cx="36460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X’</a:t>
              </a:r>
            </a:p>
          </p:txBody>
        </p:sp>
        <p:pic>
          <p:nvPicPr>
            <p:cNvPr id="109" name="Picture 108">
              <a:extLst>
                <a:ext uri="{FF2B5EF4-FFF2-40B4-BE49-F238E27FC236}">
                  <a16:creationId xmlns:a16="http://schemas.microsoft.com/office/drawing/2014/main" id="{06DE726C-08C5-5346-B762-9B140BCB888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0136156" y="2995160"/>
              <a:ext cx="307778" cy="307778"/>
            </a:xfrm>
            <a:prstGeom prst="rect">
              <a:avLst/>
            </a:prstGeom>
          </p:spPr>
        </p:pic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6E55A0D6-71A5-1D45-8A52-331867F92A1A}"/>
              </a:ext>
            </a:extLst>
          </p:cNvPr>
          <p:cNvGrpSpPr/>
          <p:nvPr/>
        </p:nvGrpSpPr>
        <p:grpSpPr>
          <a:xfrm>
            <a:off x="10128170" y="4447174"/>
            <a:ext cx="592569" cy="400110"/>
            <a:chOff x="10136156" y="2957082"/>
            <a:chExt cx="592569" cy="400110"/>
          </a:xfrm>
        </p:grpSpPr>
        <p:sp>
          <p:nvSpPr>
            <p:cNvPr id="111" name="AutoShape 327">
              <a:extLst>
                <a:ext uri="{FF2B5EF4-FFF2-40B4-BE49-F238E27FC236}">
                  <a16:creationId xmlns:a16="http://schemas.microsoft.com/office/drawing/2014/main" id="{AD90F81E-B5AA-6341-8460-5E051080A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8333" y="2957082"/>
              <a:ext cx="510086" cy="400110"/>
            </a:xfrm>
            <a:prstGeom prst="can">
              <a:avLst>
                <a:gd name="adj" fmla="val 31004"/>
              </a:avLst>
            </a:prstGeom>
            <a:gradFill rotWithShape="1">
              <a:gsLst>
                <a:gs pos="0">
                  <a:schemeClr val="accent5">
                    <a:lumMod val="75000"/>
                  </a:schemeClr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C02956FF-BB8D-6149-9012-24692DD7049D}"/>
                </a:ext>
              </a:extLst>
            </p:cNvPr>
            <p:cNvSpPr txBox="1"/>
            <p:nvPr/>
          </p:nvSpPr>
          <p:spPr>
            <a:xfrm>
              <a:off x="10364121" y="3049415"/>
              <a:ext cx="36460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X’’</a:t>
              </a:r>
            </a:p>
          </p:txBody>
        </p:sp>
        <p:pic>
          <p:nvPicPr>
            <p:cNvPr id="113" name="Picture 112">
              <a:extLst>
                <a:ext uri="{FF2B5EF4-FFF2-40B4-BE49-F238E27FC236}">
                  <a16:creationId xmlns:a16="http://schemas.microsoft.com/office/drawing/2014/main" id="{7E37BA2D-D932-D14B-9FD2-5FE1BA0B721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0136156" y="2995160"/>
              <a:ext cx="307778" cy="307778"/>
            </a:xfrm>
            <a:prstGeom prst="rect">
              <a:avLst/>
            </a:prstGeom>
          </p:spPr>
        </p:pic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CEB7CAB0-F376-054D-A184-1987E69E5578}"/>
              </a:ext>
            </a:extLst>
          </p:cNvPr>
          <p:cNvGrpSpPr/>
          <p:nvPr/>
        </p:nvGrpSpPr>
        <p:grpSpPr>
          <a:xfrm>
            <a:off x="10126354" y="5192220"/>
            <a:ext cx="726072" cy="400110"/>
            <a:chOff x="10138333" y="2957082"/>
            <a:chExt cx="726072" cy="400110"/>
          </a:xfrm>
        </p:grpSpPr>
        <p:sp>
          <p:nvSpPr>
            <p:cNvPr id="115" name="AutoShape 327">
              <a:extLst>
                <a:ext uri="{FF2B5EF4-FFF2-40B4-BE49-F238E27FC236}">
                  <a16:creationId xmlns:a16="http://schemas.microsoft.com/office/drawing/2014/main" id="{0D7E10F2-D009-F14B-82D2-F08AB2218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8333" y="2957082"/>
              <a:ext cx="510086" cy="400110"/>
            </a:xfrm>
            <a:prstGeom prst="can">
              <a:avLst>
                <a:gd name="adj" fmla="val 31004"/>
              </a:avLst>
            </a:prstGeom>
            <a:gradFill rotWithShape="1">
              <a:gsLst>
                <a:gs pos="0">
                  <a:schemeClr val="accent5">
                    <a:lumMod val="75000"/>
                  </a:schemeClr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87935EAA-1BE1-5D4A-BB6F-A7C69F071ADD}"/>
                </a:ext>
              </a:extLst>
            </p:cNvPr>
            <p:cNvSpPr txBox="1"/>
            <p:nvPr/>
          </p:nvSpPr>
          <p:spPr>
            <a:xfrm>
              <a:off x="10364121" y="3049415"/>
              <a:ext cx="50028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X’’</a:t>
              </a:r>
            </a:p>
          </p:txBody>
        </p: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6F306746-EF4C-B446-9F1D-1D85D8A99FAC}"/>
              </a:ext>
            </a:extLst>
          </p:cNvPr>
          <p:cNvSpPr txBox="1"/>
          <p:nvPr/>
        </p:nvSpPr>
        <p:spPr>
          <a:xfrm>
            <a:off x="7895870" y="4140346"/>
            <a:ext cx="41429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t’</a:t>
            </a:r>
            <a:endParaRPr kumimoji="0" lang="en-US" sz="16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80C0AC55-7635-2346-85C0-10B75BF4C445}"/>
              </a:ext>
            </a:extLst>
          </p:cNvPr>
          <p:cNvSpPr txBox="1"/>
          <p:nvPr/>
        </p:nvSpPr>
        <p:spPr>
          <a:xfrm>
            <a:off x="7384517" y="5969340"/>
            <a:ext cx="411550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Q: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what happens if network connection or client crashes at </a:t>
            </a:r>
            <a:r>
              <a:rPr kumimoji="0" 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t’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?</a:t>
            </a:r>
          </a:p>
        </p:txBody>
      </p:sp>
      <p:sp>
        <p:nvSpPr>
          <p:cNvPr id="90" name="Slide Number Placeholder 2">
            <a:extLst>
              <a:ext uri="{FF2B5EF4-FFF2-40B4-BE49-F238E27FC236}">
                <a16:creationId xmlns:a16="http://schemas.microsoft.com/office/drawing/2014/main" id="{FF729FF4-43F7-A040-B78F-BE4EC8E985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459119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5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000"/>
                            </p:stCondLst>
                            <p:childTnLst>
                              <p:par>
                                <p:cTn id="3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2500"/>
                            </p:stCondLst>
                            <p:childTnLst>
                              <p:par>
                                <p:cTn id="3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000"/>
                            </p:stCondLst>
                            <p:childTnLst>
                              <p:par>
                                <p:cTn id="5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3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3" dur="500"/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9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Maintaining user/server state: cookies</a:t>
            </a:r>
            <a:endParaRPr lang="en-US" sz="4400" dirty="0"/>
          </a:p>
        </p:txBody>
      </p:sp>
      <p:sp>
        <p:nvSpPr>
          <p:cNvPr id="93" name="Rectangle 3">
            <a:extLst>
              <a:ext uri="{FF2B5EF4-FFF2-40B4-BE49-F238E27FC236}">
                <a16:creationId xmlns:a16="http://schemas.microsoft.com/office/drawing/2014/main" id="{044314F4-5E29-A342-9469-ED1D194C2BEE}"/>
              </a:ext>
            </a:extLst>
          </p:cNvPr>
          <p:cNvSpPr txBox="1">
            <a:spLocks noChangeArrowheads="1"/>
          </p:cNvSpPr>
          <p:nvPr/>
        </p:nvSpPr>
        <p:spPr>
          <a:xfrm>
            <a:off x="622608" y="1452389"/>
            <a:ext cx="6335547" cy="4887912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Web sites and client browser  use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cookies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to maintain some state between transactions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four components: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1) cookie header line of HTTP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response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message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2) cookie header line in next HTTP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request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message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3) cookie file kept on user</a:t>
            </a:r>
            <a:r>
              <a:rPr kumimoji="0" lang="ja-JP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 host, managed by user</a:t>
            </a:r>
            <a:r>
              <a:rPr kumimoji="0" lang="ja-JP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 browser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4) back-end database at Web site</a:t>
            </a:r>
          </a:p>
        </p:txBody>
      </p:sp>
      <p:sp>
        <p:nvSpPr>
          <p:cNvPr id="94" name="Rectangle 4">
            <a:extLst>
              <a:ext uri="{FF2B5EF4-FFF2-40B4-BE49-F238E27FC236}">
                <a16:creationId xmlns:a16="http://schemas.microsoft.com/office/drawing/2014/main" id="{26408C84-4366-9C43-B55D-97AC8C9FA33A}"/>
              </a:ext>
            </a:extLst>
          </p:cNvPr>
          <p:cNvSpPr txBox="1">
            <a:spLocks noChangeArrowheads="1"/>
          </p:cNvSpPr>
          <p:nvPr/>
        </p:nvSpPr>
        <p:spPr>
          <a:xfrm>
            <a:off x="7599363" y="1452389"/>
            <a:ext cx="4363453" cy="5025732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9525" marR="0" lvl="0" indent="111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Example:</a:t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Susan uses browser on laptop, visits specific e-commerce site for first time</a:t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when initial HTTP requests arrives at site, site creates: </a:t>
            </a:r>
          </a:p>
          <a:p>
            <a:pPr marL="685800" marR="0" lvl="1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unique ID (aka “cookie”)</a:t>
            </a:r>
          </a:p>
          <a:p>
            <a:pPr marL="685800" marR="0" lvl="1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entry in backend database for ID</a:t>
            </a:r>
          </a:p>
          <a:p>
            <a:pPr marL="34290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subsequent HTTP requests from Susan to this site will contain cookie ID value, allowing site to “identify” Susan</a:t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A52BCA24-99F8-C342-B95E-EB6833D8CAE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75849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9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4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Maintaining user/server state: cookies</a:t>
            </a:r>
            <a:endParaRPr lang="en-US" sz="4400" dirty="0"/>
          </a:p>
        </p:txBody>
      </p:sp>
      <p:sp>
        <p:nvSpPr>
          <p:cNvPr id="96" name="Text Box 5">
            <a:extLst>
              <a:ext uri="{FF2B5EF4-FFF2-40B4-BE49-F238E27FC236}">
                <a16:creationId xmlns:a16="http://schemas.microsoft.com/office/drawing/2014/main" id="{BDD58876-57D5-6242-A5A0-1F4F57BBD4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92674" y="1266659"/>
            <a:ext cx="8739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client</a:t>
            </a:r>
          </a:p>
        </p:txBody>
      </p:sp>
      <p:sp>
        <p:nvSpPr>
          <p:cNvPr id="97" name="Text Box 6">
            <a:extLst>
              <a:ext uri="{FF2B5EF4-FFF2-40B4-BE49-F238E27FC236}">
                <a16:creationId xmlns:a16="http://schemas.microsoft.com/office/drawing/2014/main" id="{2C7DB634-32FD-8242-867E-9B9E0867E9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72999" y="1555531"/>
            <a:ext cx="9669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server</a:t>
            </a:r>
          </a:p>
        </p:txBody>
      </p:sp>
      <p:grpSp>
        <p:nvGrpSpPr>
          <p:cNvPr id="98" name="Group 90">
            <a:extLst>
              <a:ext uri="{FF2B5EF4-FFF2-40B4-BE49-F238E27FC236}">
                <a16:creationId xmlns:a16="http://schemas.microsoft.com/office/drawing/2014/main" id="{94011BFB-FD4F-E449-8218-8F0FBC795682}"/>
              </a:ext>
            </a:extLst>
          </p:cNvPr>
          <p:cNvGrpSpPr>
            <a:grpSpLocks/>
          </p:cNvGrpSpPr>
          <p:nvPr/>
        </p:nvGrpSpPr>
        <p:grpSpPr bwMode="auto">
          <a:xfrm>
            <a:off x="2996806" y="4057653"/>
            <a:ext cx="3873500" cy="458788"/>
            <a:chOff x="1414" y="2657"/>
            <a:chExt cx="2440" cy="289"/>
          </a:xfrm>
        </p:grpSpPr>
        <p:sp>
          <p:nvSpPr>
            <p:cNvPr id="99" name="Line 16">
              <a:extLst>
                <a:ext uri="{FF2B5EF4-FFF2-40B4-BE49-F238E27FC236}">
                  <a16:creationId xmlns:a16="http://schemas.microsoft.com/office/drawing/2014/main" id="{88BDB1BC-CF22-D740-8FD0-3286D32A2A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14" y="2657"/>
              <a:ext cx="2440" cy="2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00" name="Group 17">
              <a:extLst>
                <a:ext uri="{FF2B5EF4-FFF2-40B4-BE49-F238E27FC236}">
                  <a16:creationId xmlns:a16="http://schemas.microsoft.com/office/drawing/2014/main" id="{1663D802-36E9-1C4C-BFE3-BD3D003350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53" y="2694"/>
              <a:ext cx="1897" cy="252"/>
              <a:chOff x="3268" y="2846"/>
              <a:chExt cx="1897" cy="252"/>
            </a:xfrm>
          </p:grpSpPr>
          <p:sp>
            <p:nvSpPr>
              <p:cNvPr id="101" name="Rectangle 18">
                <a:extLst>
                  <a:ext uri="{FF2B5EF4-FFF2-40B4-BE49-F238E27FC236}">
                    <a16:creationId xmlns:a16="http://schemas.microsoft.com/office/drawing/2014/main" id="{F3795387-184E-6040-B5E5-4A94444CF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2856"/>
                <a:ext cx="1692" cy="1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2" name="Text Box 19">
                <a:extLst>
                  <a:ext uri="{FF2B5EF4-FFF2-40B4-BE49-F238E27FC236}">
                    <a16:creationId xmlns:a16="http://schemas.microsoft.com/office/drawing/2014/main" id="{1E8E6531-8FF1-1C40-8C70-630F4E1475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68" y="2846"/>
                <a:ext cx="1897" cy="252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usual HTTP response msg</a:t>
                </a: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103" name="Group 94">
            <a:extLst>
              <a:ext uri="{FF2B5EF4-FFF2-40B4-BE49-F238E27FC236}">
                <a16:creationId xmlns:a16="http://schemas.microsoft.com/office/drawing/2014/main" id="{A02DFDF0-ACF5-0944-BB01-BEA857B2408F}"/>
              </a:ext>
            </a:extLst>
          </p:cNvPr>
          <p:cNvGrpSpPr>
            <a:grpSpLocks/>
          </p:cNvGrpSpPr>
          <p:nvPr/>
        </p:nvGrpSpPr>
        <p:grpSpPr bwMode="auto">
          <a:xfrm>
            <a:off x="3002432" y="5867498"/>
            <a:ext cx="3859213" cy="463549"/>
            <a:chOff x="1392" y="3579"/>
            <a:chExt cx="2431" cy="292"/>
          </a:xfrm>
        </p:grpSpPr>
        <p:sp>
          <p:nvSpPr>
            <p:cNvPr id="104" name="Line 24">
              <a:extLst>
                <a:ext uri="{FF2B5EF4-FFF2-40B4-BE49-F238E27FC236}">
                  <a16:creationId xmlns:a16="http://schemas.microsoft.com/office/drawing/2014/main" id="{EEB16C5E-89E3-9248-A0E9-068D3F51C4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92" y="3579"/>
              <a:ext cx="2431" cy="2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" name="Text Box 27">
              <a:extLst>
                <a:ext uri="{FF2B5EF4-FFF2-40B4-BE49-F238E27FC236}">
                  <a16:creationId xmlns:a16="http://schemas.microsoft.com/office/drawing/2014/main" id="{474B7C25-022E-B449-BFB7-79520686A1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8" y="3619"/>
              <a:ext cx="1852" cy="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usual HTTP response msg</a:t>
              </a: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8" name="Text Box 59">
            <a:extLst>
              <a:ext uri="{FF2B5EF4-FFF2-40B4-BE49-F238E27FC236}">
                <a16:creationId xmlns:a16="http://schemas.microsoft.com/office/drawing/2014/main" id="{8FCE1392-BEBB-7649-A72C-5DBA317615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3156" y="2293935"/>
            <a:ext cx="1787525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cookie file</a:t>
            </a:r>
          </a:p>
        </p:txBody>
      </p:sp>
      <p:sp>
        <p:nvSpPr>
          <p:cNvPr id="109" name="Text Box 66">
            <a:extLst>
              <a:ext uri="{FF2B5EF4-FFF2-40B4-BE49-F238E27FC236}">
                <a16:creationId xmlns:a16="http://schemas.microsoft.com/office/drawing/2014/main" id="{0A6A1E02-F6BE-5D46-AD20-D1F7027FB4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0772" y="4672055"/>
            <a:ext cx="181011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one week later:</a:t>
            </a:r>
          </a:p>
        </p:txBody>
      </p:sp>
      <p:grpSp>
        <p:nvGrpSpPr>
          <p:cNvPr id="110" name="Group 89">
            <a:extLst>
              <a:ext uri="{FF2B5EF4-FFF2-40B4-BE49-F238E27FC236}">
                <a16:creationId xmlns:a16="http://schemas.microsoft.com/office/drawing/2014/main" id="{40D8E44C-8C6C-D542-9BE7-10406B51CDF5}"/>
              </a:ext>
            </a:extLst>
          </p:cNvPr>
          <p:cNvGrpSpPr>
            <a:grpSpLocks/>
          </p:cNvGrpSpPr>
          <p:nvPr/>
        </p:nvGrpSpPr>
        <p:grpSpPr bwMode="auto">
          <a:xfrm>
            <a:off x="2998327" y="3429000"/>
            <a:ext cx="6777024" cy="1128713"/>
            <a:chOff x="1411" y="2261"/>
            <a:chExt cx="3533" cy="711"/>
          </a:xfrm>
        </p:grpSpPr>
        <p:sp>
          <p:nvSpPr>
            <p:cNvPr id="111" name="Line 12">
              <a:extLst>
                <a:ext uri="{FF2B5EF4-FFF2-40B4-BE49-F238E27FC236}">
                  <a16:creationId xmlns:a16="http://schemas.microsoft.com/office/drawing/2014/main" id="{153DBCD9-AEFE-0D4C-84B4-A29E1AAACC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1" y="2361"/>
              <a:ext cx="2016" cy="2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2" name="Text Box 15">
              <a:extLst>
                <a:ext uri="{FF2B5EF4-FFF2-40B4-BE49-F238E27FC236}">
                  <a16:creationId xmlns:a16="http://schemas.microsoft.com/office/drawing/2014/main" id="{B4EE3ACA-27BC-0046-99A0-E10CEAF864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48" y="2261"/>
              <a:ext cx="1689" cy="40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usual HTTP request msg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cookie: 1678</a:t>
              </a:r>
            </a:p>
          </p:txBody>
        </p:sp>
        <p:sp>
          <p:nvSpPr>
            <p:cNvPr id="113" name="Text Box 28">
              <a:extLst>
                <a:ext uri="{FF2B5EF4-FFF2-40B4-BE49-F238E27FC236}">
                  <a16:creationId xmlns:a16="http://schemas.microsoft.com/office/drawing/2014/main" id="{E0C8E058-016B-9643-8EC4-38404A2A2E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49" y="2332"/>
              <a:ext cx="607" cy="6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cookie-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specific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action</a:t>
              </a:r>
            </a:p>
          </p:txBody>
        </p:sp>
        <p:sp>
          <p:nvSpPr>
            <p:cNvPr id="114" name="Line 42">
              <a:extLst>
                <a:ext uri="{FF2B5EF4-FFF2-40B4-BE49-F238E27FC236}">
                  <a16:creationId xmlns:a16="http://schemas.microsoft.com/office/drawing/2014/main" id="{AEE1E959-6738-514B-BC11-A0C6268B08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52" y="2367"/>
              <a:ext cx="692" cy="26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15" name="Group 83">
              <a:extLst>
                <a:ext uri="{FF2B5EF4-FFF2-40B4-BE49-F238E27FC236}">
                  <a16:creationId xmlns:a16="http://schemas.microsoft.com/office/drawing/2014/main" id="{B7857F88-08E3-E240-A20C-5162D29690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6" y="2363"/>
              <a:ext cx="539" cy="252"/>
              <a:chOff x="4306" y="2273"/>
              <a:chExt cx="539" cy="252"/>
            </a:xfrm>
          </p:grpSpPr>
          <p:sp>
            <p:nvSpPr>
              <p:cNvPr id="116" name="Rectangle 72">
                <a:extLst>
                  <a:ext uri="{FF2B5EF4-FFF2-40B4-BE49-F238E27FC236}">
                    <a16:creationId xmlns:a16="http://schemas.microsoft.com/office/drawing/2014/main" id="{597ACCEC-4FF2-6B40-8454-C2F1F6A7C1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9" y="2365"/>
                <a:ext cx="384" cy="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7" name="Text Box 43">
                <a:extLst>
                  <a:ext uri="{FF2B5EF4-FFF2-40B4-BE49-F238E27FC236}">
                    <a16:creationId xmlns:a16="http://schemas.microsoft.com/office/drawing/2014/main" id="{361D7D30-A4D4-5C44-878A-9FE3CEA441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06" y="2273"/>
                <a:ext cx="539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</p:txBody>
          </p:sp>
        </p:grpSp>
      </p:grpSp>
      <p:grpSp>
        <p:nvGrpSpPr>
          <p:cNvPr id="118" name="Group 81">
            <a:extLst>
              <a:ext uri="{FF2B5EF4-FFF2-40B4-BE49-F238E27FC236}">
                <a16:creationId xmlns:a16="http://schemas.microsoft.com/office/drawing/2014/main" id="{CCEC4E82-EFC9-4646-BCEE-C0B8C7E94B5A}"/>
              </a:ext>
            </a:extLst>
          </p:cNvPr>
          <p:cNvGrpSpPr>
            <a:grpSpLocks/>
          </p:cNvGrpSpPr>
          <p:nvPr/>
        </p:nvGrpSpPr>
        <p:grpSpPr bwMode="auto">
          <a:xfrm>
            <a:off x="1704581" y="1762123"/>
            <a:ext cx="1066800" cy="565150"/>
            <a:chOff x="527" y="1047"/>
            <a:chExt cx="855" cy="486"/>
          </a:xfrm>
        </p:grpSpPr>
        <p:sp>
          <p:nvSpPr>
            <p:cNvPr id="119" name="AutoShape 67">
              <a:extLst>
                <a:ext uri="{FF2B5EF4-FFF2-40B4-BE49-F238E27FC236}">
                  <a16:creationId xmlns:a16="http://schemas.microsoft.com/office/drawing/2014/main" id="{3FF0F743-E4ED-2B41-96D3-06A33C244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" y="1047"/>
              <a:ext cx="855" cy="486"/>
            </a:xfrm>
            <a:prstGeom prst="can">
              <a:avLst>
                <a:gd name="adj" fmla="val 25000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" name="Text Box 60">
              <a:extLst>
                <a:ext uri="{FF2B5EF4-FFF2-40B4-BE49-F238E27FC236}">
                  <a16:creationId xmlns:a16="http://schemas.microsoft.com/office/drawing/2014/main" id="{6117DA15-C6DD-B847-B11A-0D6EFDBC12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2" y="1193"/>
              <a:ext cx="805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ebay</a:t>
              </a: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 8734</a:t>
              </a:r>
            </a:p>
          </p:txBody>
        </p:sp>
      </p:grpSp>
      <p:grpSp>
        <p:nvGrpSpPr>
          <p:cNvPr id="121" name="Group 95">
            <a:extLst>
              <a:ext uri="{FF2B5EF4-FFF2-40B4-BE49-F238E27FC236}">
                <a16:creationId xmlns:a16="http://schemas.microsoft.com/office/drawing/2014/main" id="{6419469C-19C4-3947-B461-0398BDE5A56E}"/>
              </a:ext>
            </a:extLst>
          </p:cNvPr>
          <p:cNvGrpSpPr>
            <a:grpSpLocks/>
          </p:cNvGrpSpPr>
          <p:nvPr/>
        </p:nvGrpSpPr>
        <p:grpSpPr bwMode="auto">
          <a:xfrm>
            <a:off x="2952356" y="1946272"/>
            <a:ext cx="6972540" cy="1301749"/>
            <a:chOff x="1386" y="1327"/>
            <a:chExt cx="3730" cy="820"/>
          </a:xfrm>
        </p:grpSpPr>
        <p:sp>
          <p:nvSpPr>
            <p:cNvPr id="122" name="Line 4">
              <a:extLst>
                <a:ext uri="{FF2B5EF4-FFF2-40B4-BE49-F238E27FC236}">
                  <a16:creationId xmlns:a16="http://schemas.microsoft.com/office/drawing/2014/main" id="{53358BBA-04B8-9D40-89A7-C1749138D1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6" y="1355"/>
              <a:ext cx="2082" cy="2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" name="Text Box 8">
              <a:extLst>
                <a:ext uri="{FF2B5EF4-FFF2-40B4-BE49-F238E27FC236}">
                  <a16:creationId xmlns:a16="http://schemas.microsoft.com/office/drawing/2014/main" id="{437463ED-2B74-A04D-85BF-36A6CD1ADB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54" y="1327"/>
              <a:ext cx="1689" cy="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usual HTTP request msg</a:t>
              </a:r>
            </a:p>
          </p:txBody>
        </p:sp>
        <p:sp>
          <p:nvSpPr>
            <p:cNvPr id="124" name="Text Box 31">
              <a:extLst>
                <a:ext uri="{FF2B5EF4-FFF2-40B4-BE49-F238E27FC236}">
                  <a16:creationId xmlns:a16="http://schemas.microsoft.com/office/drawing/2014/main" id="{8689192D-F56C-1640-861C-3C443D419F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60" y="1390"/>
              <a:ext cx="848" cy="5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Amazon server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creates ID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1678 for user</a:t>
              </a:r>
              <a:endPara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25" name="Group 82">
              <a:extLst>
                <a:ext uri="{FF2B5EF4-FFF2-40B4-BE49-F238E27FC236}">
                  <a16:creationId xmlns:a16="http://schemas.microsoft.com/office/drawing/2014/main" id="{03DF1B1A-A9A9-854D-8891-346BB0DBAA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7" y="1730"/>
              <a:ext cx="739" cy="417"/>
              <a:chOff x="4377" y="1640"/>
              <a:chExt cx="739" cy="417"/>
            </a:xfrm>
          </p:grpSpPr>
          <p:sp>
            <p:nvSpPr>
              <p:cNvPr id="126" name="Line 40">
                <a:extLst>
                  <a:ext uri="{FF2B5EF4-FFF2-40B4-BE49-F238E27FC236}">
                    <a16:creationId xmlns:a16="http://schemas.microsoft.com/office/drawing/2014/main" id="{52C051AD-65C2-504B-9A70-F8E72303C4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77" y="1640"/>
                <a:ext cx="659" cy="414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27" name="Rectangle 73">
                <a:extLst>
                  <a:ext uri="{FF2B5EF4-FFF2-40B4-BE49-F238E27FC236}">
                    <a16:creationId xmlns:a16="http://schemas.microsoft.com/office/drawing/2014/main" id="{7F34673E-5298-3241-9317-86EC3DD70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1729"/>
                <a:ext cx="602" cy="24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28" name="Text Box 41">
                <a:extLst>
                  <a:ext uri="{FF2B5EF4-FFF2-40B4-BE49-F238E27FC236}">
                    <a16:creationId xmlns:a16="http://schemas.microsoft.com/office/drawing/2014/main" id="{F17F9C36-958E-4C47-BE78-4A1A5F0726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81" y="1702"/>
                <a:ext cx="735" cy="3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7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create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7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    entry</a:t>
                </a:r>
              </a:p>
            </p:txBody>
          </p:sp>
        </p:grpSp>
      </p:grpSp>
      <p:grpSp>
        <p:nvGrpSpPr>
          <p:cNvPr id="129" name="Group 88">
            <a:extLst>
              <a:ext uri="{FF2B5EF4-FFF2-40B4-BE49-F238E27FC236}">
                <a16:creationId xmlns:a16="http://schemas.microsoft.com/office/drawing/2014/main" id="{7A1CD3F5-FA12-5E48-9AC5-0FFB79FB2A15}"/>
              </a:ext>
            </a:extLst>
          </p:cNvPr>
          <p:cNvGrpSpPr>
            <a:grpSpLocks/>
          </p:cNvGrpSpPr>
          <p:nvPr/>
        </p:nvGrpSpPr>
        <p:grpSpPr bwMode="auto">
          <a:xfrm>
            <a:off x="1675603" y="2474086"/>
            <a:ext cx="5151555" cy="890270"/>
            <a:chOff x="462" y="1603"/>
            <a:chExt cx="3550" cy="719"/>
          </a:xfrm>
        </p:grpSpPr>
        <p:sp>
          <p:nvSpPr>
            <p:cNvPr id="130" name="Line 9">
              <a:extLst>
                <a:ext uri="{FF2B5EF4-FFF2-40B4-BE49-F238E27FC236}">
                  <a16:creationId xmlns:a16="http://schemas.microsoft.com/office/drawing/2014/main" id="{34D0E0B7-0FCE-BB41-80D4-74036A2750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04" y="1603"/>
              <a:ext cx="2608" cy="2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" name="Text Box 11">
              <a:extLst>
                <a:ext uri="{FF2B5EF4-FFF2-40B4-BE49-F238E27FC236}">
                  <a16:creationId xmlns:a16="http://schemas.microsoft.com/office/drawing/2014/main" id="{C2A582BF-35AD-EC42-8C5E-BCF7C4420C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52" y="1650"/>
              <a:ext cx="1665" cy="51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usual HTTP response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set-cookie: 1678 </a:t>
              </a:r>
            </a:p>
          </p:txBody>
        </p:sp>
        <p:grpSp>
          <p:nvGrpSpPr>
            <p:cNvPr id="132" name="Group 76">
              <a:extLst>
                <a:ext uri="{FF2B5EF4-FFF2-40B4-BE49-F238E27FC236}">
                  <a16:creationId xmlns:a16="http://schemas.microsoft.com/office/drawing/2014/main" id="{9B50E41F-6BE8-5B41-B57A-83E988A059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2" y="1836"/>
              <a:ext cx="1004" cy="486"/>
              <a:chOff x="687" y="1746"/>
              <a:chExt cx="1004" cy="486"/>
            </a:xfrm>
          </p:grpSpPr>
          <p:sp>
            <p:nvSpPr>
              <p:cNvPr id="133" name="AutoShape 74">
                <a:extLst>
                  <a:ext uri="{FF2B5EF4-FFF2-40B4-BE49-F238E27FC236}">
                    <a16:creationId xmlns:a16="http://schemas.microsoft.com/office/drawing/2014/main" id="{0B53BA64-2104-564F-AC68-42F70CD18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2" y="1746"/>
                <a:ext cx="735" cy="486"/>
              </a:xfrm>
              <a:prstGeom prst="can">
                <a:avLst>
                  <a:gd name="adj" fmla="val 25000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34" name="Text Box 75">
                <a:extLst>
                  <a:ext uri="{FF2B5EF4-FFF2-40B4-BE49-F238E27FC236}">
                    <a16:creationId xmlns:a16="http://schemas.microsoft.com/office/drawing/2014/main" id="{40EF6721-60A7-E646-8306-ACE2C580AA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7" y="1836"/>
                <a:ext cx="1004" cy="3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1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ebay</a:t>
                </a:r>
                <a:r>
                  <a:rPr kumimoji="0" lang="en-US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 8734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amazon 1678</a:t>
                </a:r>
              </a:p>
            </p:txBody>
          </p:sp>
        </p:grpSp>
      </p:grpSp>
      <p:grpSp>
        <p:nvGrpSpPr>
          <p:cNvPr id="135" name="Group 93">
            <a:extLst>
              <a:ext uri="{FF2B5EF4-FFF2-40B4-BE49-F238E27FC236}">
                <a16:creationId xmlns:a16="http://schemas.microsoft.com/office/drawing/2014/main" id="{3301D1A0-4332-D44D-9339-6985DCD61D45}"/>
              </a:ext>
            </a:extLst>
          </p:cNvPr>
          <p:cNvGrpSpPr>
            <a:grpSpLocks/>
          </p:cNvGrpSpPr>
          <p:nvPr/>
        </p:nvGrpSpPr>
        <p:grpSpPr bwMode="auto">
          <a:xfrm>
            <a:off x="2994226" y="4365354"/>
            <a:ext cx="6781125" cy="2001838"/>
            <a:chOff x="1406" y="2641"/>
            <a:chExt cx="3562" cy="1261"/>
          </a:xfrm>
        </p:grpSpPr>
        <p:sp>
          <p:nvSpPr>
            <p:cNvPr id="136" name="Line 20">
              <a:extLst>
                <a:ext uri="{FF2B5EF4-FFF2-40B4-BE49-F238E27FC236}">
                  <a16:creationId xmlns:a16="http://schemas.microsoft.com/office/drawing/2014/main" id="{27A08B61-84D4-974B-B631-032C83422C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6" y="3293"/>
              <a:ext cx="2032" cy="2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" name="Text Box 23">
              <a:extLst>
                <a:ext uri="{FF2B5EF4-FFF2-40B4-BE49-F238E27FC236}">
                  <a16:creationId xmlns:a16="http://schemas.microsoft.com/office/drawing/2014/main" id="{C0FE6E20-0831-D147-9963-B3CABC0FF1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61" y="3171"/>
              <a:ext cx="1689" cy="40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usual HTTP request msg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cookie: 1678</a:t>
              </a:r>
            </a:p>
          </p:txBody>
        </p:sp>
        <p:sp>
          <p:nvSpPr>
            <p:cNvPr id="138" name="Text Box 29">
              <a:extLst>
                <a:ext uri="{FF2B5EF4-FFF2-40B4-BE49-F238E27FC236}">
                  <a16:creationId xmlns:a16="http://schemas.microsoft.com/office/drawing/2014/main" id="{8241B379-77A9-114B-8D91-05EAB5E6DC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9" y="3262"/>
              <a:ext cx="607" cy="6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cookie-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specific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action</a:t>
              </a:r>
            </a:p>
          </p:txBody>
        </p:sp>
        <p:sp>
          <p:nvSpPr>
            <p:cNvPr id="139" name="Line 44">
              <a:extLst>
                <a:ext uri="{FF2B5EF4-FFF2-40B4-BE49-F238E27FC236}">
                  <a16:creationId xmlns:a16="http://schemas.microsoft.com/office/drawing/2014/main" id="{E200A986-F657-7343-BB4C-41C023FA53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81" y="2641"/>
              <a:ext cx="787" cy="86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" name="Text Box 71">
              <a:extLst>
                <a:ext uri="{FF2B5EF4-FFF2-40B4-BE49-F238E27FC236}">
                  <a16:creationId xmlns:a16="http://schemas.microsoft.com/office/drawing/2014/main" id="{CCBDD99D-1C5A-2749-9C7B-9D0A6E0A3C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87" y="2939"/>
              <a:ext cx="539" cy="25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access</a:t>
              </a:r>
            </a:p>
          </p:txBody>
        </p:sp>
      </p:grpSp>
      <p:grpSp>
        <p:nvGrpSpPr>
          <p:cNvPr id="141" name="Group 77">
            <a:extLst>
              <a:ext uri="{FF2B5EF4-FFF2-40B4-BE49-F238E27FC236}">
                <a16:creationId xmlns:a16="http://schemas.microsoft.com/office/drawing/2014/main" id="{147D74CA-2DA8-1241-A8E8-3EF2E932E88E}"/>
              </a:ext>
            </a:extLst>
          </p:cNvPr>
          <p:cNvGrpSpPr>
            <a:grpSpLocks/>
          </p:cNvGrpSpPr>
          <p:nvPr/>
        </p:nvGrpSpPr>
        <p:grpSpPr bwMode="auto">
          <a:xfrm>
            <a:off x="1655687" y="5113066"/>
            <a:ext cx="1389062" cy="633978"/>
            <a:chOff x="702" y="1746"/>
            <a:chExt cx="1004" cy="486"/>
          </a:xfrm>
        </p:grpSpPr>
        <p:sp>
          <p:nvSpPr>
            <p:cNvPr id="142" name="AutoShape 78">
              <a:extLst>
                <a:ext uri="{FF2B5EF4-FFF2-40B4-BE49-F238E27FC236}">
                  <a16:creationId xmlns:a16="http://schemas.microsoft.com/office/drawing/2014/main" id="{19C72BA2-8506-044E-A290-911BA7AE5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5" y="1746"/>
              <a:ext cx="773" cy="486"/>
            </a:xfrm>
            <a:prstGeom prst="can">
              <a:avLst>
                <a:gd name="adj" fmla="val 25000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3" name="Text Box 79">
              <a:extLst>
                <a:ext uri="{FF2B5EF4-FFF2-40B4-BE49-F238E27FC236}">
                  <a16:creationId xmlns:a16="http://schemas.microsoft.com/office/drawing/2014/main" id="{DF0A1B9A-EFCF-7042-A14D-D22FE4D35A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2" y="1851"/>
              <a:ext cx="1004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ebay</a:t>
              </a: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 8734</a:t>
              </a:r>
            </a:p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amazon 1678</a:t>
              </a:r>
              <a:endParaRPr kumimoji="0" lang="en-US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44" name="Text Box 80">
            <a:extLst>
              <a:ext uri="{FF2B5EF4-FFF2-40B4-BE49-F238E27FC236}">
                <a16:creationId xmlns:a16="http://schemas.microsoft.com/office/drawing/2014/main" id="{EC583638-A99A-9144-B11A-E459DCDD4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34963" y="2582111"/>
            <a:ext cx="1140056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backend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database</a:t>
            </a:r>
          </a:p>
        </p:txBody>
      </p:sp>
      <p:sp>
        <p:nvSpPr>
          <p:cNvPr id="145" name="AutoShape 327">
            <a:extLst>
              <a:ext uri="{FF2B5EF4-FFF2-40B4-BE49-F238E27FC236}">
                <a16:creationId xmlns:a16="http://schemas.microsoft.com/office/drawing/2014/main" id="{774E3BE6-BFC9-C849-B588-B56E574DA6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4838" y="3202824"/>
            <a:ext cx="592138" cy="908050"/>
          </a:xfrm>
          <a:prstGeom prst="can">
            <a:avLst>
              <a:gd name="adj" fmla="val 31004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46" name="Group 63">
            <a:extLst>
              <a:ext uri="{FF2B5EF4-FFF2-40B4-BE49-F238E27FC236}">
                <a16:creationId xmlns:a16="http://schemas.microsoft.com/office/drawing/2014/main" id="{1D650FE6-EFAF-DA42-B6C3-89E2D30D6710}"/>
              </a:ext>
            </a:extLst>
          </p:cNvPr>
          <p:cNvGrpSpPr>
            <a:grpSpLocks/>
          </p:cNvGrpSpPr>
          <p:nvPr/>
        </p:nvGrpSpPr>
        <p:grpSpPr bwMode="auto">
          <a:xfrm>
            <a:off x="6709231" y="1274501"/>
            <a:ext cx="351110" cy="610396"/>
            <a:chOff x="4140" y="429"/>
            <a:chExt cx="1425" cy="2396"/>
          </a:xfrm>
        </p:grpSpPr>
        <p:sp>
          <p:nvSpPr>
            <p:cNvPr id="147" name="Freeform 64">
              <a:extLst>
                <a:ext uri="{FF2B5EF4-FFF2-40B4-BE49-F238E27FC236}">
                  <a16:creationId xmlns:a16="http://schemas.microsoft.com/office/drawing/2014/main" id="{23F46B7A-88B4-C64E-A298-064AE8ED2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8" name="Rectangle 65">
              <a:extLst>
                <a:ext uri="{FF2B5EF4-FFF2-40B4-BE49-F238E27FC236}">
                  <a16:creationId xmlns:a16="http://schemas.microsoft.com/office/drawing/2014/main" id="{932E7E2F-358A-204B-ACA1-ECA34C748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5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9" name="Freeform 66">
              <a:extLst>
                <a:ext uri="{FF2B5EF4-FFF2-40B4-BE49-F238E27FC236}">
                  <a16:creationId xmlns:a16="http://schemas.microsoft.com/office/drawing/2014/main" id="{5AD2CC4E-2BC1-3742-B273-CCF955749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0" name="Freeform 67">
              <a:extLst>
                <a:ext uri="{FF2B5EF4-FFF2-40B4-BE49-F238E27FC236}">
                  <a16:creationId xmlns:a16="http://schemas.microsoft.com/office/drawing/2014/main" id="{1DBFB074-4990-854E-B454-9FF52C6C4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1" name="Rectangle 68">
              <a:extLst>
                <a:ext uri="{FF2B5EF4-FFF2-40B4-BE49-F238E27FC236}">
                  <a16:creationId xmlns:a16="http://schemas.microsoft.com/office/drawing/2014/main" id="{BE0EBEA8-CD1D-5047-B6F1-2FAA1FF32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5"/>
              <a:ext cx="594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52" name="Group 69">
              <a:extLst>
                <a:ext uri="{FF2B5EF4-FFF2-40B4-BE49-F238E27FC236}">
                  <a16:creationId xmlns:a16="http://schemas.microsoft.com/office/drawing/2014/main" id="{FB3D83DD-33C0-D64F-AEA3-0EDE478970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77" name="AutoShape 70">
                <a:extLst>
                  <a:ext uri="{FF2B5EF4-FFF2-40B4-BE49-F238E27FC236}">
                    <a16:creationId xmlns:a16="http://schemas.microsoft.com/office/drawing/2014/main" id="{9F58D14A-E308-6E43-8765-29117CEB2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1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78" name="AutoShape 71">
                <a:extLst>
                  <a:ext uri="{FF2B5EF4-FFF2-40B4-BE49-F238E27FC236}">
                    <a16:creationId xmlns:a16="http://schemas.microsoft.com/office/drawing/2014/main" id="{990E0E9A-D7D4-F540-994A-F5A32D42A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0"/>
                <a:ext cx="687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53" name="Rectangle 72">
              <a:extLst>
                <a:ext uri="{FF2B5EF4-FFF2-40B4-BE49-F238E27FC236}">
                  <a16:creationId xmlns:a16="http://schemas.microsoft.com/office/drawing/2014/main" id="{914BF847-475C-7C47-96A4-CAFCCACEC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21"/>
              <a:ext cx="600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54" name="Group 73">
              <a:extLst>
                <a:ext uri="{FF2B5EF4-FFF2-40B4-BE49-F238E27FC236}">
                  <a16:creationId xmlns:a16="http://schemas.microsoft.com/office/drawing/2014/main" id="{A276F146-AB6A-8C4E-BD8B-856A510CB0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75" name="AutoShape 74">
                <a:extLst>
                  <a:ext uri="{FF2B5EF4-FFF2-40B4-BE49-F238E27FC236}">
                    <a16:creationId xmlns:a16="http://schemas.microsoft.com/office/drawing/2014/main" id="{FB783255-C8AF-CD4E-84DF-1573DF917D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8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76" name="AutoShape 75">
                <a:extLst>
                  <a:ext uri="{FF2B5EF4-FFF2-40B4-BE49-F238E27FC236}">
                    <a16:creationId xmlns:a16="http://schemas.microsoft.com/office/drawing/2014/main" id="{46E81119-BF44-D945-96D2-7A6A2F19EC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5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55" name="Rectangle 76">
              <a:extLst>
                <a:ext uri="{FF2B5EF4-FFF2-40B4-BE49-F238E27FC236}">
                  <a16:creationId xmlns:a16="http://schemas.microsoft.com/office/drawing/2014/main" id="{823BB60D-416A-0746-BBEF-9DC4528B9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6"/>
              <a:ext cx="594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6" name="Rectangle 77">
              <a:extLst>
                <a:ext uri="{FF2B5EF4-FFF2-40B4-BE49-F238E27FC236}">
                  <a16:creationId xmlns:a16="http://schemas.microsoft.com/office/drawing/2014/main" id="{500EA440-64F5-FE43-A9CD-EC38855A5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7"/>
              <a:ext cx="594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57" name="Group 78">
              <a:extLst>
                <a:ext uri="{FF2B5EF4-FFF2-40B4-BE49-F238E27FC236}">
                  <a16:creationId xmlns:a16="http://schemas.microsoft.com/office/drawing/2014/main" id="{014CE493-B3CF-454F-97A3-BF80992E34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73" name="AutoShape 79">
                <a:extLst>
                  <a:ext uri="{FF2B5EF4-FFF2-40B4-BE49-F238E27FC236}">
                    <a16:creationId xmlns:a16="http://schemas.microsoft.com/office/drawing/2014/main" id="{40259673-2628-3C41-9A32-A9512F4B29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7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74" name="AutoShape 80">
                <a:extLst>
                  <a:ext uri="{FF2B5EF4-FFF2-40B4-BE49-F238E27FC236}">
                    <a16:creationId xmlns:a16="http://schemas.microsoft.com/office/drawing/2014/main" id="{F5B75204-14D3-4949-85E6-E03DC06378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2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58" name="Freeform 81">
              <a:extLst>
                <a:ext uri="{FF2B5EF4-FFF2-40B4-BE49-F238E27FC236}">
                  <a16:creationId xmlns:a16="http://schemas.microsoft.com/office/drawing/2014/main" id="{C088528D-4021-6642-8A80-03351DCF2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59" name="Group 82">
              <a:extLst>
                <a:ext uri="{FF2B5EF4-FFF2-40B4-BE49-F238E27FC236}">
                  <a16:creationId xmlns:a16="http://schemas.microsoft.com/office/drawing/2014/main" id="{1859255F-C0C6-124B-9F92-5E236F8BD3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71" name="AutoShape 83">
                <a:extLst>
                  <a:ext uri="{FF2B5EF4-FFF2-40B4-BE49-F238E27FC236}">
                    <a16:creationId xmlns:a16="http://schemas.microsoft.com/office/drawing/2014/main" id="{C035ED52-DDB2-C843-9FFF-5BC45A6C0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72" name="AutoShape 84">
                <a:extLst>
                  <a:ext uri="{FF2B5EF4-FFF2-40B4-BE49-F238E27FC236}">
                    <a16:creationId xmlns:a16="http://schemas.microsoft.com/office/drawing/2014/main" id="{E3C20259-037C-3641-A789-24D0DCCDC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60" name="Rectangle 85">
              <a:extLst>
                <a:ext uri="{FF2B5EF4-FFF2-40B4-BE49-F238E27FC236}">
                  <a16:creationId xmlns:a16="http://schemas.microsoft.com/office/drawing/2014/main" id="{AAA45EA2-DB28-264A-8894-70368F48D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1" name="Freeform 86">
              <a:extLst>
                <a:ext uri="{FF2B5EF4-FFF2-40B4-BE49-F238E27FC236}">
                  <a16:creationId xmlns:a16="http://schemas.microsoft.com/office/drawing/2014/main" id="{056A9634-8A28-174F-BB52-3C9B4E969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2" name="Freeform 87">
              <a:extLst>
                <a:ext uri="{FF2B5EF4-FFF2-40B4-BE49-F238E27FC236}">
                  <a16:creationId xmlns:a16="http://schemas.microsoft.com/office/drawing/2014/main" id="{28B4EE70-3F36-D84A-BBF7-26FCDCAB2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3" name="Oval 88">
              <a:extLst>
                <a:ext uri="{FF2B5EF4-FFF2-40B4-BE49-F238E27FC236}">
                  <a16:creationId xmlns:a16="http://schemas.microsoft.com/office/drawing/2014/main" id="{AFA23CDD-2C19-364F-8CB6-E34A3A50A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3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4" name="Freeform 89">
              <a:extLst>
                <a:ext uri="{FF2B5EF4-FFF2-40B4-BE49-F238E27FC236}">
                  <a16:creationId xmlns:a16="http://schemas.microsoft.com/office/drawing/2014/main" id="{C80FF08C-B05A-5742-B82B-9D6BFBFA2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5" name="AutoShape 90">
              <a:extLst>
                <a:ext uri="{FF2B5EF4-FFF2-40B4-BE49-F238E27FC236}">
                  <a16:creationId xmlns:a16="http://schemas.microsoft.com/office/drawing/2014/main" id="{D46EF758-7531-924C-8A33-5AC571E08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6" name="AutoShape 91">
              <a:extLst>
                <a:ext uri="{FF2B5EF4-FFF2-40B4-BE49-F238E27FC236}">
                  <a16:creationId xmlns:a16="http://schemas.microsoft.com/office/drawing/2014/main" id="{E252E208-3522-884B-9DE7-7EB157685A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2"/>
              <a:ext cx="1067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7" name="Oval 92">
              <a:extLst>
                <a:ext uri="{FF2B5EF4-FFF2-40B4-BE49-F238E27FC236}">
                  <a16:creationId xmlns:a16="http://schemas.microsoft.com/office/drawing/2014/main" id="{957DD520-6280-3E4E-BAD7-651F514139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1" y="2381"/>
              <a:ext cx="154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8" name="Oval 93">
              <a:extLst>
                <a:ext uri="{FF2B5EF4-FFF2-40B4-BE49-F238E27FC236}">
                  <a16:creationId xmlns:a16="http://schemas.microsoft.com/office/drawing/2014/main" id="{ECF80637-5F56-1F4E-A6A8-ED0FA8AC5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69" name="Oval 94">
              <a:extLst>
                <a:ext uri="{FF2B5EF4-FFF2-40B4-BE49-F238E27FC236}">
                  <a16:creationId xmlns:a16="http://schemas.microsoft.com/office/drawing/2014/main" id="{FFEB5237-B81D-9B45-A444-21BB49902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1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0" name="Rectangle 95">
              <a:extLst>
                <a:ext uri="{FF2B5EF4-FFF2-40B4-BE49-F238E27FC236}">
                  <a16:creationId xmlns:a16="http://schemas.microsoft.com/office/drawing/2014/main" id="{8C2A523A-6ED6-094A-8260-B51956D795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4"/>
              <a:ext cx="83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79" name="Group 96">
            <a:extLst>
              <a:ext uri="{FF2B5EF4-FFF2-40B4-BE49-F238E27FC236}">
                <a16:creationId xmlns:a16="http://schemas.microsoft.com/office/drawing/2014/main" id="{079DFC6E-4E8A-7B4D-8113-190A0989D0FB}"/>
              </a:ext>
            </a:extLst>
          </p:cNvPr>
          <p:cNvGrpSpPr>
            <a:grpSpLocks/>
          </p:cNvGrpSpPr>
          <p:nvPr/>
        </p:nvGrpSpPr>
        <p:grpSpPr bwMode="auto">
          <a:xfrm>
            <a:off x="2734523" y="1369488"/>
            <a:ext cx="667783" cy="586047"/>
            <a:chOff x="-44" y="1473"/>
            <a:chExt cx="981" cy="1105"/>
          </a:xfrm>
        </p:grpSpPr>
        <p:pic>
          <p:nvPicPr>
            <p:cNvPr id="180" name="Picture 97" descr="desktop_computer_stylized_medium">
              <a:extLst>
                <a:ext uri="{FF2B5EF4-FFF2-40B4-BE49-F238E27FC236}">
                  <a16:creationId xmlns:a16="http://schemas.microsoft.com/office/drawing/2014/main" id="{FB14A9C2-A921-3747-8B81-81EE51820A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" name="Freeform 98">
              <a:extLst>
                <a:ext uri="{FF2B5EF4-FFF2-40B4-BE49-F238E27FC236}">
                  <a16:creationId xmlns:a16="http://schemas.microsoft.com/office/drawing/2014/main" id="{9C2960BD-B3C9-AE44-9E68-217EF326BFC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88" name="Line 15">
            <a:extLst>
              <a:ext uri="{FF2B5EF4-FFF2-40B4-BE49-F238E27FC236}">
                <a16:creationId xmlns:a16="http://schemas.microsoft.com/office/drawing/2014/main" id="{9030FA43-2615-A74C-949D-871EDD5258E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99897" y="1993139"/>
            <a:ext cx="510" cy="4465805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9" name="Text Box 37">
            <a:extLst>
              <a:ext uri="{FF2B5EF4-FFF2-40B4-BE49-F238E27FC236}">
                <a16:creationId xmlns:a16="http://schemas.microsoft.com/office/drawing/2014/main" id="{7717F97B-37DE-2442-8F9E-81FB9F33AB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6707" y="6459827"/>
            <a:ext cx="51969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time</a:t>
            </a:r>
          </a:p>
        </p:txBody>
      </p:sp>
      <p:sp>
        <p:nvSpPr>
          <p:cNvPr id="90" name="Line 15">
            <a:extLst>
              <a:ext uri="{FF2B5EF4-FFF2-40B4-BE49-F238E27FC236}">
                <a16:creationId xmlns:a16="http://schemas.microsoft.com/office/drawing/2014/main" id="{6E5A588C-0539-7140-B8E3-80735DCD2D4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67352" y="2001551"/>
            <a:ext cx="510" cy="4465805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1" name="Text Box 37">
            <a:extLst>
              <a:ext uri="{FF2B5EF4-FFF2-40B4-BE49-F238E27FC236}">
                <a16:creationId xmlns:a16="http://schemas.microsoft.com/office/drawing/2014/main" id="{716E4165-7532-204E-993F-D649CD8713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4162" y="6468239"/>
            <a:ext cx="51969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time</a:t>
            </a:r>
          </a:p>
        </p:txBody>
      </p:sp>
      <p:sp>
        <p:nvSpPr>
          <p:cNvPr id="92" name="Slide Number Placeholder 2">
            <a:extLst>
              <a:ext uri="{FF2B5EF4-FFF2-40B4-BE49-F238E27FC236}">
                <a16:creationId xmlns:a16="http://schemas.microsoft.com/office/drawing/2014/main" id="{5F971824-E93B-A24D-9AB3-D5859F34EE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803319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" dur="2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" dur="3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2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2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  <p:bldP spid="109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HTTP cookies: comments</a:t>
            </a:r>
            <a:endParaRPr lang="en-US" sz="4400" dirty="0"/>
          </a:p>
        </p:txBody>
      </p:sp>
      <p:sp>
        <p:nvSpPr>
          <p:cNvPr id="88" name="Rectangle 3">
            <a:extLst>
              <a:ext uri="{FF2B5EF4-FFF2-40B4-BE49-F238E27FC236}">
                <a16:creationId xmlns:a16="http://schemas.microsoft.com/office/drawing/2014/main" id="{7CD5F1C3-47BC-1645-A288-078B99127C22}"/>
              </a:ext>
            </a:extLst>
          </p:cNvPr>
          <p:cNvSpPr txBox="1">
            <a:spLocks noChangeArrowheads="1"/>
          </p:cNvSpPr>
          <p:nvPr/>
        </p:nvSpPr>
        <p:spPr>
          <a:xfrm>
            <a:off x="648049" y="1556443"/>
            <a:ext cx="6034668" cy="26416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What cookies can be used for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: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authorization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shopping carts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recommendations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user session state (Web e-mail)</a:t>
            </a:r>
          </a:p>
        </p:txBody>
      </p:sp>
      <p:sp>
        <p:nvSpPr>
          <p:cNvPr id="89" name="Rectangle 13">
            <a:extLst>
              <a:ext uri="{FF2B5EF4-FFF2-40B4-BE49-F238E27FC236}">
                <a16:creationId xmlns:a16="http://schemas.microsoft.com/office/drawing/2014/main" id="{BC2253F6-EA38-7C47-9CAD-4C2EC6BB22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4291" y="1568189"/>
            <a:ext cx="3810000" cy="3553646"/>
          </a:xfrm>
          <a:prstGeom prst="rect">
            <a:avLst/>
          </a:prstGeom>
          <a:noFill/>
          <a:ln w="19050">
            <a:solidFill>
              <a:srgbClr val="00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cookies and privacy: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cookies permit sites to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learn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a lot about you on their site.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third party persistent cookies (tracking cookies) allow common identity (cookie value) to be tracked across multiple web sites</a:t>
            </a:r>
          </a:p>
        </p:txBody>
      </p:sp>
      <p:sp>
        <p:nvSpPr>
          <p:cNvPr id="90" name="Text Box 14">
            <a:extLst>
              <a:ext uri="{FF2B5EF4-FFF2-40B4-BE49-F238E27FC236}">
                <a16:creationId xmlns:a16="http://schemas.microsoft.com/office/drawing/2014/main" id="{D023EC46-D7D8-D04C-9048-D7EFE18FF3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49568" y="1325611"/>
            <a:ext cx="838691" cy="46166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aside</a:t>
            </a:r>
          </a:p>
        </p:txBody>
      </p:sp>
      <p:sp>
        <p:nvSpPr>
          <p:cNvPr id="91" name="Rectangle 15">
            <a:extLst>
              <a:ext uri="{FF2B5EF4-FFF2-40B4-BE49-F238E27FC236}">
                <a16:creationId xmlns:a16="http://schemas.microsoft.com/office/drawing/2014/main" id="{2C2FE22D-B17F-7C44-AE2F-8249765866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1562" y="3980757"/>
            <a:ext cx="6267067" cy="264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Challenge: How to keep </a:t>
            </a:r>
            <a:r>
              <a:rPr kumimoji="0" lang="en-US" altLang="ja-JP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state?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at protocol endpoints: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maintain state at sender/receiver over multiple transactions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in messages: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cookies in HTTP messages carry state</a:t>
            </a:r>
          </a:p>
        </p:txBody>
      </p:sp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id="{4CE1477A-D004-E440-8562-59DA6EAD8E6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964980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 animBg="1"/>
      <p:bldP spid="90" grpId="0" animBg="1"/>
      <p:bldP spid="91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6B051B04-ACBF-DB44-80A7-0D40AAB4EC53}"/>
              </a:ext>
            </a:extLst>
          </p:cNvPr>
          <p:cNvSpPr txBox="1"/>
          <p:nvPr/>
        </p:nvSpPr>
        <p:spPr>
          <a:xfrm>
            <a:off x="360491" y="261258"/>
            <a:ext cx="9806082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0" i="0" u="none" strike="noStrike" kern="1200" cap="none" spc="0" normalizeH="0" baseline="0" noProof="0" dirty="0">
                <a:ln>
                  <a:noFill/>
                </a:ln>
                <a:solidFill>
                  <a:srgbClr val="0E01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Example:  displaying a NY Times web page</a:t>
            </a:r>
            <a:endParaRPr kumimoji="0" lang="en-US" sz="3600" b="0" i="0" u="none" strike="noStrike" kern="1200" cap="none" spc="0" normalizeH="0" baseline="0" noProof="0" dirty="0">
              <a:ln>
                <a:noFill/>
              </a:ln>
              <a:solidFill>
                <a:srgbClr val="0E01A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3" name="Group 57">
            <a:extLst>
              <a:ext uri="{FF2B5EF4-FFF2-40B4-BE49-F238E27FC236}">
                <a16:creationId xmlns:a16="http://schemas.microsoft.com/office/drawing/2014/main" id="{C28FCCAF-E5F2-4945-8BC3-5A0D78DCA4B7}"/>
              </a:ext>
            </a:extLst>
          </p:cNvPr>
          <p:cNvGrpSpPr>
            <a:grpSpLocks/>
          </p:cNvGrpSpPr>
          <p:nvPr/>
        </p:nvGrpSpPr>
        <p:grpSpPr bwMode="auto">
          <a:xfrm>
            <a:off x="4421414" y="1364343"/>
            <a:ext cx="519313" cy="1096646"/>
            <a:chOff x="4140" y="429"/>
            <a:chExt cx="1425" cy="2396"/>
          </a:xfrm>
        </p:grpSpPr>
        <p:sp>
          <p:nvSpPr>
            <p:cNvPr id="14" name="Freeform 58">
              <a:extLst>
                <a:ext uri="{FF2B5EF4-FFF2-40B4-BE49-F238E27FC236}">
                  <a16:creationId xmlns:a16="http://schemas.microsoft.com/office/drawing/2014/main" id="{3E0ABDD2-372E-3E4A-B89E-371FFA05F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5" name="Rectangle 59">
              <a:extLst>
                <a:ext uri="{FF2B5EF4-FFF2-40B4-BE49-F238E27FC236}">
                  <a16:creationId xmlns:a16="http://schemas.microsoft.com/office/drawing/2014/main" id="{E0E6AB63-2D8D-FD4A-8D08-0DCE29453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6" name="Freeform 60">
              <a:extLst>
                <a:ext uri="{FF2B5EF4-FFF2-40B4-BE49-F238E27FC236}">
                  <a16:creationId xmlns:a16="http://schemas.microsoft.com/office/drawing/2014/main" id="{F2DF5CCD-3A3D-8946-BB0F-B72F144D1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7" name="Freeform 61">
              <a:extLst>
                <a:ext uri="{FF2B5EF4-FFF2-40B4-BE49-F238E27FC236}">
                  <a16:creationId xmlns:a16="http://schemas.microsoft.com/office/drawing/2014/main" id="{F4AF3F5F-1964-934E-A22C-CAAAC82B8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8" name="Rectangle 62">
              <a:extLst>
                <a:ext uri="{FF2B5EF4-FFF2-40B4-BE49-F238E27FC236}">
                  <a16:creationId xmlns:a16="http://schemas.microsoft.com/office/drawing/2014/main" id="{60DC56E6-B22B-2D4A-A532-797BE2BECE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grpSp>
          <p:nvGrpSpPr>
            <p:cNvPr id="19" name="Group 63">
              <a:extLst>
                <a:ext uri="{FF2B5EF4-FFF2-40B4-BE49-F238E27FC236}">
                  <a16:creationId xmlns:a16="http://schemas.microsoft.com/office/drawing/2014/main" id="{3F3ABA47-6EE0-1142-9310-EFA5245E70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" name="AutoShape 64">
                <a:extLst>
                  <a:ext uri="{FF2B5EF4-FFF2-40B4-BE49-F238E27FC236}">
                    <a16:creationId xmlns:a16="http://schemas.microsoft.com/office/drawing/2014/main" id="{3EFA4FBC-2313-4A44-9498-E5B0E1F1CB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46" name="AutoShape 65">
                <a:extLst>
                  <a:ext uri="{FF2B5EF4-FFF2-40B4-BE49-F238E27FC236}">
                    <a16:creationId xmlns:a16="http://schemas.microsoft.com/office/drawing/2014/main" id="{53A490A2-F773-064D-9E4E-79006A985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0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Rectangle 66">
              <a:extLst>
                <a:ext uri="{FF2B5EF4-FFF2-40B4-BE49-F238E27FC236}">
                  <a16:creationId xmlns:a16="http://schemas.microsoft.com/office/drawing/2014/main" id="{9B1FF5E8-D30B-2443-8F1C-49E8171DB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8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grpSp>
          <p:nvGrpSpPr>
            <p:cNvPr id="22" name="Group 67">
              <a:extLst>
                <a:ext uri="{FF2B5EF4-FFF2-40B4-BE49-F238E27FC236}">
                  <a16:creationId xmlns:a16="http://schemas.microsoft.com/office/drawing/2014/main" id="{647CD9E2-B875-D040-B501-259F20276F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3" name="AutoShape 68">
                <a:extLst>
                  <a:ext uri="{FF2B5EF4-FFF2-40B4-BE49-F238E27FC236}">
                    <a16:creationId xmlns:a16="http://schemas.microsoft.com/office/drawing/2014/main" id="{8B40E7A0-7F87-CB42-91AF-8495B15D1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6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44" name="AutoShape 69">
                <a:extLst>
                  <a:ext uri="{FF2B5EF4-FFF2-40B4-BE49-F238E27FC236}">
                    <a16:creationId xmlns:a16="http://schemas.microsoft.com/office/drawing/2014/main" id="{E1BA0D48-E378-0841-B21E-B216A3DEBC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3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3" name="Rectangle 70">
              <a:extLst>
                <a:ext uri="{FF2B5EF4-FFF2-40B4-BE49-F238E27FC236}">
                  <a16:creationId xmlns:a16="http://schemas.microsoft.com/office/drawing/2014/main" id="{A8FEB5CD-1C02-994C-9CD3-7210669BA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60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24" name="Rectangle 71">
              <a:extLst>
                <a:ext uri="{FF2B5EF4-FFF2-40B4-BE49-F238E27FC236}">
                  <a16:creationId xmlns:a16="http://schemas.microsoft.com/office/drawing/2014/main" id="{3F0453AB-5611-FD40-B862-F64CDAA10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grpSp>
          <p:nvGrpSpPr>
            <p:cNvPr id="25" name="Group 72">
              <a:extLst>
                <a:ext uri="{FF2B5EF4-FFF2-40B4-BE49-F238E27FC236}">
                  <a16:creationId xmlns:a16="http://schemas.microsoft.com/office/drawing/2014/main" id="{4E495B47-7D7F-AE48-BF68-5F048DC528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1" name="AutoShape 73">
                <a:extLst>
                  <a:ext uri="{FF2B5EF4-FFF2-40B4-BE49-F238E27FC236}">
                    <a16:creationId xmlns:a16="http://schemas.microsoft.com/office/drawing/2014/main" id="{52081D9E-64FD-9241-9EEA-BFC2848F38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42" name="AutoShape 74">
                <a:extLst>
                  <a:ext uri="{FF2B5EF4-FFF2-40B4-BE49-F238E27FC236}">
                    <a16:creationId xmlns:a16="http://schemas.microsoft.com/office/drawing/2014/main" id="{89B07DC2-8E24-B048-B84D-C525C9AA2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6" name="Freeform 75">
              <a:extLst>
                <a:ext uri="{FF2B5EF4-FFF2-40B4-BE49-F238E27FC236}">
                  <a16:creationId xmlns:a16="http://schemas.microsoft.com/office/drawing/2014/main" id="{00275AA5-20F4-4B40-8A7B-56C022B44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grpSp>
          <p:nvGrpSpPr>
            <p:cNvPr id="27" name="Group 76">
              <a:extLst>
                <a:ext uri="{FF2B5EF4-FFF2-40B4-BE49-F238E27FC236}">
                  <a16:creationId xmlns:a16="http://schemas.microsoft.com/office/drawing/2014/main" id="{E089CEBF-EE46-794F-82AC-9A64510349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9" name="AutoShape 77">
                <a:extLst>
                  <a:ext uri="{FF2B5EF4-FFF2-40B4-BE49-F238E27FC236}">
                    <a16:creationId xmlns:a16="http://schemas.microsoft.com/office/drawing/2014/main" id="{4DB9DFE4-1869-F54F-9D86-B1C330891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AutoShape 78">
                <a:extLst>
                  <a:ext uri="{FF2B5EF4-FFF2-40B4-BE49-F238E27FC236}">
                    <a16:creationId xmlns:a16="http://schemas.microsoft.com/office/drawing/2014/main" id="{1D4272DE-9783-504C-B24E-985066EBD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2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8" name="Rectangle 79">
              <a:extLst>
                <a:ext uri="{FF2B5EF4-FFF2-40B4-BE49-F238E27FC236}">
                  <a16:creationId xmlns:a16="http://schemas.microsoft.com/office/drawing/2014/main" id="{5FE88211-5391-9B42-9155-73A19A273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29" name="Freeform 80">
              <a:extLst>
                <a:ext uri="{FF2B5EF4-FFF2-40B4-BE49-F238E27FC236}">
                  <a16:creationId xmlns:a16="http://schemas.microsoft.com/office/drawing/2014/main" id="{05E256D3-88AF-EE40-9D8D-E6162627B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30" name="Freeform 81">
              <a:extLst>
                <a:ext uri="{FF2B5EF4-FFF2-40B4-BE49-F238E27FC236}">
                  <a16:creationId xmlns:a16="http://schemas.microsoft.com/office/drawing/2014/main" id="{2B1E13A7-1340-1449-8740-70AFA3DE6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31" name="Oval 82">
              <a:extLst>
                <a:ext uri="{FF2B5EF4-FFF2-40B4-BE49-F238E27FC236}">
                  <a16:creationId xmlns:a16="http://schemas.microsoft.com/office/drawing/2014/main" id="{DAC0CC86-045F-6F4E-9391-E07245D698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09"/>
              <a:ext cx="47" cy="10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32" name="Freeform 83">
              <a:extLst>
                <a:ext uri="{FF2B5EF4-FFF2-40B4-BE49-F238E27FC236}">
                  <a16:creationId xmlns:a16="http://schemas.microsoft.com/office/drawing/2014/main" id="{A27EE01C-A7F3-EB4C-B539-16929E3E8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33" name="AutoShape 84">
              <a:extLst>
                <a:ext uri="{FF2B5EF4-FFF2-40B4-BE49-F238E27FC236}">
                  <a16:creationId xmlns:a16="http://schemas.microsoft.com/office/drawing/2014/main" id="{881A1C8F-54F2-8948-B760-2762B01F4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34" name="AutoShape 85">
              <a:extLst>
                <a:ext uri="{FF2B5EF4-FFF2-40B4-BE49-F238E27FC236}">
                  <a16:creationId xmlns:a16="http://schemas.microsoft.com/office/drawing/2014/main" id="{5AE8BE14-C3E6-D84F-A9AC-E4E0F707C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09"/>
              <a:ext cx="1069" cy="8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35" name="Oval 86">
              <a:extLst>
                <a:ext uri="{FF2B5EF4-FFF2-40B4-BE49-F238E27FC236}">
                  <a16:creationId xmlns:a16="http://schemas.microsoft.com/office/drawing/2014/main" id="{FD11E9D2-4386-FF49-8E96-2E035F92F9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2"/>
              <a:ext cx="157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36" name="Oval 87">
              <a:extLst>
                <a:ext uri="{FF2B5EF4-FFF2-40B4-BE49-F238E27FC236}">
                  <a16:creationId xmlns:a16="http://schemas.microsoft.com/office/drawing/2014/main" id="{A698DF12-44DE-B34A-9F3A-FC02DEBBF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2"/>
              <a:ext cx="162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37" name="Oval 88">
              <a:extLst>
                <a:ext uri="{FF2B5EF4-FFF2-40B4-BE49-F238E27FC236}">
                  <a16:creationId xmlns:a16="http://schemas.microsoft.com/office/drawing/2014/main" id="{C070DEEB-91AB-C142-9143-5974D8EB70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2"/>
              <a:ext cx="157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38" name="Rectangle 89">
              <a:extLst>
                <a:ext uri="{FF2B5EF4-FFF2-40B4-BE49-F238E27FC236}">
                  <a16:creationId xmlns:a16="http://schemas.microsoft.com/office/drawing/2014/main" id="{73990BF0-CEC8-384B-BF26-4A0885AAF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</p:grpSp>
      <p:pic>
        <p:nvPicPr>
          <p:cNvPr id="7" name="Picture 6">
            <a:extLst>
              <a:ext uri="{FF2B5EF4-FFF2-40B4-BE49-F238E27FC236}">
                <a16:creationId xmlns:a16="http://schemas.microsoft.com/office/drawing/2014/main" id="{AC613071-8BFC-5349-80C0-9020206375E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987471" y="1230461"/>
            <a:ext cx="1797957" cy="1299560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B1FB3A00-B2D9-7443-B666-0ABA7347B5C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86057" y="4524829"/>
            <a:ext cx="1783443" cy="249682"/>
          </a:xfrm>
          <a:prstGeom prst="rect">
            <a:avLst/>
          </a:prstGeom>
        </p:spPr>
      </p:pic>
      <p:grpSp>
        <p:nvGrpSpPr>
          <p:cNvPr id="83" name="Group 57">
            <a:extLst>
              <a:ext uri="{FF2B5EF4-FFF2-40B4-BE49-F238E27FC236}">
                <a16:creationId xmlns:a16="http://schemas.microsoft.com/office/drawing/2014/main" id="{C5D7863B-AD69-FC47-BA2D-38FCE4992417}"/>
              </a:ext>
            </a:extLst>
          </p:cNvPr>
          <p:cNvGrpSpPr>
            <a:grpSpLocks/>
          </p:cNvGrpSpPr>
          <p:nvPr/>
        </p:nvGrpSpPr>
        <p:grpSpPr bwMode="auto">
          <a:xfrm>
            <a:off x="8178799" y="4820558"/>
            <a:ext cx="519313" cy="1096646"/>
            <a:chOff x="4140" y="429"/>
            <a:chExt cx="1425" cy="2396"/>
          </a:xfrm>
        </p:grpSpPr>
        <p:sp>
          <p:nvSpPr>
            <p:cNvPr id="84" name="Freeform 58">
              <a:extLst>
                <a:ext uri="{FF2B5EF4-FFF2-40B4-BE49-F238E27FC236}">
                  <a16:creationId xmlns:a16="http://schemas.microsoft.com/office/drawing/2014/main" id="{49D083FD-79A2-E74D-A776-974520EEA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85" name="Rectangle 59">
              <a:extLst>
                <a:ext uri="{FF2B5EF4-FFF2-40B4-BE49-F238E27FC236}">
                  <a16:creationId xmlns:a16="http://schemas.microsoft.com/office/drawing/2014/main" id="{C160A5F6-4243-0B4D-A694-687DE9C0BA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86" name="Freeform 60">
              <a:extLst>
                <a:ext uri="{FF2B5EF4-FFF2-40B4-BE49-F238E27FC236}">
                  <a16:creationId xmlns:a16="http://schemas.microsoft.com/office/drawing/2014/main" id="{DCE1287F-730A-864C-AD9E-9FB460287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87" name="Freeform 61">
              <a:extLst>
                <a:ext uri="{FF2B5EF4-FFF2-40B4-BE49-F238E27FC236}">
                  <a16:creationId xmlns:a16="http://schemas.microsoft.com/office/drawing/2014/main" id="{1A9CE9AE-3F0C-CB4A-AFB4-667C998F6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88" name="Rectangle 62">
              <a:extLst>
                <a:ext uri="{FF2B5EF4-FFF2-40B4-BE49-F238E27FC236}">
                  <a16:creationId xmlns:a16="http://schemas.microsoft.com/office/drawing/2014/main" id="{01EB0058-0984-934E-8EBD-78F44D93B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grpSp>
          <p:nvGrpSpPr>
            <p:cNvPr id="89" name="Group 63">
              <a:extLst>
                <a:ext uri="{FF2B5EF4-FFF2-40B4-BE49-F238E27FC236}">
                  <a16:creationId xmlns:a16="http://schemas.microsoft.com/office/drawing/2014/main" id="{6DEFB971-8A0D-D54B-BB2F-A5A52EC70D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4" name="AutoShape 64">
                <a:extLst>
                  <a:ext uri="{FF2B5EF4-FFF2-40B4-BE49-F238E27FC236}">
                    <a16:creationId xmlns:a16="http://schemas.microsoft.com/office/drawing/2014/main" id="{CB3AB1FF-68E6-B747-BBE7-AB7520613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115" name="AutoShape 65">
                <a:extLst>
                  <a:ext uri="{FF2B5EF4-FFF2-40B4-BE49-F238E27FC236}">
                    <a16:creationId xmlns:a16="http://schemas.microsoft.com/office/drawing/2014/main" id="{E93F508C-CA28-204B-8B27-C54D968A70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0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0" name="Rectangle 66">
              <a:extLst>
                <a:ext uri="{FF2B5EF4-FFF2-40B4-BE49-F238E27FC236}">
                  <a16:creationId xmlns:a16="http://schemas.microsoft.com/office/drawing/2014/main" id="{5B1AC563-B14E-A64A-B619-7D4BA2381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8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grpSp>
          <p:nvGrpSpPr>
            <p:cNvPr id="91" name="Group 67">
              <a:extLst>
                <a:ext uri="{FF2B5EF4-FFF2-40B4-BE49-F238E27FC236}">
                  <a16:creationId xmlns:a16="http://schemas.microsoft.com/office/drawing/2014/main" id="{48FCBC14-90E7-EB46-8ABD-7C73B72514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2" name="AutoShape 68">
                <a:extLst>
                  <a:ext uri="{FF2B5EF4-FFF2-40B4-BE49-F238E27FC236}">
                    <a16:creationId xmlns:a16="http://schemas.microsoft.com/office/drawing/2014/main" id="{A898FDCB-872C-6440-BCF5-39CC5BB4E2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6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113" name="AutoShape 69">
                <a:extLst>
                  <a:ext uri="{FF2B5EF4-FFF2-40B4-BE49-F238E27FC236}">
                    <a16:creationId xmlns:a16="http://schemas.microsoft.com/office/drawing/2014/main" id="{146DD0F8-ADA8-4F48-B1C0-6C48443AB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3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2" name="Rectangle 70">
              <a:extLst>
                <a:ext uri="{FF2B5EF4-FFF2-40B4-BE49-F238E27FC236}">
                  <a16:creationId xmlns:a16="http://schemas.microsoft.com/office/drawing/2014/main" id="{AECADF08-F932-F64F-83DE-4FB9C1254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60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93" name="Rectangle 71">
              <a:extLst>
                <a:ext uri="{FF2B5EF4-FFF2-40B4-BE49-F238E27FC236}">
                  <a16:creationId xmlns:a16="http://schemas.microsoft.com/office/drawing/2014/main" id="{AAB7C3D1-8C2B-BE49-A8B9-C1F76FC88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grpSp>
          <p:nvGrpSpPr>
            <p:cNvPr id="94" name="Group 72">
              <a:extLst>
                <a:ext uri="{FF2B5EF4-FFF2-40B4-BE49-F238E27FC236}">
                  <a16:creationId xmlns:a16="http://schemas.microsoft.com/office/drawing/2014/main" id="{3DEC4CAB-1840-6D4B-83A5-245A38500C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0" name="AutoShape 73">
                <a:extLst>
                  <a:ext uri="{FF2B5EF4-FFF2-40B4-BE49-F238E27FC236}">
                    <a16:creationId xmlns:a16="http://schemas.microsoft.com/office/drawing/2014/main" id="{A0F018FE-D678-C348-92C8-C541D45EC1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111" name="AutoShape 74">
                <a:extLst>
                  <a:ext uri="{FF2B5EF4-FFF2-40B4-BE49-F238E27FC236}">
                    <a16:creationId xmlns:a16="http://schemas.microsoft.com/office/drawing/2014/main" id="{438A18AE-96B9-634D-B0C6-94D6136C1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5" name="Freeform 75">
              <a:extLst>
                <a:ext uri="{FF2B5EF4-FFF2-40B4-BE49-F238E27FC236}">
                  <a16:creationId xmlns:a16="http://schemas.microsoft.com/office/drawing/2014/main" id="{D0CF0AA3-AC56-5B4A-AAB7-C4F4A1039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grpSp>
          <p:nvGrpSpPr>
            <p:cNvPr id="96" name="Group 76">
              <a:extLst>
                <a:ext uri="{FF2B5EF4-FFF2-40B4-BE49-F238E27FC236}">
                  <a16:creationId xmlns:a16="http://schemas.microsoft.com/office/drawing/2014/main" id="{2F69551B-EBA3-BF40-8C0D-28FC3540F9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" name="AutoShape 77">
                <a:extLst>
                  <a:ext uri="{FF2B5EF4-FFF2-40B4-BE49-F238E27FC236}">
                    <a16:creationId xmlns:a16="http://schemas.microsoft.com/office/drawing/2014/main" id="{F24A03FE-CC74-2E4C-A1C8-914AEE73C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109" name="AutoShape 78">
                <a:extLst>
                  <a:ext uri="{FF2B5EF4-FFF2-40B4-BE49-F238E27FC236}">
                    <a16:creationId xmlns:a16="http://schemas.microsoft.com/office/drawing/2014/main" id="{1A088830-47CE-554E-891D-383BDC7C1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2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7" name="Rectangle 79">
              <a:extLst>
                <a:ext uri="{FF2B5EF4-FFF2-40B4-BE49-F238E27FC236}">
                  <a16:creationId xmlns:a16="http://schemas.microsoft.com/office/drawing/2014/main" id="{4B8B1DBC-053B-454B-AA6A-93DD7A17D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98" name="Freeform 80">
              <a:extLst>
                <a:ext uri="{FF2B5EF4-FFF2-40B4-BE49-F238E27FC236}">
                  <a16:creationId xmlns:a16="http://schemas.microsoft.com/office/drawing/2014/main" id="{0C9C506E-2927-3944-A4CD-50E996AE2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99" name="Freeform 81">
              <a:extLst>
                <a:ext uri="{FF2B5EF4-FFF2-40B4-BE49-F238E27FC236}">
                  <a16:creationId xmlns:a16="http://schemas.microsoft.com/office/drawing/2014/main" id="{EB949747-1183-E946-A591-654096BEA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00" name="Oval 82">
              <a:extLst>
                <a:ext uri="{FF2B5EF4-FFF2-40B4-BE49-F238E27FC236}">
                  <a16:creationId xmlns:a16="http://schemas.microsoft.com/office/drawing/2014/main" id="{568FECAB-8B6E-D148-BC17-44303ACE0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09"/>
              <a:ext cx="47" cy="10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01" name="Freeform 83">
              <a:extLst>
                <a:ext uri="{FF2B5EF4-FFF2-40B4-BE49-F238E27FC236}">
                  <a16:creationId xmlns:a16="http://schemas.microsoft.com/office/drawing/2014/main" id="{638205AE-B922-264E-A776-6C571A51D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02" name="AutoShape 84">
              <a:extLst>
                <a:ext uri="{FF2B5EF4-FFF2-40B4-BE49-F238E27FC236}">
                  <a16:creationId xmlns:a16="http://schemas.microsoft.com/office/drawing/2014/main" id="{68D17880-2BFD-AB45-8EE6-655F1EE28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03" name="AutoShape 85">
              <a:extLst>
                <a:ext uri="{FF2B5EF4-FFF2-40B4-BE49-F238E27FC236}">
                  <a16:creationId xmlns:a16="http://schemas.microsoft.com/office/drawing/2014/main" id="{38FF6123-2AE5-0E4D-9C49-2AB92E459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09"/>
              <a:ext cx="1069" cy="8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04" name="Oval 86">
              <a:extLst>
                <a:ext uri="{FF2B5EF4-FFF2-40B4-BE49-F238E27FC236}">
                  <a16:creationId xmlns:a16="http://schemas.microsoft.com/office/drawing/2014/main" id="{2620EC11-7D22-C94E-A6F0-0BB8CA909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2"/>
              <a:ext cx="157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05" name="Oval 87">
              <a:extLst>
                <a:ext uri="{FF2B5EF4-FFF2-40B4-BE49-F238E27FC236}">
                  <a16:creationId xmlns:a16="http://schemas.microsoft.com/office/drawing/2014/main" id="{DB036E28-4F88-C54A-8239-CB50D9884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2"/>
              <a:ext cx="162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06" name="Oval 88">
              <a:extLst>
                <a:ext uri="{FF2B5EF4-FFF2-40B4-BE49-F238E27FC236}">
                  <a16:creationId xmlns:a16="http://schemas.microsoft.com/office/drawing/2014/main" id="{B01647CB-6EC4-044F-915F-A65E26069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2"/>
              <a:ext cx="157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07" name="Rectangle 89">
              <a:extLst>
                <a:ext uri="{FF2B5EF4-FFF2-40B4-BE49-F238E27FC236}">
                  <a16:creationId xmlns:a16="http://schemas.microsoft.com/office/drawing/2014/main" id="{45BA2A5E-EE30-C54D-8CAD-2B96D86B0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80AEB31E-EE76-584C-AA46-3C2461C3C346}"/>
              </a:ext>
            </a:extLst>
          </p:cNvPr>
          <p:cNvGrpSpPr/>
          <p:nvPr/>
        </p:nvGrpSpPr>
        <p:grpSpPr>
          <a:xfrm>
            <a:off x="3586046" y="4406221"/>
            <a:ext cx="1432267" cy="1301523"/>
            <a:chOff x="2718817" y="3255963"/>
            <a:chExt cx="1432267" cy="1301523"/>
          </a:xfrm>
        </p:grpSpPr>
        <p:grpSp>
          <p:nvGrpSpPr>
            <p:cNvPr id="47" name="Group 90">
              <a:extLst>
                <a:ext uri="{FF2B5EF4-FFF2-40B4-BE49-F238E27FC236}">
                  <a16:creationId xmlns:a16="http://schemas.microsoft.com/office/drawing/2014/main" id="{0E15E389-35EC-4248-8D1B-518B9EAA59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8817" y="3255963"/>
              <a:ext cx="1432267" cy="1301523"/>
              <a:chOff x="-44" y="1473"/>
              <a:chExt cx="981" cy="1105"/>
            </a:xfrm>
          </p:grpSpPr>
          <p:pic>
            <p:nvPicPr>
              <p:cNvPr id="48" name="Picture 91" descr="desktop_computer_stylized_medium">
                <a:extLst>
                  <a:ext uri="{FF2B5EF4-FFF2-40B4-BE49-F238E27FC236}">
                    <a16:creationId xmlns:a16="http://schemas.microsoft.com/office/drawing/2014/main" id="{8461BC4D-1645-F749-AC4B-1926BA94D0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9" name="Freeform 92">
                <a:extLst>
                  <a:ext uri="{FF2B5EF4-FFF2-40B4-BE49-F238E27FC236}">
                    <a16:creationId xmlns:a16="http://schemas.microsoft.com/office/drawing/2014/main" id="{ECE33066-562B-D24D-90DD-9F2C4CD1BA2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7497 w 356"/>
                  <a:gd name="T3" fmla="*/ 469 h 368"/>
                  <a:gd name="T4" fmla="*/ 8894 w 356"/>
                  <a:gd name="T5" fmla="*/ 9780 h 368"/>
                  <a:gd name="T6" fmla="*/ 1960 w 356"/>
                  <a:gd name="T7" fmla="*/ 1223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endParaRPr>
              </a:p>
            </p:txBody>
          </p:sp>
        </p:grpSp>
        <p:pic>
          <p:nvPicPr>
            <p:cNvPr id="116" name="Picture 115" descr="Icon&#10;&#10;Description automatically generated">
              <a:extLst>
                <a:ext uri="{FF2B5EF4-FFF2-40B4-BE49-F238E27FC236}">
                  <a16:creationId xmlns:a16="http://schemas.microsoft.com/office/drawing/2014/main" id="{34042089-BE33-B14C-9A59-7A6138E86181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3251200" y="3436256"/>
              <a:ext cx="870857" cy="489857"/>
            </a:xfrm>
            <a:prstGeom prst="rect">
              <a:avLst/>
            </a:prstGeom>
          </p:spPr>
        </p:pic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9A847BB3-697B-8943-A0D3-E3C65DBA6F1C}"/>
              </a:ext>
            </a:extLst>
          </p:cNvPr>
          <p:cNvSpPr txBox="1"/>
          <p:nvPr/>
        </p:nvSpPr>
        <p:spPr>
          <a:xfrm>
            <a:off x="4352471" y="2398486"/>
            <a:ext cx="179844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nytimes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.com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58BE66CB-B4F9-CC49-A94F-C87C0E785DA3}"/>
              </a:ext>
            </a:extLst>
          </p:cNvPr>
          <p:cNvSpPr txBox="1"/>
          <p:nvPr/>
        </p:nvSpPr>
        <p:spPr>
          <a:xfrm>
            <a:off x="8095344" y="5878285"/>
            <a:ext cx="122790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AdX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.com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20" name="Picture 119">
            <a:extLst>
              <a:ext uri="{FF2B5EF4-FFF2-40B4-BE49-F238E27FC236}">
                <a16:creationId xmlns:a16="http://schemas.microsoft.com/office/drawing/2014/main" id="{34FE7BC9-B7EB-234C-A2F1-449565BB2E5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009242" y="1223204"/>
            <a:ext cx="1797957" cy="1299560"/>
          </a:xfrm>
          <a:prstGeom prst="rect">
            <a:avLst/>
          </a:prstGeom>
        </p:spPr>
      </p:pic>
      <p:pic>
        <p:nvPicPr>
          <p:cNvPr id="121" name="Picture 120">
            <a:extLst>
              <a:ext uri="{FF2B5EF4-FFF2-40B4-BE49-F238E27FC236}">
                <a16:creationId xmlns:a16="http://schemas.microsoft.com/office/drawing/2014/main" id="{D87C6769-19C7-7542-8A41-E79CE4A6A71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11457" y="4524829"/>
            <a:ext cx="1788365" cy="250371"/>
          </a:xfrm>
          <a:prstGeom prst="rect">
            <a:avLst/>
          </a:prstGeom>
        </p:spPr>
      </p:pic>
      <p:grpSp>
        <p:nvGrpSpPr>
          <p:cNvPr id="137" name="Group 136">
            <a:extLst>
              <a:ext uri="{FF2B5EF4-FFF2-40B4-BE49-F238E27FC236}">
                <a16:creationId xmlns:a16="http://schemas.microsoft.com/office/drawing/2014/main" id="{E643CAC7-5EBE-E949-B25F-69531B9E3B7C}"/>
              </a:ext>
            </a:extLst>
          </p:cNvPr>
          <p:cNvGrpSpPr/>
          <p:nvPr/>
        </p:nvGrpSpPr>
        <p:grpSpPr>
          <a:xfrm>
            <a:off x="4051300" y="2946400"/>
            <a:ext cx="965200" cy="1308100"/>
            <a:chOff x="4051300" y="2946400"/>
            <a:chExt cx="965200" cy="1308100"/>
          </a:xfrm>
        </p:grpSpPr>
        <p:grpSp>
          <p:nvGrpSpPr>
            <p:cNvPr id="128" name="Group 127">
              <a:extLst>
                <a:ext uri="{FF2B5EF4-FFF2-40B4-BE49-F238E27FC236}">
                  <a16:creationId xmlns:a16="http://schemas.microsoft.com/office/drawing/2014/main" id="{3AA7140A-7962-EE49-94D6-B5A5ACAE10BF}"/>
                </a:ext>
              </a:extLst>
            </p:cNvPr>
            <p:cNvGrpSpPr/>
            <p:nvPr/>
          </p:nvGrpSpPr>
          <p:grpSpPr>
            <a:xfrm>
              <a:off x="4673600" y="2946400"/>
              <a:ext cx="342900" cy="1308100"/>
              <a:chOff x="4673600" y="2946400"/>
              <a:chExt cx="342900" cy="1308100"/>
            </a:xfrm>
          </p:grpSpPr>
          <p:cxnSp>
            <p:nvCxnSpPr>
              <p:cNvPr id="123" name="Straight Arrow Connector 122">
                <a:extLst>
                  <a:ext uri="{FF2B5EF4-FFF2-40B4-BE49-F238E27FC236}">
                    <a16:creationId xmlns:a16="http://schemas.microsoft.com/office/drawing/2014/main" id="{F60C25F5-95A8-704C-A0DD-192D2CCC968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51400" y="2946400"/>
                <a:ext cx="0" cy="1308100"/>
              </a:xfrm>
              <a:prstGeom prst="straightConnector1">
                <a:avLst/>
              </a:prstGeom>
              <a:ln w="25400">
                <a:solidFill>
                  <a:srgbClr val="0E01A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6" name="Oval 125">
                <a:extLst>
                  <a:ext uri="{FF2B5EF4-FFF2-40B4-BE49-F238E27FC236}">
                    <a16:creationId xmlns:a16="http://schemas.microsoft.com/office/drawing/2014/main" id="{8514DA96-3F9B-EC4E-AD35-91569360871F}"/>
                  </a:ext>
                </a:extLst>
              </p:cNvPr>
              <p:cNvSpPr/>
              <p:nvPr/>
            </p:nvSpPr>
            <p:spPr>
              <a:xfrm>
                <a:off x="4673600" y="3441700"/>
                <a:ext cx="342900" cy="342900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0E01A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95FF0112-4C26-5140-866E-E14FB9815DFF}"/>
                  </a:ext>
                </a:extLst>
              </p:cNvPr>
              <p:cNvSpPr txBox="1"/>
              <p:nvPr/>
            </p:nvSpPr>
            <p:spPr>
              <a:xfrm>
                <a:off x="4711700" y="342900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</a:p>
            </p:txBody>
          </p:sp>
        </p:grp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D79D69ED-D400-0548-82FB-0F9E9B31A721}"/>
                </a:ext>
              </a:extLst>
            </p:cNvPr>
            <p:cNvSpPr txBox="1"/>
            <p:nvPr/>
          </p:nvSpPr>
          <p:spPr>
            <a:xfrm>
              <a:off x="4051300" y="3378200"/>
              <a:ext cx="736600" cy="54104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HTTP GET</a:t>
              </a:r>
            </a:p>
          </p:txBody>
        </p:sp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7227CDFD-02C6-A542-A68F-FF9F81C66103}"/>
              </a:ext>
            </a:extLst>
          </p:cNvPr>
          <p:cNvGrpSpPr/>
          <p:nvPr/>
        </p:nvGrpSpPr>
        <p:grpSpPr>
          <a:xfrm>
            <a:off x="5143500" y="2959100"/>
            <a:ext cx="990600" cy="1308100"/>
            <a:chOff x="5143500" y="2959100"/>
            <a:chExt cx="990600" cy="1308100"/>
          </a:xfrm>
        </p:grpSpPr>
        <p:grpSp>
          <p:nvGrpSpPr>
            <p:cNvPr id="129" name="Group 128">
              <a:extLst>
                <a:ext uri="{FF2B5EF4-FFF2-40B4-BE49-F238E27FC236}">
                  <a16:creationId xmlns:a16="http://schemas.microsoft.com/office/drawing/2014/main" id="{AFDCA678-F389-9146-BC39-44292D21247B}"/>
                </a:ext>
              </a:extLst>
            </p:cNvPr>
            <p:cNvGrpSpPr/>
            <p:nvPr/>
          </p:nvGrpSpPr>
          <p:grpSpPr>
            <a:xfrm>
              <a:off x="5143500" y="2959100"/>
              <a:ext cx="342900" cy="1308100"/>
              <a:chOff x="4673600" y="2946400"/>
              <a:chExt cx="342900" cy="1308100"/>
            </a:xfrm>
          </p:grpSpPr>
          <p:cxnSp>
            <p:nvCxnSpPr>
              <p:cNvPr id="130" name="Straight Arrow Connector 129">
                <a:extLst>
                  <a:ext uri="{FF2B5EF4-FFF2-40B4-BE49-F238E27FC236}">
                    <a16:creationId xmlns:a16="http://schemas.microsoft.com/office/drawing/2014/main" id="{82E7E0D4-DC33-9248-A8C3-006080F0E21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851400" y="2946400"/>
                <a:ext cx="0" cy="1308100"/>
              </a:xfrm>
              <a:prstGeom prst="straightConnector1">
                <a:avLst/>
              </a:prstGeom>
              <a:ln w="25400">
                <a:solidFill>
                  <a:srgbClr val="0E01A0"/>
                </a:solidFill>
                <a:headEnd type="triangle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1" name="Oval 130">
                <a:extLst>
                  <a:ext uri="{FF2B5EF4-FFF2-40B4-BE49-F238E27FC236}">
                    <a16:creationId xmlns:a16="http://schemas.microsoft.com/office/drawing/2014/main" id="{0254DDAE-1221-CF4A-8A44-FEBA056F68E6}"/>
                  </a:ext>
                </a:extLst>
              </p:cNvPr>
              <p:cNvSpPr/>
              <p:nvPr/>
            </p:nvSpPr>
            <p:spPr>
              <a:xfrm>
                <a:off x="4673600" y="3441700"/>
                <a:ext cx="342900" cy="342900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0E01A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TextBox 131">
                <a:extLst>
                  <a:ext uri="{FF2B5EF4-FFF2-40B4-BE49-F238E27FC236}">
                    <a16:creationId xmlns:a16="http://schemas.microsoft.com/office/drawing/2014/main" id="{6449B0AA-1D8A-5A44-848E-EAA10CB19354}"/>
                  </a:ext>
                </a:extLst>
              </p:cNvPr>
              <p:cNvSpPr txBox="1"/>
              <p:nvPr/>
            </p:nvSpPr>
            <p:spPr>
              <a:xfrm>
                <a:off x="4711700" y="342900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2</a:t>
                </a:r>
              </a:p>
            </p:txBody>
          </p:sp>
        </p:grp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37741EFF-00A6-6340-850A-7076A1D9EAD7}"/>
                </a:ext>
              </a:extLst>
            </p:cNvPr>
            <p:cNvSpPr txBox="1"/>
            <p:nvPr/>
          </p:nvSpPr>
          <p:spPr>
            <a:xfrm>
              <a:off x="5397500" y="3403600"/>
              <a:ext cx="736600" cy="54104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HTTP reply</a:t>
              </a:r>
            </a:p>
          </p:txBody>
        </p:sp>
      </p:grp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ADB30830-E833-BB4F-BE11-9C6A3248D779}"/>
              </a:ext>
            </a:extLst>
          </p:cNvPr>
          <p:cNvGrpSpPr/>
          <p:nvPr/>
        </p:nvGrpSpPr>
        <p:grpSpPr>
          <a:xfrm>
            <a:off x="6261100" y="4914900"/>
            <a:ext cx="1854200" cy="369332"/>
            <a:chOff x="3721100" y="3429000"/>
            <a:chExt cx="1854200" cy="369332"/>
          </a:xfrm>
        </p:grpSpPr>
        <p:cxnSp>
          <p:nvCxnSpPr>
            <p:cNvPr id="142" name="Straight Arrow Connector 141">
              <a:extLst>
                <a:ext uri="{FF2B5EF4-FFF2-40B4-BE49-F238E27FC236}">
                  <a16:creationId xmlns:a16="http://schemas.microsoft.com/office/drawing/2014/main" id="{01A36013-C952-FA40-9D4F-692A0CBA7E1F}"/>
                </a:ext>
              </a:extLst>
            </p:cNvPr>
            <p:cNvCxnSpPr>
              <a:cxnSpLocks/>
            </p:cNvCxnSpPr>
            <p:nvPr/>
          </p:nvCxnSpPr>
          <p:spPr>
            <a:xfrm>
              <a:off x="3721100" y="3594100"/>
              <a:ext cx="1854200" cy="0"/>
            </a:xfrm>
            <a:prstGeom prst="straightConnector1">
              <a:avLst/>
            </a:prstGeom>
            <a:ln w="25400">
              <a:solidFill>
                <a:srgbClr val="0E01A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Oval 142">
              <a:extLst>
                <a:ext uri="{FF2B5EF4-FFF2-40B4-BE49-F238E27FC236}">
                  <a16:creationId xmlns:a16="http://schemas.microsoft.com/office/drawing/2014/main" id="{2801E5BD-9906-834C-B644-A5667DC9D522}"/>
                </a:ext>
              </a:extLst>
            </p:cNvPr>
            <p:cNvSpPr/>
            <p:nvPr/>
          </p:nvSpPr>
          <p:spPr>
            <a:xfrm>
              <a:off x="4673600" y="3441700"/>
              <a:ext cx="342900" cy="3429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E01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D410B9D7-F1BD-5040-9B26-0F638462A0F2}"/>
                </a:ext>
              </a:extLst>
            </p:cNvPr>
            <p:cNvSpPr txBox="1"/>
            <p:nvPr/>
          </p:nvSpPr>
          <p:spPr>
            <a:xfrm>
              <a:off x="4686300" y="3429000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4</a:t>
              </a:r>
            </a:p>
          </p:txBody>
        </p:sp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17C0BEEA-E132-6049-AB80-86336EC7D5A7}"/>
              </a:ext>
            </a:extLst>
          </p:cNvPr>
          <p:cNvGrpSpPr/>
          <p:nvPr/>
        </p:nvGrpSpPr>
        <p:grpSpPr>
          <a:xfrm>
            <a:off x="4749800" y="4826000"/>
            <a:ext cx="342900" cy="369332"/>
            <a:chOff x="2857500" y="6540500"/>
            <a:chExt cx="342900" cy="369332"/>
          </a:xfrm>
        </p:grpSpPr>
        <p:sp>
          <p:nvSpPr>
            <p:cNvPr id="155" name="Oval 154">
              <a:extLst>
                <a:ext uri="{FF2B5EF4-FFF2-40B4-BE49-F238E27FC236}">
                  <a16:creationId xmlns:a16="http://schemas.microsoft.com/office/drawing/2014/main" id="{EFE78511-B68D-FB48-9212-A7FDBA452403}"/>
                </a:ext>
              </a:extLst>
            </p:cNvPr>
            <p:cNvSpPr/>
            <p:nvPr/>
          </p:nvSpPr>
          <p:spPr>
            <a:xfrm>
              <a:off x="2857500" y="6553200"/>
              <a:ext cx="342900" cy="3429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E01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9EF5F58F-2D7E-3946-8159-8928CB5C3E5F}"/>
                </a:ext>
              </a:extLst>
            </p:cNvPr>
            <p:cNvSpPr txBox="1"/>
            <p:nvPr/>
          </p:nvSpPr>
          <p:spPr>
            <a:xfrm>
              <a:off x="2895600" y="6540500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3</a:t>
              </a:r>
            </a:p>
          </p:txBody>
        </p:sp>
      </p:grpSp>
      <p:grpSp>
        <p:nvGrpSpPr>
          <p:cNvPr id="160" name="Group 159">
            <a:extLst>
              <a:ext uri="{FF2B5EF4-FFF2-40B4-BE49-F238E27FC236}">
                <a16:creationId xmlns:a16="http://schemas.microsoft.com/office/drawing/2014/main" id="{C8901295-62DF-6B47-BB6C-F82BA23E955E}"/>
              </a:ext>
            </a:extLst>
          </p:cNvPr>
          <p:cNvGrpSpPr/>
          <p:nvPr/>
        </p:nvGrpSpPr>
        <p:grpSpPr>
          <a:xfrm>
            <a:off x="6273800" y="5308600"/>
            <a:ext cx="1841500" cy="369332"/>
            <a:chOff x="3721100" y="3429000"/>
            <a:chExt cx="1841500" cy="369332"/>
          </a:xfrm>
        </p:grpSpPr>
        <p:cxnSp>
          <p:nvCxnSpPr>
            <p:cNvPr id="161" name="Straight Arrow Connector 160">
              <a:extLst>
                <a:ext uri="{FF2B5EF4-FFF2-40B4-BE49-F238E27FC236}">
                  <a16:creationId xmlns:a16="http://schemas.microsoft.com/office/drawing/2014/main" id="{C9B3296C-FBC4-B741-B89E-EB3174633A85}"/>
                </a:ext>
              </a:extLst>
            </p:cNvPr>
            <p:cNvCxnSpPr>
              <a:cxnSpLocks/>
            </p:cNvCxnSpPr>
            <p:nvPr/>
          </p:nvCxnSpPr>
          <p:spPr>
            <a:xfrm>
              <a:off x="3721100" y="3594100"/>
              <a:ext cx="1841500" cy="0"/>
            </a:xfrm>
            <a:prstGeom prst="straightConnector1">
              <a:avLst/>
            </a:prstGeom>
            <a:ln w="25400">
              <a:solidFill>
                <a:srgbClr val="0E01A0"/>
              </a:solidFill>
              <a:headEnd type="triangl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2" name="Oval 161">
              <a:extLst>
                <a:ext uri="{FF2B5EF4-FFF2-40B4-BE49-F238E27FC236}">
                  <a16:creationId xmlns:a16="http://schemas.microsoft.com/office/drawing/2014/main" id="{D10E41D9-5E75-A74B-AAF9-EDC9051B91C4}"/>
                </a:ext>
              </a:extLst>
            </p:cNvPr>
            <p:cNvSpPr/>
            <p:nvPr/>
          </p:nvSpPr>
          <p:spPr>
            <a:xfrm>
              <a:off x="4673600" y="3441700"/>
              <a:ext cx="342900" cy="3429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E01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9DFFDE29-91FB-A844-BDB5-7CB514C1EC71}"/>
                </a:ext>
              </a:extLst>
            </p:cNvPr>
            <p:cNvSpPr txBox="1"/>
            <p:nvPr/>
          </p:nvSpPr>
          <p:spPr>
            <a:xfrm>
              <a:off x="4686300" y="3429000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5</a:t>
              </a:r>
            </a:p>
          </p:txBody>
        </p:sp>
      </p:grp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E9CF8CDB-DC01-AA47-85F5-A29BE5D0DF9D}"/>
              </a:ext>
            </a:extLst>
          </p:cNvPr>
          <p:cNvGrpSpPr/>
          <p:nvPr/>
        </p:nvGrpSpPr>
        <p:grpSpPr>
          <a:xfrm>
            <a:off x="4775200" y="5207000"/>
            <a:ext cx="342900" cy="369332"/>
            <a:chOff x="2857500" y="6540500"/>
            <a:chExt cx="342900" cy="369332"/>
          </a:xfrm>
        </p:grpSpPr>
        <p:sp>
          <p:nvSpPr>
            <p:cNvPr id="165" name="Oval 164">
              <a:extLst>
                <a:ext uri="{FF2B5EF4-FFF2-40B4-BE49-F238E27FC236}">
                  <a16:creationId xmlns:a16="http://schemas.microsoft.com/office/drawing/2014/main" id="{3382ECF7-AB3B-8E4F-8B8F-444D8E649113}"/>
                </a:ext>
              </a:extLst>
            </p:cNvPr>
            <p:cNvSpPr/>
            <p:nvPr/>
          </p:nvSpPr>
          <p:spPr>
            <a:xfrm>
              <a:off x="2857500" y="6553200"/>
              <a:ext cx="342900" cy="3429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E01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5B6967AA-7479-CD4D-9D2D-E2D06F1CC22F}"/>
                </a:ext>
              </a:extLst>
            </p:cNvPr>
            <p:cNvSpPr txBox="1"/>
            <p:nvPr/>
          </p:nvSpPr>
          <p:spPr>
            <a:xfrm>
              <a:off x="2895600" y="6540500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6</a:t>
              </a:r>
            </a:p>
          </p:txBody>
        </p:sp>
      </p:grpSp>
      <p:pic>
        <p:nvPicPr>
          <p:cNvPr id="167" name="Picture 166">
            <a:extLst>
              <a:ext uri="{FF2B5EF4-FFF2-40B4-BE49-F238E27FC236}">
                <a16:creationId xmlns:a16="http://schemas.microsoft.com/office/drawing/2014/main" id="{8C0658C3-4371-094D-A3A8-111CD786B250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16500" y="4394023"/>
            <a:ext cx="1790700" cy="1295576"/>
          </a:xfrm>
          <a:prstGeom prst="rect">
            <a:avLst/>
          </a:prstGeom>
        </p:spPr>
      </p:pic>
      <p:sp>
        <p:nvSpPr>
          <p:cNvPr id="168" name="TextBox 167">
            <a:extLst>
              <a:ext uri="{FF2B5EF4-FFF2-40B4-BE49-F238E27FC236}">
                <a16:creationId xmlns:a16="http://schemas.microsoft.com/office/drawing/2014/main" id="{74251AC0-F2E4-0045-A435-0B349688752E}"/>
              </a:ext>
            </a:extLst>
          </p:cNvPr>
          <p:cNvSpPr txBox="1"/>
          <p:nvPr/>
        </p:nvSpPr>
        <p:spPr>
          <a:xfrm>
            <a:off x="1917701" y="5803900"/>
            <a:ext cx="24257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NY times page with embedded ad displayed</a:t>
            </a:r>
          </a:p>
        </p:txBody>
      </p: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7B258242-158D-CE45-B466-E1D5CD19A109}"/>
              </a:ext>
            </a:extLst>
          </p:cNvPr>
          <p:cNvGrpSpPr/>
          <p:nvPr/>
        </p:nvGrpSpPr>
        <p:grpSpPr>
          <a:xfrm>
            <a:off x="584200" y="1511300"/>
            <a:ext cx="3403600" cy="830997"/>
            <a:chOff x="584200" y="1511300"/>
            <a:chExt cx="3403600" cy="830997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62B02ED5-379C-594B-BC28-471D84933F65}"/>
                </a:ext>
              </a:extLst>
            </p:cNvPr>
            <p:cNvSpPr txBox="1"/>
            <p:nvPr/>
          </p:nvSpPr>
          <p:spPr>
            <a:xfrm>
              <a:off x="1016000" y="1511300"/>
              <a:ext cx="29718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50800" marR="0" lvl="0" indent="-12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GET base html file from </a:t>
              </a:r>
              <a:r>
                <a:rPr kumimoji="0" lang="en-US" sz="24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nytimes.com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A5B4B18B-B400-C145-96F8-F232E539CFBE}"/>
                </a:ext>
              </a:extLst>
            </p:cNvPr>
            <p:cNvGrpSpPr/>
            <p:nvPr/>
          </p:nvGrpSpPr>
          <p:grpSpPr>
            <a:xfrm>
              <a:off x="584200" y="1574800"/>
              <a:ext cx="304800" cy="369332"/>
              <a:chOff x="8953500" y="1841500"/>
              <a:chExt cx="304800" cy="369332"/>
            </a:xfrm>
          </p:grpSpPr>
          <p:sp>
            <p:nvSpPr>
              <p:cNvPr id="177" name="Oval 176">
                <a:extLst>
                  <a:ext uri="{FF2B5EF4-FFF2-40B4-BE49-F238E27FC236}">
                    <a16:creationId xmlns:a16="http://schemas.microsoft.com/office/drawing/2014/main" id="{FB3CE166-4808-6745-BCA9-C4BEEA1218CA}"/>
                  </a:ext>
                </a:extLst>
              </p:cNvPr>
              <p:cNvSpPr/>
              <p:nvPr/>
            </p:nvSpPr>
            <p:spPr>
              <a:xfrm>
                <a:off x="8953500" y="1879600"/>
                <a:ext cx="304800" cy="292100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0A14A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2BBFAD08-585E-5240-9260-EE05AAF71ADC}"/>
                  </a:ext>
                </a:extLst>
              </p:cNvPr>
              <p:cNvSpPr txBox="1"/>
              <p:nvPr/>
            </p:nvSpPr>
            <p:spPr>
              <a:xfrm>
                <a:off x="8953500" y="184150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</a:p>
            </p:txBody>
          </p:sp>
        </p:grpSp>
        <p:grpSp>
          <p:nvGrpSpPr>
            <p:cNvPr id="180" name="Group 179">
              <a:extLst>
                <a:ext uri="{FF2B5EF4-FFF2-40B4-BE49-F238E27FC236}">
                  <a16:creationId xmlns:a16="http://schemas.microsoft.com/office/drawing/2014/main" id="{ADE29A41-C1EE-5540-AF16-842A0469EC63}"/>
                </a:ext>
              </a:extLst>
            </p:cNvPr>
            <p:cNvGrpSpPr/>
            <p:nvPr/>
          </p:nvGrpSpPr>
          <p:grpSpPr>
            <a:xfrm>
              <a:off x="736600" y="1778000"/>
              <a:ext cx="314386" cy="369332"/>
              <a:chOff x="8953500" y="1841500"/>
              <a:chExt cx="314386" cy="369332"/>
            </a:xfrm>
          </p:grpSpPr>
          <p:sp>
            <p:nvSpPr>
              <p:cNvPr id="181" name="Oval 180">
                <a:extLst>
                  <a:ext uri="{FF2B5EF4-FFF2-40B4-BE49-F238E27FC236}">
                    <a16:creationId xmlns:a16="http://schemas.microsoft.com/office/drawing/2014/main" id="{B65E8865-B055-EF44-8C2B-640FA0F0A4CA}"/>
                  </a:ext>
                </a:extLst>
              </p:cNvPr>
              <p:cNvSpPr/>
              <p:nvPr/>
            </p:nvSpPr>
            <p:spPr>
              <a:xfrm>
                <a:off x="8953500" y="1879600"/>
                <a:ext cx="304800" cy="292100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0A14A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2" name="TextBox 181">
                <a:extLst>
                  <a:ext uri="{FF2B5EF4-FFF2-40B4-BE49-F238E27FC236}">
                    <a16:creationId xmlns:a16="http://schemas.microsoft.com/office/drawing/2014/main" id="{F5813BBC-13DC-5443-B040-D71A8262A6BB}"/>
                  </a:ext>
                </a:extLst>
              </p:cNvPr>
              <p:cNvSpPr txBox="1"/>
              <p:nvPr/>
            </p:nvSpPr>
            <p:spPr>
              <a:xfrm>
                <a:off x="8966200" y="184150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2</a:t>
                </a:r>
              </a:p>
            </p:txBody>
          </p:sp>
        </p:grpSp>
      </p:grpSp>
      <p:grpSp>
        <p:nvGrpSpPr>
          <p:cNvPr id="194" name="Group 193">
            <a:extLst>
              <a:ext uri="{FF2B5EF4-FFF2-40B4-BE49-F238E27FC236}">
                <a16:creationId xmlns:a16="http://schemas.microsoft.com/office/drawing/2014/main" id="{C7715A16-8CAE-8B4E-A1FC-B57E478E27DD}"/>
              </a:ext>
            </a:extLst>
          </p:cNvPr>
          <p:cNvGrpSpPr/>
          <p:nvPr/>
        </p:nvGrpSpPr>
        <p:grpSpPr>
          <a:xfrm>
            <a:off x="546100" y="2527300"/>
            <a:ext cx="3162300" cy="830997"/>
            <a:chOff x="546100" y="2527300"/>
            <a:chExt cx="3162300" cy="830997"/>
          </a:xfrm>
        </p:grpSpPr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02D93285-0615-7947-8708-3D8B9BB64404}"/>
                </a:ext>
              </a:extLst>
            </p:cNvPr>
            <p:cNvSpPr txBox="1"/>
            <p:nvPr/>
          </p:nvSpPr>
          <p:spPr>
            <a:xfrm>
              <a:off x="1041400" y="2527300"/>
              <a:ext cx="26670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fetch ad from </a:t>
              </a:r>
              <a:r>
                <a:rPr kumimoji="0" lang="en-US" sz="24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AdX.com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57AE4D44-F02C-2D4E-9145-D2F6EE3A1885}"/>
                </a:ext>
              </a:extLst>
            </p:cNvPr>
            <p:cNvGrpSpPr/>
            <p:nvPr/>
          </p:nvGrpSpPr>
          <p:grpSpPr>
            <a:xfrm>
              <a:off x="546100" y="2590800"/>
              <a:ext cx="304800" cy="369332"/>
              <a:chOff x="8953500" y="1841500"/>
              <a:chExt cx="304800" cy="369332"/>
            </a:xfrm>
          </p:grpSpPr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249EEB0F-5470-0442-888E-F04587FF52B8}"/>
                  </a:ext>
                </a:extLst>
              </p:cNvPr>
              <p:cNvSpPr/>
              <p:nvPr/>
            </p:nvSpPr>
            <p:spPr>
              <a:xfrm>
                <a:off x="8953500" y="1879600"/>
                <a:ext cx="304800" cy="292100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0A14A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0726A5B0-8161-1949-BD7E-B8491563A898}"/>
                  </a:ext>
                </a:extLst>
              </p:cNvPr>
              <p:cNvSpPr txBox="1"/>
              <p:nvPr/>
            </p:nvSpPr>
            <p:spPr>
              <a:xfrm>
                <a:off x="8953500" y="184150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4</a:t>
                </a:r>
              </a:p>
            </p:txBody>
          </p:sp>
        </p:grpSp>
        <p:grpSp>
          <p:nvGrpSpPr>
            <p:cNvPr id="187" name="Group 186">
              <a:extLst>
                <a:ext uri="{FF2B5EF4-FFF2-40B4-BE49-F238E27FC236}">
                  <a16:creationId xmlns:a16="http://schemas.microsoft.com/office/drawing/2014/main" id="{DCF0D85B-559C-0043-BC0A-4B9CAAD1277C}"/>
                </a:ext>
              </a:extLst>
            </p:cNvPr>
            <p:cNvGrpSpPr/>
            <p:nvPr/>
          </p:nvGrpSpPr>
          <p:grpSpPr>
            <a:xfrm>
              <a:off x="698500" y="2794000"/>
              <a:ext cx="314386" cy="369332"/>
              <a:chOff x="8953500" y="1841500"/>
              <a:chExt cx="314386" cy="369332"/>
            </a:xfrm>
          </p:grpSpPr>
          <p:sp>
            <p:nvSpPr>
              <p:cNvPr id="188" name="Oval 187">
                <a:extLst>
                  <a:ext uri="{FF2B5EF4-FFF2-40B4-BE49-F238E27FC236}">
                    <a16:creationId xmlns:a16="http://schemas.microsoft.com/office/drawing/2014/main" id="{29F5351A-FFDA-9C41-B98D-BAEFD8893FAF}"/>
                  </a:ext>
                </a:extLst>
              </p:cNvPr>
              <p:cNvSpPr/>
              <p:nvPr/>
            </p:nvSpPr>
            <p:spPr>
              <a:xfrm>
                <a:off x="8953500" y="1879600"/>
                <a:ext cx="304800" cy="292100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0A14A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" name="TextBox 188">
                <a:extLst>
                  <a:ext uri="{FF2B5EF4-FFF2-40B4-BE49-F238E27FC236}">
                    <a16:creationId xmlns:a16="http://schemas.microsoft.com/office/drawing/2014/main" id="{99AA70F9-EC45-1640-B9B3-7A5389667E0F}"/>
                  </a:ext>
                </a:extLst>
              </p:cNvPr>
              <p:cNvSpPr txBox="1"/>
              <p:nvPr/>
            </p:nvSpPr>
            <p:spPr>
              <a:xfrm>
                <a:off x="8966200" y="184150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5</a:t>
                </a:r>
              </a:p>
            </p:txBody>
          </p:sp>
        </p:grp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A17A1A69-E5FB-634A-980A-BA06E2B4760D}"/>
              </a:ext>
            </a:extLst>
          </p:cNvPr>
          <p:cNvGrpSpPr/>
          <p:nvPr/>
        </p:nvGrpSpPr>
        <p:grpSpPr>
          <a:xfrm>
            <a:off x="635000" y="3556000"/>
            <a:ext cx="3060700" cy="830997"/>
            <a:chOff x="635000" y="3556000"/>
            <a:chExt cx="3060700" cy="830997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BFA112D4-542F-074B-A5A3-B5D63B615FB7}"/>
                </a:ext>
              </a:extLst>
            </p:cNvPr>
            <p:cNvSpPr txBox="1"/>
            <p:nvPr/>
          </p:nvSpPr>
          <p:spPr>
            <a:xfrm>
              <a:off x="1028700" y="3556000"/>
              <a:ext cx="26670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display composed page</a:t>
              </a:r>
            </a:p>
          </p:txBody>
        </p: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77071AEA-F77B-F647-A058-71FC7F56BC9C}"/>
                </a:ext>
              </a:extLst>
            </p:cNvPr>
            <p:cNvGrpSpPr/>
            <p:nvPr/>
          </p:nvGrpSpPr>
          <p:grpSpPr>
            <a:xfrm>
              <a:off x="635000" y="3619500"/>
              <a:ext cx="314386" cy="369332"/>
              <a:chOff x="8953500" y="1841500"/>
              <a:chExt cx="314386" cy="369332"/>
            </a:xfrm>
          </p:grpSpPr>
          <p:sp>
            <p:nvSpPr>
              <p:cNvPr id="191" name="Oval 190">
                <a:extLst>
                  <a:ext uri="{FF2B5EF4-FFF2-40B4-BE49-F238E27FC236}">
                    <a16:creationId xmlns:a16="http://schemas.microsoft.com/office/drawing/2014/main" id="{DB3F81B8-82F8-EB45-A850-DEA61F4BA53B}"/>
                  </a:ext>
                </a:extLst>
              </p:cNvPr>
              <p:cNvSpPr/>
              <p:nvPr/>
            </p:nvSpPr>
            <p:spPr>
              <a:xfrm>
                <a:off x="8953500" y="1879600"/>
                <a:ext cx="304800" cy="292100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0A14A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2" name="TextBox 191">
                <a:extLst>
                  <a:ext uri="{FF2B5EF4-FFF2-40B4-BE49-F238E27FC236}">
                    <a16:creationId xmlns:a16="http://schemas.microsoft.com/office/drawing/2014/main" id="{1791ABF8-1237-F049-99EC-B939206A2685}"/>
                  </a:ext>
                </a:extLst>
              </p:cNvPr>
              <p:cNvSpPr txBox="1"/>
              <p:nvPr/>
            </p:nvSpPr>
            <p:spPr>
              <a:xfrm>
                <a:off x="8966200" y="184150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7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14978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2000"/>
                            </p:stCondLst>
                            <p:childTnLst>
                              <p:par>
                                <p:cTn id="1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22 -0.01019 L -0.00013 0.46018 " pathEditMode="relative" rAng="0" ptsTypes="AA">
                                      <p:cBhvr>
                                        <p:cTn id="17" dur="2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4" y="2351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00"/>
                            </p:stCondLst>
                            <p:childTnLst>
                              <p:par>
                                <p:cTn id="3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235 -0.00093 L -0.26146 0.00532 " pathEditMode="relative" rAng="0" ptsTypes="AA">
                                      <p:cBhvr>
                                        <p:cTn id="37" dur="2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190" y="30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"/>
                            </p:stCondLst>
                            <p:childTnLst>
                              <p:par>
                                <p:cTn id="4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52 -0.00371 L -0.22657 0.00185 " pathEditMode="relative" rAng="0" ptsTypes="AA">
                                      <p:cBhvr>
                                        <p:cTn id="50" dur="20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302" y="278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2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5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2500"/>
                            </p:stCondLst>
                            <p:childTnLst>
                              <p:par>
                                <p:cTn id="5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8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" name="Group 140">
            <a:extLst>
              <a:ext uri="{FF2B5EF4-FFF2-40B4-BE49-F238E27FC236}">
                <a16:creationId xmlns:a16="http://schemas.microsoft.com/office/drawing/2014/main" id="{D712CB78-C706-8D45-92DD-C33079FB1C49}"/>
              </a:ext>
            </a:extLst>
          </p:cNvPr>
          <p:cNvGrpSpPr/>
          <p:nvPr/>
        </p:nvGrpSpPr>
        <p:grpSpPr>
          <a:xfrm>
            <a:off x="6946900" y="1524000"/>
            <a:ext cx="711200" cy="1016000"/>
            <a:chOff x="1282700" y="2006600"/>
            <a:chExt cx="2603500" cy="3263900"/>
          </a:xfrm>
        </p:grpSpPr>
        <p:sp>
          <p:nvSpPr>
            <p:cNvPr id="145" name="Rounded Rectangle 144">
              <a:extLst>
                <a:ext uri="{FF2B5EF4-FFF2-40B4-BE49-F238E27FC236}">
                  <a16:creationId xmlns:a16="http://schemas.microsoft.com/office/drawing/2014/main" id="{540E5D60-2630-5C4F-93AA-181EF66F4A05}"/>
                </a:ext>
              </a:extLst>
            </p:cNvPr>
            <p:cNvSpPr/>
            <p:nvPr/>
          </p:nvSpPr>
          <p:spPr>
            <a:xfrm>
              <a:off x="1282700" y="2755900"/>
              <a:ext cx="2603500" cy="2514600"/>
            </a:xfrm>
            <a:prstGeom prst="round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6" name="Rounded Rectangle 145">
              <a:extLst>
                <a:ext uri="{FF2B5EF4-FFF2-40B4-BE49-F238E27FC236}">
                  <a16:creationId xmlns:a16="http://schemas.microsoft.com/office/drawing/2014/main" id="{1B6C9F51-012D-6C41-86DD-D8573774FC76}"/>
                </a:ext>
              </a:extLst>
            </p:cNvPr>
            <p:cNvSpPr/>
            <p:nvPr/>
          </p:nvSpPr>
          <p:spPr>
            <a:xfrm>
              <a:off x="1727200" y="2552700"/>
              <a:ext cx="1765300" cy="177800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7" name="Rounded Rectangle 146">
              <a:extLst>
                <a:ext uri="{FF2B5EF4-FFF2-40B4-BE49-F238E27FC236}">
                  <a16:creationId xmlns:a16="http://schemas.microsoft.com/office/drawing/2014/main" id="{B551C884-0D90-F941-AF6F-06DF5399CBEF}"/>
                </a:ext>
              </a:extLst>
            </p:cNvPr>
            <p:cNvSpPr/>
            <p:nvPr/>
          </p:nvSpPr>
          <p:spPr>
            <a:xfrm>
              <a:off x="1524000" y="2006600"/>
              <a:ext cx="2209800" cy="520700"/>
            </a:xfrm>
            <a:prstGeom prst="round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02FDD130-6C4C-694D-BE73-6370065D7337}"/>
              </a:ext>
            </a:extLst>
          </p:cNvPr>
          <p:cNvGrpSpPr/>
          <p:nvPr/>
        </p:nvGrpSpPr>
        <p:grpSpPr>
          <a:xfrm>
            <a:off x="4622800" y="5626100"/>
            <a:ext cx="711200" cy="1016000"/>
            <a:chOff x="1282700" y="2006600"/>
            <a:chExt cx="2603500" cy="3263900"/>
          </a:xfrm>
        </p:grpSpPr>
        <p:sp>
          <p:nvSpPr>
            <p:cNvPr id="5" name="Rounded Rectangle 4">
              <a:extLst>
                <a:ext uri="{FF2B5EF4-FFF2-40B4-BE49-F238E27FC236}">
                  <a16:creationId xmlns:a16="http://schemas.microsoft.com/office/drawing/2014/main" id="{7EB869C5-DCEC-4743-B371-441AE269CD39}"/>
                </a:ext>
              </a:extLst>
            </p:cNvPr>
            <p:cNvSpPr/>
            <p:nvPr/>
          </p:nvSpPr>
          <p:spPr>
            <a:xfrm>
              <a:off x="1282700" y="2755900"/>
              <a:ext cx="2603500" cy="2514600"/>
            </a:xfrm>
            <a:prstGeom prst="round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5" name="Rounded Rectangle 134">
              <a:extLst>
                <a:ext uri="{FF2B5EF4-FFF2-40B4-BE49-F238E27FC236}">
                  <a16:creationId xmlns:a16="http://schemas.microsoft.com/office/drawing/2014/main" id="{78526DC0-9AD9-8E49-B598-BE6ECB1A3ADD}"/>
                </a:ext>
              </a:extLst>
            </p:cNvPr>
            <p:cNvSpPr/>
            <p:nvPr/>
          </p:nvSpPr>
          <p:spPr>
            <a:xfrm>
              <a:off x="1727200" y="2552700"/>
              <a:ext cx="1765300" cy="177800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Rounded Rectangle 138">
              <a:extLst>
                <a:ext uri="{FF2B5EF4-FFF2-40B4-BE49-F238E27FC236}">
                  <a16:creationId xmlns:a16="http://schemas.microsoft.com/office/drawing/2014/main" id="{CC925A7C-C818-5C45-B6D1-0A032D437672}"/>
                </a:ext>
              </a:extLst>
            </p:cNvPr>
            <p:cNvSpPr/>
            <p:nvPr/>
          </p:nvSpPr>
          <p:spPr>
            <a:xfrm>
              <a:off x="1524000" y="2006600"/>
              <a:ext cx="2209800" cy="520700"/>
            </a:xfrm>
            <a:prstGeom prst="round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3" name="Group 57">
            <a:extLst>
              <a:ext uri="{FF2B5EF4-FFF2-40B4-BE49-F238E27FC236}">
                <a16:creationId xmlns:a16="http://schemas.microsoft.com/office/drawing/2014/main" id="{C28FCCAF-E5F2-4945-8BC3-5A0D78DCA4B7}"/>
              </a:ext>
            </a:extLst>
          </p:cNvPr>
          <p:cNvGrpSpPr>
            <a:grpSpLocks/>
          </p:cNvGrpSpPr>
          <p:nvPr/>
        </p:nvGrpSpPr>
        <p:grpSpPr bwMode="auto">
          <a:xfrm>
            <a:off x="4421414" y="1364343"/>
            <a:ext cx="519313" cy="1096646"/>
            <a:chOff x="4140" y="429"/>
            <a:chExt cx="1425" cy="2396"/>
          </a:xfrm>
        </p:grpSpPr>
        <p:sp>
          <p:nvSpPr>
            <p:cNvPr id="14" name="Freeform 58">
              <a:extLst>
                <a:ext uri="{FF2B5EF4-FFF2-40B4-BE49-F238E27FC236}">
                  <a16:creationId xmlns:a16="http://schemas.microsoft.com/office/drawing/2014/main" id="{3E0ABDD2-372E-3E4A-B89E-371FFA05F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5" name="Rectangle 59">
              <a:extLst>
                <a:ext uri="{FF2B5EF4-FFF2-40B4-BE49-F238E27FC236}">
                  <a16:creationId xmlns:a16="http://schemas.microsoft.com/office/drawing/2014/main" id="{E0E6AB63-2D8D-FD4A-8D08-0DCE29453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6" name="Freeform 60">
              <a:extLst>
                <a:ext uri="{FF2B5EF4-FFF2-40B4-BE49-F238E27FC236}">
                  <a16:creationId xmlns:a16="http://schemas.microsoft.com/office/drawing/2014/main" id="{F2DF5CCD-3A3D-8946-BB0F-B72F144D1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7" name="Freeform 61">
              <a:extLst>
                <a:ext uri="{FF2B5EF4-FFF2-40B4-BE49-F238E27FC236}">
                  <a16:creationId xmlns:a16="http://schemas.microsoft.com/office/drawing/2014/main" id="{F4AF3F5F-1964-934E-A22C-CAAAC82B8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8" name="Rectangle 62">
              <a:extLst>
                <a:ext uri="{FF2B5EF4-FFF2-40B4-BE49-F238E27FC236}">
                  <a16:creationId xmlns:a16="http://schemas.microsoft.com/office/drawing/2014/main" id="{60DC56E6-B22B-2D4A-A532-797BE2BECE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grpSp>
          <p:nvGrpSpPr>
            <p:cNvPr id="19" name="Group 63">
              <a:extLst>
                <a:ext uri="{FF2B5EF4-FFF2-40B4-BE49-F238E27FC236}">
                  <a16:creationId xmlns:a16="http://schemas.microsoft.com/office/drawing/2014/main" id="{3F3ABA47-6EE0-1142-9310-EFA5245E70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" name="AutoShape 64">
                <a:extLst>
                  <a:ext uri="{FF2B5EF4-FFF2-40B4-BE49-F238E27FC236}">
                    <a16:creationId xmlns:a16="http://schemas.microsoft.com/office/drawing/2014/main" id="{3EFA4FBC-2313-4A44-9498-E5B0E1F1CB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46" name="AutoShape 65">
                <a:extLst>
                  <a:ext uri="{FF2B5EF4-FFF2-40B4-BE49-F238E27FC236}">
                    <a16:creationId xmlns:a16="http://schemas.microsoft.com/office/drawing/2014/main" id="{53A490A2-F773-064D-9E4E-79006A985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0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Rectangle 66">
              <a:extLst>
                <a:ext uri="{FF2B5EF4-FFF2-40B4-BE49-F238E27FC236}">
                  <a16:creationId xmlns:a16="http://schemas.microsoft.com/office/drawing/2014/main" id="{9B1FF5E8-D30B-2443-8F1C-49E8171DB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8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grpSp>
          <p:nvGrpSpPr>
            <p:cNvPr id="22" name="Group 67">
              <a:extLst>
                <a:ext uri="{FF2B5EF4-FFF2-40B4-BE49-F238E27FC236}">
                  <a16:creationId xmlns:a16="http://schemas.microsoft.com/office/drawing/2014/main" id="{647CD9E2-B875-D040-B501-259F20276F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3" name="AutoShape 68">
                <a:extLst>
                  <a:ext uri="{FF2B5EF4-FFF2-40B4-BE49-F238E27FC236}">
                    <a16:creationId xmlns:a16="http://schemas.microsoft.com/office/drawing/2014/main" id="{8B40E7A0-7F87-CB42-91AF-8495B15D1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6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44" name="AutoShape 69">
                <a:extLst>
                  <a:ext uri="{FF2B5EF4-FFF2-40B4-BE49-F238E27FC236}">
                    <a16:creationId xmlns:a16="http://schemas.microsoft.com/office/drawing/2014/main" id="{E1BA0D48-E378-0841-B21E-B216A3DEBC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3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3" name="Rectangle 70">
              <a:extLst>
                <a:ext uri="{FF2B5EF4-FFF2-40B4-BE49-F238E27FC236}">
                  <a16:creationId xmlns:a16="http://schemas.microsoft.com/office/drawing/2014/main" id="{A8FEB5CD-1C02-994C-9CD3-7210669BA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60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24" name="Rectangle 71">
              <a:extLst>
                <a:ext uri="{FF2B5EF4-FFF2-40B4-BE49-F238E27FC236}">
                  <a16:creationId xmlns:a16="http://schemas.microsoft.com/office/drawing/2014/main" id="{3F0453AB-5611-FD40-B862-F64CDAA10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grpSp>
          <p:nvGrpSpPr>
            <p:cNvPr id="25" name="Group 72">
              <a:extLst>
                <a:ext uri="{FF2B5EF4-FFF2-40B4-BE49-F238E27FC236}">
                  <a16:creationId xmlns:a16="http://schemas.microsoft.com/office/drawing/2014/main" id="{4E495B47-7D7F-AE48-BF68-5F048DC528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1" name="AutoShape 73">
                <a:extLst>
                  <a:ext uri="{FF2B5EF4-FFF2-40B4-BE49-F238E27FC236}">
                    <a16:creationId xmlns:a16="http://schemas.microsoft.com/office/drawing/2014/main" id="{52081D9E-64FD-9241-9EEA-BFC2848F38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42" name="AutoShape 74">
                <a:extLst>
                  <a:ext uri="{FF2B5EF4-FFF2-40B4-BE49-F238E27FC236}">
                    <a16:creationId xmlns:a16="http://schemas.microsoft.com/office/drawing/2014/main" id="{89B07DC2-8E24-B048-B84D-C525C9AA2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6" name="Freeform 75">
              <a:extLst>
                <a:ext uri="{FF2B5EF4-FFF2-40B4-BE49-F238E27FC236}">
                  <a16:creationId xmlns:a16="http://schemas.microsoft.com/office/drawing/2014/main" id="{00275AA5-20F4-4B40-8A7B-56C022B44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grpSp>
          <p:nvGrpSpPr>
            <p:cNvPr id="27" name="Group 76">
              <a:extLst>
                <a:ext uri="{FF2B5EF4-FFF2-40B4-BE49-F238E27FC236}">
                  <a16:creationId xmlns:a16="http://schemas.microsoft.com/office/drawing/2014/main" id="{E089CEBF-EE46-794F-82AC-9A64510349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9" name="AutoShape 77">
                <a:extLst>
                  <a:ext uri="{FF2B5EF4-FFF2-40B4-BE49-F238E27FC236}">
                    <a16:creationId xmlns:a16="http://schemas.microsoft.com/office/drawing/2014/main" id="{4DB9DFE4-1869-F54F-9D86-B1C330891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AutoShape 78">
                <a:extLst>
                  <a:ext uri="{FF2B5EF4-FFF2-40B4-BE49-F238E27FC236}">
                    <a16:creationId xmlns:a16="http://schemas.microsoft.com/office/drawing/2014/main" id="{1D4272DE-9783-504C-B24E-985066EBD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2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8" name="Rectangle 79">
              <a:extLst>
                <a:ext uri="{FF2B5EF4-FFF2-40B4-BE49-F238E27FC236}">
                  <a16:creationId xmlns:a16="http://schemas.microsoft.com/office/drawing/2014/main" id="{5FE88211-5391-9B42-9155-73A19A273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29" name="Freeform 80">
              <a:extLst>
                <a:ext uri="{FF2B5EF4-FFF2-40B4-BE49-F238E27FC236}">
                  <a16:creationId xmlns:a16="http://schemas.microsoft.com/office/drawing/2014/main" id="{05E256D3-88AF-EE40-9D8D-E6162627B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30" name="Freeform 81">
              <a:extLst>
                <a:ext uri="{FF2B5EF4-FFF2-40B4-BE49-F238E27FC236}">
                  <a16:creationId xmlns:a16="http://schemas.microsoft.com/office/drawing/2014/main" id="{2B1E13A7-1340-1449-8740-70AFA3DE6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31" name="Oval 82">
              <a:extLst>
                <a:ext uri="{FF2B5EF4-FFF2-40B4-BE49-F238E27FC236}">
                  <a16:creationId xmlns:a16="http://schemas.microsoft.com/office/drawing/2014/main" id="{DAC0CC86-045F-6F4E-9391-E07245D698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09"/>
              <a:ext cx="47" cy="10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32" name="Freeform 83">
              <a:extLst>
                <a:ext uri="{FF2B5EF4-FFF2-40B4-BE49-F238E27FC236}">
                  <a16:creationId xmlns:a16="http://schemas.microsoft.com/office/drawing/2014/main" id="{A27EE01C-A7F3-EB4C-B539-16929E3E8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33" name="AutoShape 84">
              <a:extLst>
                <a:ext uri="{FF2B5EF4-FFF2-40B4-BE49-F238E27FC236}">
                  <a16:creationId xmlns:a16="http://schemas.microsoft.com/office/drawing/2014/main" id="{881A1C8F-54F2-8948-B760-2762B01F4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34" name="AutoShape 85">
              <a:extLst>
                <a:ext uri="{FF2B5EF4-FFF2-40B4-BE49-F238E27FC236}">
                  <a16:creationId xmlns:a16="http://schemas.microsoft.com/office/drawing/2014/main" id="{5AE8BE14-C3E6-D84F-A9AC-E4E0F707C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09"/>
              <a:ext cx="1069" cy="8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35" name="Oval 86">
              <a:extLst>
                <a:ext uri="{FF2B5EF4-FFF2-40B4-BE49-F238E27FC236}">
                  <a16:creationId xmlns:a16="http://schemas.microsoft.com/office/drawing/2014/main" id="{FD11E9D2-4386-FF49-8E96-2E035F92F9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2"/>
              <a:ext cx="157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36" name="Oval 87">
              <a:extLst>
                <a:ext uri="{FF2B5EF4-FFF2-40B4-BE49-F238E27FC236}">
                  <a16:creationId xmlns:a16="http://schemas.microsoft.com/office/drawing/2014/main" id="{A698DF12-44DE-B34A-9F3A-FC02DEBBF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2"/>
              <a:ext cx="162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37" name="Oval 88">
              <a:extLst>
                <a:ext uri="{FF2B5EF4-FFF2-40B4-BE49-F238E27FC236}">
                  <a16:creationId xmlns:a16="http://schemas.microsoft.com/office/drawing/2014/main" id="{C070DEEB-91AB-C142-9143-5974D8EB70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2"/>
              <a:ext cx="157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38" name="Rectangle 89">
              <a:extLst>
                <a:ext uri="{FF2B5EF4-FFF2-40B4-BE49-F238E27FC236}">
                  <a16:creationId xmlns:a16="http://schemas.microsoft.com/office/drawing/2014/main" id="{73990BF0-CEC8-384B-BF26-4A0885AAF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</p:grpSp>
      <p:pic>
        <p:nvPicPr>
          <p:cNvPr id="7" name="Picture 6">
            <a:extLst>
              <a:ext uri="{FF2B5EF4-FFF2-40B4-BE49-F238E27FC236}">
                <a16:creationId xmlns:a16="http://schemas.microsoft.com/office/drawing/2014/main" id="{AC613071-8BFC-5349-80C0-9020206375E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987471" y="1230461"/>
            <a:ext cx="1797957" cy="1299560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B1FB3A00-B2D9-7443-B666-0ABA7347B5C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86057" y="4524829"/>
            <a:ext cx="1783443" cy="249682"/>
          </a:xfrm>
          <a:prstGeom prst="rect">
            <a:avLst/>
          </a:prstGeom>
        </p:spPr>
      </p:pic>
      <p:grpSp>
        <p:nvGrpSpPr>
          <p:cNvPr id="83" name="Group 57">
            <a:extLst>
              <a:ext uri="{FF2B5EF4-FFF2-40B4-BE49-F238E27FC236}">
                <a16:creationId xmlns:a16="http://schemas.microsoft.com/office/drawing/2014/main" id="{C5D7863B-AD69-FC47-BA2D-38FCE4992417}"/>
              </a:ext>
            </a:extLst>
          </p:cNvPr>
          <p:cNvGrpSpPr>
            <a:grpSpLocks/>
          </p:cNvGrpSpPr>
          <p:nvPr/>
        </p:nvGrpSpPr>
        <p:grpSpPr bwMode="auto">
          <a:xfrm>
            <a:off x="8178799" y="4820558"/>
            <a:ext cx="519313" cy="1096646"/>
            <a:chOff x="4140" y="429"/>
            <a:chExt cx="1425" cy="2396"/>
          </a:xfrm>
        </p:grpSpPr>
        <p:sp>
          <p:nvSpPr>
            <p:cNvPr id="84" name="Freeform 58">
              <a:extLst>
                <a:ext uri="{FF2B5EF4-FFF2-40B4-BE49-F238E27FC236}">
                  <a16:creationId xmlns:a16="http://schemas.microsoft.com/office/drawing/2014/main" id="{49D083FD-79A2-E74D-A776-974520EEA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85" name="Rectangle 59">
              <a:extLst>
                <a:ext uri="{FF2B5EF4-FFF2-40B4-BE49-F238E27FC236}">
                  <a16:creationId xmlns:a16="http://schemas.microsoft.com/office/drawing/2014/main" id="{C160A5F6-4243-0B4D-A694-687DE9C0BA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86" name="Freeform 60">
              <a:extLst>
                <a:ext uri="{FF2B5EF4-FFF2-40B4-BE49-F238E27FC236}">
                  <a16:creationId xmlns:a16="http://schemas.microsoft.com/office/drawing/2014/main" id="{DCE1287F-730A-864C-AD9E-9FB460287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87" name="Freeform 61">
              <a:extLst>
                <a:ext uri="{FF2B5EF4-FFF2-40B4-BE49-F238E27FC236}">
                  <a16:creationId xmlns:a16="http://schemas.microsoft.com/office/drawing/2014/main" id="{1A9CE9AE-3F0C-CB4A-AFB4-667C998F6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88" name="Rectangle 62">
              <a:extLst>
                <a:ext uri="{FF2B5EF4-FFF2-40B4-BE49-F238E27FC236}">
                  <a16:creationId xmlns:a16="http://schemas.microsoft.com/office/drawing/2014/main" id="{01EB0058-0984-934E-8EBD-78F44D93B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grpSp>
          <p:nvGrpSpPr>
            <p:cNvPr id="89" name="Group 63">
              <a:extLst>
                <a:ext uri="{FF2B5EF4-FFF2-40B4-BE49-F238E27FC236}">
                  <a16:creationId xmlns:a16="http://schemas.microsoft.com/office/drawing/2014/main" id="{6DEFB971-8A0D-D54B-BB2F-A5A52EC70D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4" name="AutoShape 64">
                <a:extLst>
                  <a:ext uri="{FF2B5EF4-FFF2-40B4-BE49-F238E27FC236}">
                    <a16:creationId xmlns:a16="http://schemas.microsoft.com/office/drawing/2014/main" id="{CB3AB1FF-68E6-B747-BBE7-AB7520613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115" name="AutoShape 65">
                <a:extLst>
                  <a:ext uri="{FF2B5EF4-FFF2-40B4-BE49-F238E27FC236}">
                    <a16:creationId xmlns:a16="http://schemas.microsoft.com/office/drawing/2014/main" id="{E93F508C-CA28-204B-8B27-C54D968A70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0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0" name="Rectangle 66">
              <a:extLst>
                <a:ext uri="{FF2B5EF4-FFF2-40B4-BE49-F238E27FC236}">
                  <a16:creationId xmlns:a16="http://schemas.microsoft.com/office/drawing/2014/main" id="{5B1AC563-B14E-A64A-B619-7D4BA2381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8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grpSp>
          <p:nvGrpSpPr>
            <p:cNvPr id="91" name="Group 67">
              <a:extLst>
                <a:ext uri="{FF2B5EF4-FFF2-40B4-BE49-F238E27FC236}">
                  <a16:creationId xmlns:a16="http://schemas.microsoft.com/office/drawing/2014/main" id="{48FCBC14-90E7-EB46-8ABD-7C73B72514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2" name="AutoShape 68">
                <a:extLst>
                  <a:ext uri="{FF2B5EF4-FFF2-40B4-BE49-F238E27FC236}">
                    <a16:creationId xmlns:a16="http://schemas.microsoft.com/office/drawing/2014/main" id="{A898FDCB-872C-6440-BCF5-39CC5BB4E2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6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113" name="AutoShape 69">
                <a:extLst>
                  <a:ext uri="{FF2B5EF4-FFF2-40B4-BE49-F238E27FC236}">
                    <a16:creationId xmlns:a16="http://schemas.microsoft.com/office/drawing/2014/main" id="{146DD0F8-ADA8-4F48-B1C0-6C48443AB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3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2" name="Rectangle 70">
              <a:extLst>
                <a:ext uri="{FF2B5EF4-FFF2-40B4-BE49-F238E27FC236}">
                  <a16:creationId xmlns:a16="http://schemas.microsoft.com/office/drawing/2014/main" id="{AECADF08-F932-F64F-83DE-4FB9C1254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60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93" name="Rectangle 71">
              <a:extLst>
                <a:ext uri="{FF2B5EF4-FFF2-40B4-BE49-F238E27FC236}">
                  <a16:creationId xmlns:a16="http://schemas.microsoft.com/office/drawing/2014/main" id="{AAB7C3D1-8C2B-BE49-A8B9-C1F76FC88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grpSp>
          <p:nvGrpSpPr>
            <p:cNvPr id="94" name="Group 72">
              <a:extLst>
                <a:ext uri="{FF2B5EF4-FFF2-40B4-BE49-F238E27FC236}">
                  <a16:creationId xmlns:a16="http://schemas.microsoft.com/office/drawing/2014/main" id="{3DEC4CAB-1840-6D4B-83A5-245A38500C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0" name="AutoShape 73">
                <a:extLst>
                  <a:ext uri="{FF2B5EF4-FFF2-40B4-BE49-F238E27FC236}">
                    <a16:creationId xmlns:a16="http://schemas.microsoft.com/office/drawing/2014/main" id="{A0F018FE-D678-C348-92C8-C541D45EC1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111" name="AutoShape 74">
                <a:extLst>
                  <a:ext uri="{FF2B5EF4-FFF2-40B4-BE49-F238E27FC236}">
                    <a16:creationId xmlns:a16="http://schemas.microsoft.com/office/drawing/2014/main" id="{438A18AE-96B9-634D-B0C6-94D6136C1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5" name="Freeform 75">
              <a:extLst>
                <a:ext uri="{FF2B5EF4-FFF2-40B4-BE49-F238E27FC236}">
                  <a16:creationId xmlns:a16="http://schemas.microsoft.com/office/drawing/2014/main" id="{D0CF0AA3-AC56-5B4A-AAB7-C4F4A1039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grpSp>
          <p:nvGrpSpPr>
            <p:cNvPr id="96" name="Group 76">
              <a:extLst>
                <a:ext uri="{FF2B5EF4-FFF2-40B4-BE49-F238E27FC236}">
                  <a16:creationId xmlns:a16="http://schemas.microsoft.com/office/drawing/2014/main" id="{2F69551B-EBA3-BF40-8C0D-28FC3540F9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" name="AutoShape 77">
                <a:extLst>
                  <a:ext uri="{FF2B5EF4-FFF2-40B4-BE49-F238E27FC236}">
                    <a16:creationId xmlns:a16="http://schemas.microsoft.com/office/drawing/2014/main" id="{F24A03FE-CC74-2E4C-A1C8-914AEE73C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109" name="AutoShape 78">
                <a:extLst>
                  <a:ext uri="{FF2B5EF4-FFF2-40B4-BE49-F238E27FC236}">
                    <a16:creationId xmlns:a16="http://schemas.microsoft.com/office/drawing/2014/main" id="{1A088830-47CE-554E-891D-383BDC7C1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2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7" name="Rectangle 79">
              <a:extLst>
                <a:ext uri="{FF2B5EF4-FFF2-40B4-BE49-F238E27FC236}">
                  <a16:creationId xmlns:a16="http://schemas.microsoft.com/office/drawing/2014/main" id="{4B8B1DBC-053B-454B-AA6A-93DD7A17D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98" name="Freeform 80">
              <a:extLst>
                <a:ext uri="{FF2B5EF4-FFF2-40B4-BE49-F238E27FC236}">
                  <a16:creationId xmlns:a16="http://schemas.microsoft.com/office/drawing/2014/main" id="{0C9C506E-2927-3944-A4CD-50E996AE2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99" name="Freeform 81">
              <a:extLst>
                <a:ext uri="{FF2B5EF4-FFF2-40B4-BE49-F238E27FC236}">
                  <a16:creationId xmlns:a16="http://schemas.microsoft.com/office/drawing/2014/main" id="{EB949747-1183-E946-A591-654096BEA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00" name="Oval 82">
              <a:extLst>
                <a:ext uri="{FF2B5EF4-FFF2-40B4-BE49-F238E27FC236}">
                  <a16:creationId xmlns:a16="http://schemas.microsoft.com/office/drawing/2014/main" id="{568FECAB-8B6E-D148-BC17-44303ACE0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09"/>
              <a:ext cx="47" cy="10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01" name="Freeform 83">
              <a:extLst>
                <a:ext uri="{FF2B5EF4-FFF2-40B4-BE49-F238E27FC236}">
                  <a16:creationId xmlns:a16="http://schemas.microsoft.com/office/drawing/2014/main" id="{638205AE-B922-264E-A776-6C571A51D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02" name="AutoShape 84">
              <a:extLst>
                <a:ext uri="{FF2B5EF4-FFF2-40B4-BE49-F238E27FC236}">
                  <a16:creationId xmlns:a16="http://schemas.microsoft.com/office/drawing/2014/main" id="{68D17880-2BFD-AB45-8EE6-655F1EE28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03" name="AutoShape 85">
              <a:extLst>
                <a:ext uri="{FF2B5EF4-FFF2-40B4-BE49-F238E27FC236}">
                  <a16:creationId xmlns:a16="http://schemas.microsoft.com/office/drawing/2014/main" id="{38FF6123-2AE5-0E4D-9C49-2AB92E459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09"/>
              <a:ext cx="1069" cy="8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04" name="Oval 86">
              <a:extLst>
                <a:ext uri="{FF2B5EF4-FFF2-40B4-BE49-F238E27FC236}">
                  <a16:creationId xmlns:a16="http://schemas.microsoft.com/office/drawing/2014/main" id="{2620EC11-7D22-C94E-A6F0-0BB8CA909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2"/>
              <a:ext cx="157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05" name="Oval 87">
              <a:extLst>
                <a:ext uri="{FF2B5EF4-FFF2-40B4-BE49-F238E27FC236}">
                  <a16:creationId xmlns:a16="http://schemas.microsoft.com/office/drawing/2014/main" id="{DB036E28-4F88-C54A-8239-CB50D9884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2"/>
              <a:ext cx="162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06" name="Oval 88">
              <a:extLst>
                <a:ext uri="{FF2B5EF4-FFF2-40B4-BE49-F238E27FC236}">
                  <a16:creationId xmlns:a16="http://schemas.microsoft.com/office/drawing/2014/main" id="{B01647CB-6EC4-044F-915F-A65E26069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2"/>
              <a:ext cx="157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07" name="Rectangle 89">
              <a:extLst>
                <a:ext uri="{FF2B5EF4-FFF2-40B4-BE49-F238E27FC236}">
                  <a16:creationId xmlns:a16="http://schemas.microsoft.com/office/drawing/2014/main" id="{45BA2A5E-EE30-C54D-8CAD-2B96D86B0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80AEB31E-EE76-584C-AA46-3C2461C3C346}"/>
              </a:ext>
            </a:extLst>
          </p:cNvPr>
          <p:cNvGrpSpPr/>
          <p:nvPr/>
        </p:nvGrpSpPr>
        <p:grpSpPr>
          <a:xfrm>
            <a:off x="3586046" y="4406221"/>
            <a:ext cx="1432267" cy="1301523"/>
            <a:chOff x="2718817" y="3255963"/>
            <a:chExt cx="1432267" cy="1301523"/>
          </a:xfrm>
        </p:grpSpPr>
        <p:grpSp>
          <p:nvGrpSpPr>
            <p:cNvPr id="47" name="Group 90">
              <a:extLst>
                <a:ext uri="{FF2B5EF4-FFF2-40B4-BE49-F238E27FC236}">
                  <a16:creationId xmlns:a16="http://schemas.microsoft.com/office/drawing/2014/main" id="{0E15E389-35EC-4248-8D1B-518B9EAA59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8817" y="3255963"/>
              <a:ext cx="1432267" cy="1301523"/>
              <a:chOff x="-44" y="1473"/>
              <a:chExt cx="981" cy="1105"/>
            </a:xfrm>
          </p:grpSpPr>
          <p:pic>
            <p:nvPicPr>
              <p:cNvPr id="48" name="Picture 91" descr="desktop_computer_stylized_medium">
                <a:extLst>
                  <a:ext uri="{FF2B5EF4-FFF2-40B4-BE49-F238E27FC236}">
                    <a16:creationId xmlns:a16="http://schemas.microsoft.com/office/drawing/2014/main" id="{8461BC4D-1645-F749-AC4B-1926BA94D0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9" name="Freeform 92">
                <a:extLst>
                  <a:ext uri="{FF2B5EF4-FFF2-40B4-BE49-F238E27FC236}">
                    <a16:creationId xmlns:a16="http://schemas.microsoft.com/office/drawing/2014/main" id="{ECE33066-562B-D24D-90DD-9F2C4CD1BA2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7497 w 356"/>
                  <a:gd name="T3" fmla="*/ 469 h 368"/>
                  <a:gd name="T4" fmla="*/ 8894 w 356"/>
                  <a:gd name="T5" fmla="*/ 9780 h 368"/>
                  <a:gd name="T6" fmla="*/ 1960 w 356"/>
                  <a:gd name="T7" fmla="*/ 1223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endParaRPr>
              </a:p>
            </p:txBody>
          </p:sp>
        </p:grpSp>
        <p:pic>
          <p:nvPicPr>
            <p:cNvPr id="116" name="Picture 115" descr="Icon&#10;&#10;Description automatically generated">
              <a:extLst>
                <a:ext uri="{FF2B5EF4-FFF2-40B4-BE49-F238E27FC236}">
                  <a16:creationId xmlns:a16="http://schemas.microsoft.com/office/drawing/2014/main" id="{34042089-BE33-B14C-9A59-7A6138E86181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3251200" y="3436256"/>
              <a:ext cx="870857" cy="489857"/>
            </a:xfrm>
            <a:prstGeom prst="rect">
              <a:avLst/>
            </a:prstGeom>
          </p:spPr>
        </p:pic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9A847BB3-697B-8943-A0D3-E3C65DBA6F1C}"/>
              </a:ext>
            </a:extLst>
          </p:cNvPr>
          <p:cNvSpPr txBox="1"/>
          <p:nvPr/>
        </p:nvSpPr>
        <p:spPr>
          <a:xfrm>
            <a:off x="4352471" y="2398486"/>
            <a:ext cx="257269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nytimes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.com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(sports)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58BE66CB-B4F9-CC49-A94F-C87C0E785DA3}"/>
              </a:ext>
            </a:extLst>
          </p:cNvPr>
          <p:cNvSpPr txBox="1"/>
          <p:nvPr/>
        </p:nvSpPr>
        <p:spPr>
          <a:xfrm>
            <a:off x="8095344" y="5878285"/>
            <a:ext cx="122790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AdX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.com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420A0CD-DF92-1645-9CBB-C5971315F8AB}"/>
              </a:ext>
            </a:extLst>
          </p:cNvPr>
          <p:cNvSpPr txBox="1"/>
          <p:nvPr/>
        </p:nvSpPr>
        <p:spPr>
          <a:xfrm>
            <a:off x="6997700" y="1778000"/>
            <a:ext cx="204735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1634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sports, 2/15/22</a:t>
            </a:r>
          </a:p>
        </p:txBody>
      </p: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BEDD1666-0DF1-1644-8B3C-E55E2557B728}"/>
              </a:ext>
            </a:extLst>
          </p:cNvPr>
          <p:cNvGrpSpPr/>
          <p:nvPr/>
        </p:nvGrpSpPr>
        <p:grpSpPr>
          <a:xfrm>
            <a:off x="9182100" y="4902200"/>
            <a:ext cx="711200" cy="1016000"/>
            <a:chOff x="1282700" y="2006600"/>
            <a:chExt cx="2603500" cy="3263900"/>
          </a:xfrm>
        </p:grpSpPr>
        <p:sp>
          <p:nvSpPr>
            <p:cNvPr id="149" name="Rounded Rectangle 148">
              <a:extLst>
                <a:ext uri="{FF2B5EF4-FFF2-40B4-BE49-F238E27FC236}">
                  <a16:creationId xmlns:a16="http://schemas.microsoft.com/office/drawing/2014/main" id="{D02791EC-9307-2A4B-9CC8-D2CCC50BC3C0}"/>
                </a:ext>
              </a:extLst>
            </p:cNvPr>
            <p:cNvSpPr/>
            <p:nvPr/>
          </p:nvSpPr>
          <p:spPr>
            <a:xfrm>
              <a:off x="1282700" y="2755900"/>
              <a:ext cx="2603500" cy="2514600"/>
            </a:xfrm>
            <a:prstGeom prst="round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0" name="Rounded Rectangle 149">
              <a:extLst>
                <a:ext uri="{FF2B5EF4-FFF2-40B4-BE49-F238E27FC236}">
                  <a16:creationId xmlns:a16="http://schemas.microsoft.com/office/drawing/2014/main" id="{1053ED46-9860-D146-B0AD-5B077993BB88}"/>
                </a:ext>
              </a:extLst>
            </p:cNvPr>
            <p:cNvSpPr/>
            <p:nvPr/>
          </p:nvSpPr>
          <p:spPr>
            <a:xfrm>
              <a:off x="1727200" y="2552700"/>
              <a:ext cx="1765300" cy="177800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1" name="Rounded Rectangle 150">
              <a:extLst>
                <a:ext uri="{FF2B5EF4-FFF2-40B4-BE49-F238E27FC236}">
                  <a16:creationId xmlns:a16="http://schemas.microsoft.com/office/drawing/2014/main" id="{2D06E11F-99A7-5240-B75B-7DD5647AAD3D}"/>
                </a:ext>
              </a:extLst>
            </p:cNvPr>
            <p:cNvSpPr/>
            <p:nvPr/>
          </p:nvSpPr>
          <p:spPr>
            <a:xfrm>
              <a:off x="1524000" y="2006600"/>
              <a:ext cx="2209800" cy="520700"/>
            </a:xfrm>
            <a:prstGeom prst="round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4" name="TextBox 133">
            <a:extLst>
              <a:ext uri="{FF2B5EF4-FFF2-40B4-BE49-F238E27FC236}">
                <a16:creationId xmlns:a16="http://schemas.microsoft.com/office/drawing/2014/main" id="{9DD11912-9F0C-4A48-865D-02E84CA7BE56}"/>
              </a:ext>
            </a:extLst>
          </p:cNvPr>
          <p:cNvSpPr txBox="1"/>
          <p:nvPr/>
        </p:nvSpPr>
        <p:spPr>
          <a:xfrm>
            <a:off x="4229100" y="5867400"/>
            <a:ext cx="152477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NY Times: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1634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3A0EC18F-F5A0-8D4C-B18A-FC1AADC91C63}"/>
              </a:ext>
            </a:extLst>
          </p:cNvPr>
          <p:cNvSpPr txBox="1"/>
          <p:nvPr/>
        </p:nvSpPr>
        <p:spPr>
          <a:xfrm>
            <a:off x="9226009" y="5181600"/>
            <a:ext cx="286488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7493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NY Times sports, 2/15/22</a:t>
            </a: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4B7804DB-C2BE-234C-BAF8-001A3C11A353}"/>
              </a:ext>
            </a:extLst>
          </p:cNvPr>
          <p:cNvGrpSpPr/>
          <p:nvPr/>
        </p:nvGrpSpPr>
        <p:grpSpPr>
          <a:xfrm>
            <a:off x="5029200" y="2971800"/>
            <a:ext cx="1866900" cy="1308100"/>
            <a:chOff x="5232400" y="2959100"/>
            <a:chExt cx="1866900" cy="1308100"/>
          </a:xfrm>
        </p:grpSpPr>
        <p:cxnSp>
          <p:nvCxnSpPr>
            <p:cNvPr id="130" name="Straight Arrow Connector 129">
              <a:extLst>
                <a:ext uri="{FF2B5EF4-FFF2-40B4-BE49-F238E27FC236}">
                  <a16:creationId xmlns:a16="http://schemas.microsoft.com/office/drawing/2014/main" id="{82E7E0D4-DC33-9248-A8C3-006080F0E21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321300" y="2959100"/>
              <a:ext cx="0" cy="1308100"/>
            </a:xfrm>
            <a:prstGeom prst="straightConnector1">
              <a:avLst/>
            </a:prstGeom>
            <a:ln w="25400">
              <a:solidFill>
                <a:srgbClr val="0E01A0"/>
              </a:solidFill>
              <a:headEnd type="triangl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57C61A80-CE02-B448-B5E3-EBFF6D673BFC}"/>
                </a:ext>
              </a:extLst>
            </p:cNvPr>
            <p:cNvGrpSpPr/>
            <p:nvPr/>
          </p:nvGrpSpPr>
          <p:grpSpPr>
            <a:xfrm>
              <a:off x="5232400" y="3289300"/>
              <a:ext cx="1866900" cy="763946"/>
              <a:chOff x="6464300" y="3225800"/>
              <a:chExt cx="1866900" cy="763946"/>
            </a:xfrm>
          </p:grpSpPr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37741EFF-00A6-6340-850A-7076A1D9EAD7}"/>
                  </a:ext>
                </a:extLst>
              </p:cNvPr>
              <p:cNvSpPr txBox="1"/>
              <p:nvPr/>
            </p:nvSpPr>
            <p:spPr>
              <a:xfrm>
                <a:off x="6540500" y="3225800"/>
                <a:ext cx="736600" cy="5410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HTTP reply</a:t>
                </a:r>
              </a:p>
            </p:txBody>
          </p:sp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920ECA3E-DA6F-244F-AC0C-FD318708283A}"/>
                  </a:ext>
                </a:extLst>
              </p:cNvPr>
              <p:cNvSpPr txBox="1"/>
              <p:nvPr/>
            </p:nvSpPr>
            <p:spPr>
              <a:xfrm>
                <a:off x="6464300" y="3670300"/>
                <a:ext cx="1866900" cy="3194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Set cookie: </a:t>
                </a: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1634</a:t>
                </a: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800BBD88-33EF-3947-884A-6B491783249E}"/>
              </a:ext>
            </a:extLst>
          </p:cNvPr>
          <p:cNvGrpSpPr/>
          <p:nvPr/>
        </p:nvGrpSpPr>
        <p:grpSpPr>
          <a:xfrm>
            <a:off x="5829300" y="4457700"/>
            <a:ext cx="2565400" cy="826532"/>
            <a:chOff x="5829300" y="4457700"/>
            <a:chExt cx="2565400" cy="826532"/>
          </a:xfrm>
        </p:grpSpPr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ADB30830-E833-BB4F-BE11-9C6A3248D779}"/>
                </a:ext>
              </a:extLst>
            </p:cNvPr>
            <p:cNvGrpSpPr/>
            <p:nvPr/>
          </p:nvGrpSpPr>
          <p:grpSpPr>
            <a:xfrm>
              <a:off x="6261100" y="4914900"/>
              <a:ext cx="1854200" cy="369332"/>
              <a:chOff x="3721100" y="3429000"/>
              <a:chExt cx="1854200" cy="369332"/>
            </a:xfrm>
          </p:grpSpPr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01A36013-C952-FA40-9D4F-692A0CBA7E1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21100" y="3594100"/>
                <a:ext cx="1854200" cy="0"/>
              </a:xfrm>
              <a:prstGeom prst="straightConnector1">
                <a:avLst/>
              </a:prstGeom>
              <a:ln w="25400">
                <a:solidFill>
                  <a:srgbClr val="0E01A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3" name="Oval 142">
                <a:extLst>
                  <a:ext uri="{FF2B5EF4-FFF2-40B4-BE49-F238E27FC236}">
                    <a16:creationId xmlns:a16="http://schemas.microsoft.com/office/drawing/2014/main" id="{2801E5BD-9906-834C-B644-A5667DC9D522}"/>
                  </a:ext>
                </a:extLst>
              </p:cNvPr>
              <p:cNvSpPr/>
              <p:nvPr/>
            </p:nvSpPr>
            <p:spPr>
              <a:xfrm>
                <a:off x="4673600" y="3441700"/>
                <a:ext cx="342900" cy="342900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0E01A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TextBox 143">
                <a:extLst>
                  <a:ext uri="{FF2B5EF4-FFF2-40B4-BE49-F238E27FC236}">
                    <a16:creationId xmlns:a16="http://schemas.microsoft.com/office/drawing/2014/main" id="{D410B9D7-F1BD-5040-9B26-0F638462A0F2}"/>
                  </a:ext>
                </a:extLst>
              </p:cNvPr>
              <p:cNvSpPr txBox="1"/>
              <p:nvPr/>
            </p:nvSpPr>
            <p:spPr>
              <a:xfrm>
                <a:off x="4686300" y="342900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4</a:t>
                </a:r>
              </a:p>
            </p:txBody>
          </p:sp>
        </p:grpSp>
        <p:grpSp>
          <p:nvGrpSpPr>
            <p:cNvPr id="153" name="Group 152">
              <a:extLst>
                <a:ext uri="{FF2B5EF4-FFF2-40B4-BE49-F238E27FC236}">
                  <a16:creationId xmlns:a16="http://schemas.microsoft.com/office/drawing/2014/main" id="{8CA521F4-EC55-8C40-BE52-D9669FC5CF74}"/>
                </a:ext>
              </a:extLst>
            </p:cNvPr>
            <p:cNvGrpSpPr/>
            <p:nvPr/>
          </p:nvGrpSpPr>
          <p:grpSpPr>
            <a:xfrm>
              <a:off x="5829300" y="4457700"/>
              <a:ext cx="2565400" cy="522848"/>
              <a:chOff x="6667500" y="3098800"/>
              <a:chExt cx="2565400" cy="522848"/>
            </a:xfrm>
          </p:grpSpPr>
          <p:sp>
            <p:nvSpPr>
              <p:cNvPr id="154" name="TextBox 153">
                <a:extLst>
                  <a:ext uri="{FF2B5EF4-FFF2-40B4-BE49-F238E27FC236}">
                    <a16:creationId xmlns:a16="http://schemas.microsoft.com/office/drawing/2014/main" id="{77BC8A21-6CB2-204F-A591-9C029E2F841E}"/>
                  </a:ext>
                </a:extLst>
              </p:cNvPr>
              <p:cNvSpPr txBox="1"/>
              <p:nvPr/>
            </p:nvSpPr>
            <p:spPr>
              <a:xfrm>
                <a:off x="6667500" y="3098800"/>
                <a:ext cx="1473200" cy="3194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HTTP GET</a:t>
                </a:r>
              </a:p>
            </p:txBody>
          </p:sp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3AD5EFFE-CDD2-424B-B7F3-2CE29BF214C0}"/>
                  </a:ext>
                </a:extLst>
              </p:cNvPr>
              <p:cNvSpPr txBox="1"/>
              <p:nvPr/>
            </p:nvSpPr>
            <p:spPr>
              <a:xfrm>
                <a:off x="6718300" y="3327400"/>
                <a:ext cx="2514600" cy="29424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Referer</a:t>
                </a: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: NY Times Sports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B98A3665-4E7C-D848-BE58-FE2952708C34}"/>
              </a:ext>
            </a:extLst>
          </p:cNvPr>
          <p:cNvGrpSpPr/>
          <p:nvPr/>
        </p:nvGrpSpPr>
        <p:grpSpPr>
          <a:xfrm>
            <a:off x="6032500" y="5308600"/>
            <a:ext cx="2641600" cy="840348"/>
            <a:chOff x="6032500" y="5308600"/>
            <a:chExt cx="2641600" cy="840348"/>
          </a:xfrm>
        </p:grpSpPr>
        <p:grpSp>
          <p:nvGrpSpPr>
            <p:cNvPr id="160" name="Group 159">
              <a:extLst>
                <a:ext uri="{FF2B5EF4-FFF2-40B4-BE49-F238E27FC236}">
                  <a16:creationId xmlns:a16="http://schemas.microsoft.com/office/drawing/2014/main" id="{C8901295-62DF-6B47-BB6C-F82BA23E955E}"/>
                </a:ext>
              </a:extLst>
            </p:cNvPr>
            <p:cNvGrpSpPr/>
            <p:nvPr/>
          </p:nvGrpSpPr>
          <p:grpSpPr>
            <a:xfrm>
              <a:off x="6273800" y="5308600"/>
              <a:ext cx="1841500" cy="369332"/>
              <a:chOff x="3721100" y="3429000"/>
              <a:chExt cx="1841500" cy="369332"/>
            </a:xfrm>
          </p:grpSpPr>
          <p:cxnSp>
            <p:nvCxnSpPr>
              <p:cNvPr id="161" name="Straight Arrow Connector 160">
                <a:extLst>
                  <a:ext uri="{FF2B5EF4-FFF2-40B4-BE49-F238E27FC236}">
                    <a16:creationId xmlns:a16="http://schemas.microsoft.com/office/drawing/2014/main" id="{C9B3296C-FBC4-B741-B89E-EB3174633A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21100" y="3594100"/>
                <a:ext cx="1841500" cy="0"/>
              </a:xfrm>
              <a:prstGeom prst="straightConnector1">
                <a:avLst/>
              </a:prstGeom>
              <a:ln w="25400">
                <a:solidFill>
                  <a:srgbClr val="0E01A0"/>
                </a:solidFill>
                <a:headEnd type="triangle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D10E41D9-5E75-A74B-AAF9-EDC9051B91C4}"/>
                  </a:ext>
                </a:extLst>
              </p:cNvPr>
              <p:cNvSpPr/>
              <p:nvPr/>
            </p:nvSpPr>
            <p:spPr>
              <a:xfrm>
                <a:off x="4673600" y="3441700"/>
                <a:ext cx="342900" cy="342900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0E01A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3" name="TextBox 162">
                <a:extLst>
                  <a:ext uri="{FF2B5EF4-FFF2-40B4-BE49-F238E27FC236}">
                    <a16:creationId xmlns:a16="http://schemas.microsoft.com/office/drawing/2014/main" id="{9DFFDE29-91FB-A844-BDB5-7CB514C1EC71}"/>
                  </a:ext>
                </a:extLst>
              </p:cNvPr>
              <p:cNvSpPr txBox="1"/>
              <p:nvPr/>
            </p:nvSpPr>
            <p:spPr>
              <a:xfrm>
                <a:off x="4686300" y="342900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5</a:t>
                </a:r>
              </a:p>
            </p:txBody>
          </p:sp>
        </p:grp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22DEA1DD-5EEE-1C4E-A637-02C9F65CF6D5}"/>
                </a:ext>
              </a:extLst>
            </p:cNvPr>
            <p:cNvGrpSpPr/>
            <p:nvPr/>
          </p:nvGrpSpPr>
          <p:grpSpPr>
            <a:xfrm>
              <a:off x="6032500" y="5600700"/>
              <a:ext cx="2641600" cy="548248"/>
              <a:chOff x="6680200" y="3187700"/>
              <a:chExt cx="2641600" cy="548248"/>
            </a:xfrm>
          </p:grpSpPr>
          <p:sp>
            <p:nvSpPr>
              <p:cNvPr id="172" name="TextBox 171">
                <a:extLst>
                  <a:ext uri="{FF2B5EF4-FFF2-40B4-BE49-F238E27FC236}">
                    <a16:creationId xmlns:a16="http://schemas.microsoft.com/office/drawing/2014/main" id="{FE94D7BC-7D81-274A-9509-DEE4B740FB74}"/>
                  </a:ext>
                </a:extLst>
              </p:cNvPr>
              <p:cNvSpPr txBox="1"/>
              <p:nvPr/>
            </p:nvSpPr>
            <p:spPr>
              <a:xfrm>
                <a:off x="6680200" y="3187700"/>
                <a:ext cx="1473200" cy="3194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HTTP reply</a:t>
                </a:r>
              </a:p>
            </p:txBody>
          </p:sp>
          <p:sp>
            <p:nvSpPr>
              <p:cNvPr id="173" name="TextBox 172">
                <a:extLst>
                  <a:ext uri="{FF2B5EF4-FFF2-40B4-BE49-F238E27FC236}">
                    <a16:creationId xmlns:a16="http://schemas.microsoft.com/office/drawing/2014/main" id="{1EAA195E-8C8C-1845-9D1B-8381449D13DE}"/>
                  </a:ext>
                </a:extLst>
              </p:cNvPr>
              <p:cNvSpPr txBox="1"/>
              <p:nvPr/>
            </p:nvSpPr>
            <p:spPr>
              <a:xfrm>
                <a:off x="6807200" y="3441700"/>
                <a:ext cx="2514600" cy="29424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Set cookie: </a:t>
                </a: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7030A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7493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04308279-3BAC-D944-AE86-6E42E65336C0}"/>
              </a:ext>
            </a:extLst>
          </p:cNvPr>
          <p:cNvGrpSpPr/>
          <p:nvPr/>
        </p:nvGrpSpPr>
        <p:grpSpPr>
          <a:xfrm>
            <a:off x="3771900" y="2946400"/>
            <a:ext cx="1473200" cy="1308100"/>
            <a:chOff x="3771900" y="2946400"/>
            <a:chExt cx="1473200" cy="1308100"/>
          </a:xfrm>
        </p:grpSpPr>
        <p:cxnSp>
          <p:nvCxnSpPr>
            <p:cNvPr id="123" name="Straight Arrow Connector 122">
              <a:extLst>
                <a:ext uri="{FF2B5EF4-FFF2-40B4-BE49-F238E27FC236}">
                  <a16:creationId xmlns:a16="http://schemas.microsoft.com/office/drawing/2014/main" id="{F60C25F5-95A8-704C-A0DD-192D2CCC968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51400" y="2946400"/>
              <a:ext cx="0" cy="1308100"/>
            </a:xfrm>
            <a:prstGeom prst="straightConnector1">
              <a:avLst/>
            </a:prstGeom>
            <a:ln w="25400">
              <a:solidFill>
                <a:srgbClr val="0E01A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68CF91E3-8CC2-014A-9E16-B2CE362C31BA}"/>
                </a:ext>
              </a:extLst>
            </p:cNvPr>
            <p:cNvSpPr txBox="1"/>
            <p:nvPr/>
          </p:nvSpPr>
          <p:spPr>
            <a:xfrm>
              <a:off x="3771900" y="3276600"/>
              <a:ext cx="1473200" cy="54104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HTTP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GET</a:t>
              </a:r>
            </a:p>
          </p:txBody>
        </p:sp>
      </p:grpSp>
      <p:sp>
        <p:nvSpPr>
          <p:cNvPr id="177" name="TextBox 176">
            <a:extLst>
              <a:ext uri="{FF2B5EF4-FFF2-40B4-BE49-F238E27FC236}">
                <a16:creationId xmlns:a16="http://schemas.microsoft.com/office/drawing/2014/main" id="{B147FEBB-BA88-3245-B4BC-E35B47ACD891}"/>
              </a:ext>
            </a:extLst>
          </p:cNvPr>
          <p:cNvSpPr txBox="1"/>
          <p:nvPr/>
        </p:nvSpPr>
        <p:spPr>
          <a:xfrm>
            <a:off x="4660900" y="6121400"/>
            <a:ext cx="108555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AdX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7493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4F53035E-3334-0D4F-B133-C4B1561EA164}"/>
              </a:ext>
            </a:extLst>
          </p:cNvPr>
          <p:cNvSpPr txBox="1"/>
          <p:nvPr/>
        </p:nvSpPr>
        <p:spPr>
          <a:xfrm>
            <a:off x="360491" y="261258"/>
            <a:ext cx="8853001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0" i="0" u="none" strike="noStrike" kern="1200" cap="none" spc="0" normalizeH="0" baseline="0" noProof="0" dirty="0">
                <a:ln>
                  <a:noFill/>
                </a:ln>
                <a:solidFill>
                  <a:srgbClr val="0E01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Cookies: </a:t>
            </a: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0E01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tracking a user’s browsing behavior</a:t>
            </a:r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0B59CE8A-0F27-A146-A4D1-2760DF031A50}"/>
              </a:ext>
            </a:extLst>
          </p:cNvPr>
          <p:cNvGrpSpPr/>
          <p:nvPr/>
        </p:nvGrpSpPr>
        <p:grpSpPr>
          <a:xfrm>
            <a:off x="5670332" y="2112579"/>
            <a:ext cx="5759667" cy="3920359"/>
            <a:chOff x="5670332" y="2112579"/>
            <a:chExt cx="5759667" cy="3920359"/>
          </a:xfrm>
        </p:grpSpPr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9F9DB321-5A1F-8649-9D26-BF0186CA01CF}"/>
                </a:ext>
              </a:extLst>
            </p:cNvPr>
            <p:cNvSpPr txBox="1"/>
            <p:nvPr/>
          </p:nvSpPr>
          <p:spPr>
            <a:xfrm>
              <a:off x="8623738" y="2427890"/>
              <a:ext cx="2806261" cy="1323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“first party” cookie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– from website you chose to visit (provides base html file)</a:t>
              </a: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28F40397-9A27-6B43-8B1F-E2230399C658}"/>
                </a:ext>
              </a:extLst>
            </p:cNvPr>
            <p:cNvCxnSpPr/>
            <p:nvPr/>
          </p:nvCxnSpPr>
          <p:spPr>
            <a:xfrm flipH="1" flipV="1">
              <a:off x="7425559" y="2112579"/>
              <a:ext cx="1213944" cy="457200"/>
            </a:xfrm>
            <a:prstGeom prst="line">
              <a:avLst/>
            </a:prstGeom>
            <a:ln w="158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45E86D2A-2489-6B42-BA9F-B2D8B99656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70332" y="2585545"/>
              <a:ext cx="2969171" cy="3447393"/>
            </a:xfrm>
            <a:prstGeom prst="line">
              <a:avLst/>
            </a:prstGeom>
            <a:ln w="158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5C3FE298-29AC-B44F-87D3-1F8763BA5D0F}"/>
              </a:ext>
            </a:extLst>
          </p:cNvPr>
          <p:cNvGrpSpPr/>
          <p:nvPr/>
        </p:nvGrpSpPr>
        <p:grpSpPr>
          <a:xfrm>
            <a:off x="814558" y="5481147"/>
            <a:ext cx="3877874" cy="1015663"/>
            <a:chOff x="9112474" y="3373822"/>
            <a:chExt cx="3877874" cy="1015663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EE0A76CD-2A30-FB4B-86F4-85E1E4848582}"/>
                </a:ext>
              </a:extLst>
            </p:cNvPr>
            <p:cNvSpPr txBox="1"/>
            <p:nvPr/>
          </p:nvSpPr>
          <p:spPr>
            <a:xfrm>
              <a:off x="9112474" y="3373822"/>
              <a:ext cx="2806261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“third party” cookie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– from website you did </a:t>
              </a:r>
              <a:r>
                <a:rPr kumimoji="0" lang="en-US" sz="2000" b="0" i="1" u="sng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not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choose to visit</a:t>
              </a:r>
            </a:p>
          </p:txBody>
        </p: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D41F550D-F42E-F949-B025-A8099E6905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804635" y="4198741"/>
              <a:ext cx="2185713" cy="10651"/>
            </a:xfrm>
            <a:prstGeom prst="line">
              <a:avLst/>
            </a:prstGeom>
            <a:ln w="158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3911190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"/>
                            </p:stCondLst>
                            <p:childTnLst>
                              <p:par>
                                <p:cTn id="4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"/>
                            </p:stCondLst>
                            <p:childTnLst>
                              <p:par>
                                <p:cTn id="5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34" grpId="0"/>
      <p:bldP spid="122" grpId="0"/>
      <p:bldP spid="177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" name="Group 140">
            <a:extLst>
              <a:ext uri="{FF2B5EF4-FFF2-40B4-BE49-F238E27FC236}">
                <a16:creationId xmlns:a16="http://schemas.microsoft.com/office/drawing/2014/main" id="{D712CB78-C706-8D45-92DD-C33079FB1C49}"/>
              </a:ext>
            </a:extLst>
          </p:cNvPr>
          <p:cNvGrpSpPr/>
          <p:nvPr/>
        </p:nvGrpSpPr>
        <p:grpSpPr>
          <a:xfrm>
            <a:off x="6946900" y="1524000"/>
            <a:ext cx="711200" cy="1016000"/>
            <a:chOff x="1282700" y="2006600"/>
            <a:chExt cx="2603500" cy="3263900"/>
          </a:xfrm>
        </p:grpSpPr>
        <p:sp>
          <p:nvSpPr>
            <p:cNvPr id="145" name="Rounded Rectangle 144">
              <a:extLst>
                <a:ext uri="{FF2B5EF4-FFF2-40B4-BE49-F238E27FC236}">
                  <a16:creationId xmlns:a16="http://schemas.microsoft.com/office/drawing/2014/main" id="{540E5D60-2630-5C4F-93AA-181EF66F4A05}"/>
                </a:ext>
              </a:extLst>
            </p:cNvPr>
            <p:cNvSpPr/>
            <p:nvPr/>
          </p:nvSpPr>
          <p:spPr>
            <a:xfrm>
              <a:off x="1282700" y="2755900"/>
              <a:ext cx="2603500" cy="2514600"/>
            </a:xfrm>
            <a:prstGeom prst="round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6" name="Rounded Rectangle 145">
              <a:extLst>
                <a:ext uri="{FF2B5EF4-FFF2-40B4-BE49-F238E27FC236}">
                  <a16:creationId xmlns:a16="http://schemas.microsoft.com/office/drawing/2014/main" id="{1B6C9F51-012D-6C41-86DD-D8573774FC76}"/>
                </a:ext>
              </a:extLst>
            </p:cNvPr>
            <p:cNvSpPr/>
            <p:nvPr/>
          </p:nvSpPr>
          <p:spPr>
            <a:xfrm>
              <a:off x="1727200" y="2552700"/>
              <a:ext cx="1765300" cy="177800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7" name="Rounded Rectangle 146">
              <a:extLst>
                <a:ext uri="{FF2B5EF4-FFF2-40B4-BE49-F238E27FC236}">
                  <a16:creationId xmlns:a16="http://schemas.microsoft.com/office/drawing/2014/main" id="{B551C884-0D90-F941-AF6F-06DF5399CBEF}"/>
                </a:ext>
              </a:extLst>
            </p:cNvPr>
            <p:cNvSpPr/>
            <p:nvPr/>
          </p:nvSpPr>
          <p:spPr>
            <a:xfrm>
              <a:off x="1524000" y="2006600"/>
              <a:ext cx="2209800" cy="520700"/>
            </a:xfrm>
            <a:prstGeom prst="round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02FDD130-6C4C-694D-BE73-6370065D7337}"/>
              </a:ext>
            </a:extLst>
          </p:cNvPr>
          <p:cNvGrpSpPr/>
          <p:nvPr/>
        </p:nvGrpSpPr>
        <p:grpSpPr>
          <a:xfrm>
            <a:off x="4622800" y="5626100"/>
            <a:ext cx="711200" cy="1016000"/>
            <a:chOff x="1282700" y="2006600"/>
            <a:chExt cx="2603500" cy="3263900"/>
          </a:xfrm>
        </p:grpSpPr>
        <p:sp>
          <p:nvSpPr>
            <p:cNvPr id="5" name="Rounded Rectangle 4">
              <a:extLst>
                <a:ext uri="{FF2B5EF4-FFF2-40B4-BE49-F238E27FC236}">
                  <a16:creationId xmlns:a16="http://schemas.microsoft.com/office/drawing/2014/main" id="{7EB869C5-DCEC-4743-B371-441AE269CD39}"/>
                </a:ext>
              </a:extLst>
            </p:cNvPr>
            <p:cNvSpPr/>
            <p:nvPr/>
          </p:nvSpPr>
          <p:spPr>
            <a:xfrm>
              <a:off x="1282700" y="2755900"/>
              <a:ext cx="2603500" cy="2514600"/>
            </a:xfrm>
            <a:prstGeom prst="round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5" name="Rounded Rectangle 134">
              <a:extLst>
                <a:ext uri="{FF2B5EF4-FFF2-40B4-BE49-F238E27FC236}">
                  <a16:creationId xmlns:a16="http://schemas.microsoft.com/office/drawing/2014/main" id="{78526DC0-9AD9-8E49-B598-BE6ECB1A3ADD}"/>
                </a:ext>
              </a:extLst>
            </p:cNvPr>
            <p:cNvSpPr/>
            <p:nvPr/>
          </p:nvSpPr>
          <p:spPr>
            <a:xfrm>
              <a:off x="1727200" y="2552700"/>
              <a:ext cx="1765300" cy="177800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Rounded Rectangle 138">
              <a:extLst>
                <a:ext uri="{FF2B5EF4-FFF2-40B4-BE49-F238E27FC236}">
                  <a16:creationId xmlns:a16="http://schemas.microsoft.com/office/drawing/2014/main" id="{CC925A7C-C818-5C45-B6D1-0A032D437672}"/>
                </a:ext>
              </a:extLst>
            </p:cNvPr>
            <p:cNvSpPr/>
            <p:nvPr/>
          </p:nvSpPr>
          <p:spPr>
            <a:xfrm>
              <a:off x="1524000" y="2006600"/>
              <a:ext cx="2209800" cy="520700"/>
            </a:xfrm>
            <a:prstGeom prst="round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6B051B04-ACBF-DB44-80A7-0D40AAB4EC53}"/>
              </a:ext>
            </a:extLst>
          </p:cNvPr>
          <p:cNvSpPr txBox="1"/>
          <p:nvPr/>
        </p:nvSpPr>
        <p:spPr>
          <a:xfrm>
            <a:off x="360491" y="261258"/>
            <a:ext cx="8853001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0" i="0" u="none" strike="noStrike" kern="1200" cap="none" spc="0" normalizeH="0" baseline="0" noProof="0" dirty="0">
                <a:ln>
                  <a:noFill/>
                </a:ln>
                <a:solidFill>
                  <a:srgbClr val="0E01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Cookies: </a:t>
            </a: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0E01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tracking a user’s browsing behavior</a:t>
            </a:r>
          </a:p>
        </p:txBody>
      </p:sp>
      <p:grpSp>
        <p:nvGrpSpPr>
          <p:cNvPr id="13" name="Group 57">
            <a:extLst>
              <a:ext uri="{FF2B5EF4-FFF2-40B4-BE49-F238E27FC236}">
                <a16:creationId xmlns:a16="http://schemas.microsoft.com/office/drawing/2014/main" id="{C28FCCAF-E5F2-4945-8BC3-5A0D78DCA4B7}"/>
              </a:ext>
            </a:extLst>
          </p:cNvPr>
          <p:cNvGrpSpPr>
            <a:grpSpLocks/>
          </p:cNvGrpSpPr>
          <p:nvPr/>
        </p:nvGrpSpPr>
        <p:grpSpPr bwMode="auto">
          <a:xfrm>
            <a:off x="4421414" y="1364343"/>
            <a:ext cx="519313" cy="1096646"/>
            <a:chOff x="4140" y="429"/>
            <a:chExt cx="1425" cy="2396"/>
          </a:xfrm>
        </p:grpSpPr>
        <p:sp>
          <p:nvSpPr>
            <p:cNvPr id="14" name="Freeform 58">
              <a:extLst>
                <a:ext uri="{FF2B5EF4-FFF2-40B4-BE49-F238E27FC236}">
                  <a16:creationId xmlns:a16="http://schemas.microsoft.com/office/drawing/2014/main" id="{3E0ABDD2-372E-3E4A-B89E-371FFA05F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5" name="Rectangle 59">
              <a:extLst>
                <a:ext uri="{FF2B5EF4-FFF2-40B4-BE49-F238E27FC236}">
                  <a16:creationId xmlns:a16="http://schemas.microsoft.com/office/drawing/2014/main" id="{E0E6AB63-2D8D-FD4A-8D08-0DCE29453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6" name="Freeform 60">
              <a:extLst>
                <a:ext uri="{FF2B5EF4-FFF2-40B4-BE49-F238E27FC236}">
                  <a16:creationId xmlns:a16="http://schemas.microsoft.com/office/drawing/2014/main" id="{F2DF5CCD-3A3D-8946-BB0F-B72F144D1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7" name="Freeform 61">
              <a:extLst>
                <a:ext uri="{FF2B5EF4-FFF2-40B4-BE49-F238E27FC236}">
                  <a16:creationId xmlns:a16="http://schemas.microsoft.com/office/drawing/2014/main" id="{F4AF3F5F-1964-934E-A22C-CAAAC82B8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8" name="Rectangle 62">
              <a:extLst>
                <a:ext uri="{FF2B5EF4-FFF2-40B4-BE49-F238E27FC236}">
                  <a16:creationId xmlns:a16="http://schemas.microsoft.com/office/drawing/2014/main" id="{60DC56E6-B22B-2D4A-A532-797BE2BECE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grpSp>
          <p:nvGrpSpPr>
            <p:cNvPr id="19" name="Group 63">
              <a:extLst>
                <a:ext uri="{FF2B5EF4-FFF2-40B4-BE49-F238E27FC236}">
                  <a16:creationId xmlns:a16="http://schemas.microsoft.com/office/drawing/2014/main" id="{3F3ABA47-6EE0-1142-9310-EFA5245E70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" name="AutoShape 64">
                <a:extLst>
                  <a:ext uri="{FF2B5EF4-FFF2-40B4-BE49-F238E27FC236}">
                    <a16:creationId xmlns:a16="http://schemas.microsoft.com/office/drawing/2014/main" id="{3EFA4FBC-2313-4A44-9498-E5B0E1F1CB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46" name="AutoShape 65">
                <a:extLst>
                  <a:ext uri="{FF2B5EF4-FFF2-40B4-BE49-F238E27FC236}">
                    <a16:creationId xmlns:a16="http://schemas.microsoft.com/office/drawing/2014/main" id="{53A490A2-F773-064D-9E4E-79006A985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0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Rectangle 66">
              <a:extLst>
                <a:ext uri="{FF2B5EF4-FFF2-40B4-BE49-F238E27FC236}">
                  <a16:creationId xmlns:a16="http://schemas.microsoft.com/office/drawing/2014/main" id="{9B1FF5E8-D30B-2443-8F1C-49E8171DB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8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grpSp>
          <p:nvGrpSpPr>
            <p:cNvPr id="22" name="Group 67">
              <a:extLst>
                <a:ext uri="{FF2B5EF4-FFF2-40B4-BE49-F238E27FC236}">
                  <a16:creationId xmlns:a16="http://schemas.microsoft.com/office/drawing/2014/main" id="{647CD9E2-B875-D040-B501-259F20276F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3" name="AutoShape 68">
                <a:extLst>
                  <a:ext uri="{FF2B5EF4-FFF2-40B4-BE49-F238E27FC236}">
                    <a16:creationId xmlns:a16="http://schemas.microsoft.com/office/drawing/2014/main" id="{8B40E7A0-7F87-CB42-91AF-8495B15D1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6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44" name="AutoShape 69">
                <a:extLst>
                  <a:ext uri="{FF2B5EF4-FFF2-40B4-BE49-F238E27FC236}">
                    <a16:creationId xmlns:a16="http://schemas.microsoft.com/office/drawing/2014/main" id="{E1BA0D48-E378-0841-B21E-B216A3DEBC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3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3" name="Rectangle 70">
              <a:extLst>
                <a:ext uri="{FF2B5EF4-FFF2-40B4-BE49-F238E27FC236}">
                  <a16:creationId xmlns:a16="http://schemas.microsoft.com/office/drawing/2014/main" id="{A8FEB5CD-1C02-994C-9CD3-7210669BA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60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24" name="Rectangle 71">
              <a:extLst>
                <a:ext uri="{FF2B5EF4-FFF2-40B4-BE49-F238E27FC236}">
                  <a16:creationId xmlns:a16="http://schemas.microsoft.com/office/drawing/2014/main" id="{3F0453AB-5611-FD40-B862-F64CDAA10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grpSp>
          <p:nvGrpSpPr>
            <p:cNvPr id="25" name="Group 72">
              <a:extLst>
                <a:ext uri="{FF2B5EF4-FFF2-40B4-BE49-F238E27FC236}">
                  <a16:creationId xmlns:a16="http://schemas.microsoft.com/office/drawing/2014/main" id="{4E495B47-7D7F-AE48-BF68-5F048DC528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1" name="AutoShape 73">
                <a:extLst>
                  <a:ext uri="{FF2B5EF4-FFF2-40B4-BE49-F238E27FC236}">
                    <a16:creationId xmlns:a16="http://schemas.microsoft.com/office/drawing/2014/main" id="{52081D9E-64FD-9241-9EEA-BFC2848F38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42" name="AutoShape 74">
                <a:extLst>
                  <a:ext uri="{FF2B5EF4-FFF2-40B4-BE49-F238E27FC236}">
                    <a16:creationId xmlns:a16="http://schemas.microsoft.com/office/drawing/2014/main" id="{89B07DC2-8E24-B048-B84D-C525C9AA2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6" name="Freeform 75">
              <a:extLst>
                <a:ext uri="{FF2B5EF4-FFF2-40B4-BE49-F238E27FC236}">
                  <a16:creationId xmlns:a16="http://schemas.microsoft.com/office/drawing/2014/main" id="{00275AA5-20F4-4B40-8A7B-56C022B44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grpSp>
          <p:nvGrpSpPr>
            <p:cNvPr id="27" name="Group 76">
              <a:extLst>
                <a:ext uri="{FF2B5EF4-FFF2-40B4-BE49-F238E27FC236}">
                  <a16:creationId xmlns:a16="http://schemas.microsoft.com/office/drawing/2014/main" id="{E089CEBF-EE46-794F-82AC-9A64510349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9" name="AutoShape 77">
                <a:extLst>
                  <a:ext uri="{FF2B5EF4-FFF2-40B4-BE49-F238E27FC236}">
                    <a16:creationId xmlns:a16="http://schemas.microsoft.com/office/drawing/2014/main" id="{4DB9DFE4-1869-F54F-9D86-B1C330891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AutoShape 78">
                <a:extLst>
                  <a:ext uri="{FF2B5EF4-FFF2-40B4-BE49-F238E27FC236}">
                    <a16:creationId xmlns:a16="http://schemas.microsoft.com/office/drawing/2014/main" id="{1D4272DE-9783-504C-B24E-985066EBD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2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8" name="Rectangle 79">
              <a:extLst>
                <a:ext uri="{FF2B5EF4-FFF2-40B4-BE49-F238E27FC236}">
                  <a16:creationId xmlns:a16="http://schemas.microsoft.com/office/drawing/2014/main" id="{5FE88211-5391-9B42-9155-73A19A273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29" name="Freeform 80">
              <a:extLst>
                <a:ext uri="{FF2B5EF4-FFF2-40B4-BE49-F238E27FC236}">
                  <a16:creationId xmlns:a16="http://schemas.microsoft.com/office/drawing/2014/main" id="{05E256D3-88AF-EE40-9D8D-E6162627B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30" name="Freeform 81">
              <a:extLst>
                <a:ext uri="{FF2B5EF4-FFF2-40B4-BE49-F238E27FC236}">
                  <a16:creationId xmlns:a16="http://schemas.microsoft.com/office/drawing/2014/main" id="{2B1E13A7-1340-1449-8740-70AFA3DE6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31" name="Oval 82">
              <a:extLst>
                <a:ext uri="{FF2B5EF4-FFF2-40B4-BE49-F238E27FC236}">
                  <a16:creationId xmlns:a16="http://schemas.microsoft.com/office/drawing/2014/main" id="{DAC0CC86-045F-6F4E-9391-E07245D698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09"/>
              <a:ext cx="47" cy="10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32" name="Freeform 83">
              <a:extLst>
                <a:ext uri="{FF2B5EF4-FFF2-40B4-BE49-F238E27FC236}">
                  <a16:creationId xmlns:a16="http://schemas.microsoft.com/office/drawing/2014/main" id="{A27EE01C-A7F3-EB4C-B539-16929E3E8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33" name="AutoShape 84">
              <a:extLst>
                <a:ext uri="{FF2B5EF4-FFF2-40B4-BE49-F238E27FC236}">
                  <a16:creationId xmlns:a16="http://schemas.microsoft.com/office/drawing/2014/main" id="{881A1C8F-54F2-8948-B760-2762B01F4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34" name="AutoShape 85">
              <a:extLst>
                <a:ext uri="{FF2B5EF4-FFF2-40B4-BE49-F238E27FC236}">
                  <a16:creationId xmlns:a16="http://schemas.microsoft.com/office/drawing/2014/main" id="{5AE8BE14-C3E6-D84F-A9AC-E4E0F707C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09"/>
              <a:ext cx="1069" cy="8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35" name="Oval 86">
              <a:extLst>
                <a:ext uri="{FF2B5EF4-FFF2-40B4-BE49-F238E27FC236}">
                  <a16:creationId xmlns:a16="http://schemas.microsoft.com/office/drawing/2014/main" id="{FD11E9D2-4386-FF49-8E96-2E035F92F9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2"/>
              <a:ext cx="157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36" name="Oval 87">
              <a:extLst>
                <a:ext uri="{FF2B5EF4-FFF2-40B4-BE49-F238E27FC236}">
                  <a16:creationId xmlns:a16="http://schemas.microsoft.com/office/drawing/2014/main" id="{A698DF12-44DE-B34A-9F3A-FC02DEBBF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2"/>
              <a:ext cx="162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37" name="Oval 88">
              <a:extLst>
                <a:ext uri="{FF2B5EF4-FFF2-40B4-BE49-F238E27FC236}">
                  <a16:creationId xmlns:a16="http://schemas.microsoft.com/office/drawing/2014/main" id="{C070DEEB-91AB-C142-9143-5974D8EB70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2"/>
              <a:ext cx="157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38" name="Rectangle 89">
              <a:extLst>
                <a:ext uri="{FF2B5EF4-FFF2-40B4-BE49-F238E27FC236}">
                  <a16:creationId xmlns:a16="http://schemas.microsoft.com/office/drawing/2014/main" id="{73990BF0-CEC8-384B-BF26-4A0885AAF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</p:grpSp>
      <p:pic>
        <p:nvPicPr>
          <p:cNvPr id="7" name="Picture 6">
            <a:extLst>
              <a:ext uri="{FF2B5EF4-FFF2-40B4-BE49-F238E27FC236}">
                <a16:creationId xmlns:a16="http://schemas.microsoft.com/office/drawing/2014/main" id="{AC613071-8BFC-5349-80C0-9020206375E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987471" y="1230461"/>
            <a:ext cx="1797957" cy="1299560"/>
          </a:xfrm>
          <a:prstGeom prst="rect">
            <a:avLst/>
          </a:prstGeom>
        </p:spPr>
      </p:pic>
      <p:grpSp>
        <p:nvGrpSpPr>
          <p:cNvPr id="83" name="Group 57">
            <a:extLst>
              <a:ext uri="{FF2B5EF4-FFF2-40B4-BE49-F238E27FC236}">
                <a16:creationId xmlns:a16="http://schemas.microsoft.com/office/drawing/2014/main" id="{C5D7863B-AD69-FC47-BA2D-38FCE4992417}"/>
              </a:ext>
            </a:extLst>
          </p:cNvPr>
          <p:cNvGrpSpPr>
            <a:grpSpLocks/>
          </p:cNvGrpSpPr>
          <p:nvPr/>
        </p:nvGrpSpPr>
        <p:grpSpPr bwMode="auto">
          <a:xfrm>
            <a:off x="8178799" y="4820558"/>
            <a:ext cx="519313" cy="1096646"/>
            <a:chOff x="4140" y="429"/>
            <a:chExt cx="1425" cy="2396"/>
          </a:xfrm>
        </p:grpSpPr>
        <p:sp>
          <p:nvSpPr>
            <p:cNvPr id="84" name="Freeform 58">
              <a:extLst>
                <a:ext uri="{FF2B5EF4-FFF2-40B4-BE49-F238E27FC236}">
                  <a16:creationId xmlns:a16="http://schemas.microsoft.com/office/drawing/2014/main" id="{49D083FD-79A2-E74D-A776-974520EEA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85" name="Rectangle 59">
              <a:extLst>
                <a:ext uri="{FF2B5EF4-FFF2-40B4-BE49-F238E27FC236}">
                  <a16:creationId xmlns:a16="http://schemas.microsoft.com/office/drawing/2014/main" id="{C160A5F6-4243-0B4D-A694-687DE9C0BA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86" name="Freeform 60">
              <a:extLst>
                <a:ext uri="{FF2B5EF4-FFF2-40B4-BE49-F238E27FC236}">
                  <a16:creationId xmlns:a16="http://schemas.microsoft.com/office/drawing/2014/main" id="{DCE1287F-730A-864C-AD9E-9FB460287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87" name="Freeform 61">
              <a:extLst>
                <a:ext uri="{FF2B5EF4-FFF2-40B4-BE49-F238E27FC236}">
                  <a16:creationId xmlns:a16="http://schemas.microsoft.com/office/drawing/2014/main" id="{1A9CE9AE-3F0C-CB4A-AFB4-667C998F6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88" name="Rectangle 62">
              <a:extLst>
                <a:ext uri="{FF2B5EF4-FFF2-40B4-BE49-F238E27FC236}">
                  <a16:creationId xmlns:a16="http://schemas.microsoft.com/office/drawing/2014/main" id="{01EB0058-0984-934E-8EBD-78F44D93B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grpSp>
          <p:nvGrpSpPr>
            <p:cNvPr id="89" name="Group 63">
              <a:extLst>
                <a:ext uri="{FF2B5EF4-FFF2-40B4-BE49-F238E27FC236}">
                  <a16:creationId xmlns:a16="http://schemas.microsoft.com/office/drawing/2014/main" id="{6DEFB971-8A0D-D54B-BB2F-A5A52EC70D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4" name="AutoShape 64">
                <a:extLst>
                  <a:ext uri="{FF2B5EF4-FFF2-40B4-BE49-F238E27FC236}">
                    <a16:creationId xmlns:a16="http://schemas.microsoft.com/office/drawing/2014/main" id="{CB3AB1FF-68E6-B747-BBE7-AB7520613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115" name="AutoShape 65">
                <a:extLst>
                  <a:ext uri="{FF2B5EF4-FFF2-40B4-BE49-F238E27FC236}">
                    <a16:creationId xmlns:a16="http://schemas.microsoft.com/office/drawing/2014/main" id="{E93F508C-CA28-204B-8B27-C54D968A70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0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0" name="Rectangle 66">
              <a:extLst>
                <a:ext uri="{FF2B5EF4-FFF2-40B4-BE49-F238E27FC236}">
                  <a16:creationId xmlns:a16="http://schemas.microsoft.com/office/drawing/2014/main" id="{5B1AC563-B14E-A64A-B619-7D4BA2381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8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grpSp>
          <p:nvGrpSpPr>
            <p:cNvPr id="91" name="Group 67">
              <a:extLst>
                <a:ext uri="{FF2B5EF4-FFF2-40B4-BE49-F238E27FC236}">
                  <a16:creationId xmlns:a16="http://schemas.microsoft.com/office/drawing/2014/main" id="{48FCBC14-90E7-EB46-8ABD-7C73B72514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2" name="AutoShape 68">
                <a:extLst>
                  <a:ext uri="{FF2B5EF4-FFF2-40B4-BE49-F238E27FC236}">
                    <a16:creationId xmlns:a16="http://schemas.microsoft.com/office/drawing/2014/main" id="{A898FDCB-872C-6440-BCF5-39CC5BB4E2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6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113" name="AutoShape 69">
                <a:extLst>
                  <a:ext uri="{FF2B5EF4-FFF2-40B4-BE49-F238E27FC236}">
                    <a16:creationId xmlns:a16="http://schemas.microsoft.com/office/drawing/2014/main" id="{146DD0F8-ADA8-4F48-B1C0-6C48443AB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3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2" name="Rectangle 70">
              <a:extLst>
                <a:ext uri="{FF2B5EF4-FFF2-40B4-BE49-F238E27FC236}">
                  <a16:creationId xmlns:a16="http://schemas.microsoft.com/office/drawing/2014/main" id="{AECADF08-F932-F64F-83DE-4FB9C1254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60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93" name="Rectangle 71">
              <a:extLst>
                <a:ext uri="{FF2B5EF4-FFF2-40B4-BE49-F238E27FC236}">
                  <a16:creationId xmlns:a16="http://schemas.microsoft.com/office/drawing/2014/main" id="{AAB7C3D1-8C2B-BE49-A8B9-C1F76FC88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grpSp>
          <p:nvGrpSpPr>
            <p:cNvPr id="94" name="Group 72">
              <a:extLst>
                <a:ext uri="{FF2B5EF4-FFF2-40B4-BE49-F238E27FC236}">
                  <a16:creationId xmlns:a16="http://schemas.microsoft.com/office/drawing/2014/main" id="{3DEC4CAB-1840-6D4B-83A5-245A38500C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0" name="AutoShape 73">
                <a:extLst>
                  <a:ext uri="{FF2B5EF4-FFF2-40B4-BE49-F238E27FC236}">
                    <a16:creationId xmlns:a16="http://schemas.microsoft.com/office/drawing/2014/main" id="{A0F018FE-D678-C348-92C8-C541D45EC1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111" name="AutoShape 74">
                <a:extLst>
                  <a:ext uri="{FF2B5EF4-FFF2-40B4-BE49-F238E27FC236}">
                    <a16:creationId xmlns:a16="http://schemas.microsoft.com/office/drawing/2014/main" id="{438A18AE-96B9-634D-B0C6-94D6136C1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5" name="Freeform 75">
              <a:extLst>
                <a:ext uri="{FF2B5EF4-FFF2-40B4-BE49-F238E27FC236}">
                  <a16:creationId xmlns:a16="http://schemas.microsoft.com/office/drawing/2014/main" id="{D0CF0AA3-AC56-5B4A-AAB7-C4F4A1039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grpSp>
          <p:nvGrpSpPr>
            <p:cNvPr id="96" name="Group 76">
              <a:extLst>
                <a:ext uri="{FF2B5EF4-FFF2-40B4-BE49-F238E27FC236}">
                  <a16:creationId xmlns:a16="http://schemas.microsoft.com/office/drawing/2014/main" id="{2F69551B-EBA3-BF40-8C0D-28FC3540F9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" name="AutoShape 77">
                <a:extLst>
                  <a:ext uri="{FF2B5EF4-FFF2-40B4-BE49-F238E27FC236}">
                    <a16:creationId xmlns:a16="http://schemas.microsoft.com/office/drawing/2014/main" id="{F24A03FE-CC74-2E4C-A1C8-914AEE73C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109" name="AutoShape 78">
                <a:extLst>
                  <a:ext uri="{FF2B5EF4-FFF2-40B4-BE49-F238E27FC236}">
                    <a16:creationId xmlns:a16="http://schemas.microsoft.com/office/drawing/2014/main" id="{1A088830-47CE-554E-891D-383BDC7C1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2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7" name="Rectangle 79">
              <a:extLst>
                <a:ext uri="{FF2B5EF4-FFF2-40B4-BE49-F238E27FC236}">
                  <a16:creationId xmlns:a16="http://schemas.microsoft.com/office/drawing/2014/main" id="{4B8B1DBC-053B-454B-AA6A-93DD7A17D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98" name="Freeform 80">
              <a:extLst>
                <a:ext uri="{FF2B5EF4-FFF2-40B4-BE49-F238E27FC236}">
                  <a16:creationId xmlns:a16="http://schemas.microsoft.com/office/drawing/2014/main" id="{0C9C506E-2927-3944-A4CD-50E996AE2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99" name="Freeform 81">
              <a:extLst>
                <a:ext uri="{FF2B5EF4-FFF2-40B4-BE49-F238E27FC236}">
                  <a16:creationId xmlns:a16="http://schemas.microsoft.com/office/drawing/2014/main" id="{EB949747-1183-E946-A591-654096BEA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00" name="Oval 82">
              <a:extLst>
                <a:ext uri="{FF2B5EF4-FFF2-40B4-BE49-F238E27FC236}">
                  <a16:creationId xmlns:a16="http://schemas.microsoft.com/office/drawing/2014/main" id="{568FECAB-8B6E-D148-BC17-44303ACE0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09"/>
              <a:ext cx="47" cy="10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01" name="Freeform 83">
              <a:extLst>
                <a:ext uri="{FF2B5EF4-FFF2-40B4-BE49-F238E27FC236}">
                  <a16:creationId xmlns:a16="http://schemas.microsoft.com/office/drawing/2014/main" id="{638205AE-B922-264E-A776-6C571A51D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02" name="AutoShape 84">
              <a:extLst>
                <a:ext uri="{FF2B5EF4-FFF2-40B4-BE49-F238E27FC236}">
                  <a16:creationId xmlns:a16="http://schemas.microsoft.com/office/drawing/2014/main" id="{68D17880-2BFD-AB45-8EE6-655F1EE28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03" name="AutoShape 85">
              <a:extLst>
                <a:ext uri="{FF2B5EF4-FFF2-40B4-BE49-F238E27FC236}">
                  <a16:creationId xmlns:a16="http://schemas.microsoft.com/office/drawing/2014/main" id="{38FF6123-2AE5-0E4D-9C49-2AB92E459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09"/>
              <a:ext cx="1069" cy="8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04" name="Oval 86">
              <a:extLst>
                <a:ext uri="{FF2B5EF4-FFF2-40B4-BE49-F238E27FC236}">
                  <a16:creationId xmlns:a16="http://schemas.microsoft.com/office/drawing/2014/main" id="{2620EC11-7D22-C94E-A6F0-0BB8CA909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2"/>
              <a:ext cx="157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05" name="Oval 87">
              <a:extLst>
                <a:ext uri="{FF2B5EF4-FFF2-40B4-BE49-F238E27FC236}">
                  <a16:creationId xmlns:a16="http://schemas.microsoft.com/office/drawing/2014/main" id="{DB036E28-4F88-C54A-8239-CB50D9884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2"/>
              <a:ext cx="162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06" name="Oval 88">
              <a:extLst>
                <a:ext uri="{FF2B5EF4-FFF2-40B4-BE49-F238E27FC236}">
                  <a16:creationId xmlns:a16="http://schemas.microsoft.com/office/drawing/2014/main" id="{B01647CB-6EC4-044F-915F-A65E26069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2"/>
              <a:ext cx="157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07" name="Rectangle 89">
              <a:extLst>
                <a:ext uri="{FF2B5EF4-FFF2-40B4-BE49-F238E27FC236}">
                  <a16:creationId xmlns:a16="http://schemas.microsoft.com/office/drawing/2014/main" id="{45BA2A5E-EE30-C54D-8CAD-2B96D86B0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80AEB31E-EE76-584C-AA46-3C2461C3C346}"/>
              </a:ext>
            </a:extLst>
          </p:cNvPr>
          <p:cNvGrpSpPr/>
          <p:nvPr/>
        </p:nvGrpSpPr>
        <p:grpSpPr>
          <a:xfrm>
            <a:off x="3586046" y="4406221"/>
            <a:ext cx="1432267" cy="1301523"/>
            <a:chOff x="2718817" y="3255963"/>
            <a:chExt cx="1432267" cy="1301523"/>
          </a:xfrm>
        </p:grpSpPr>
        <p:grpSp>
          <p:nvGrpSpPr>
            <p:cNvPr id="47" name="Group 90">
              <a:extLst>
                <a:ext uri="{FF2B5EF4-FFF2-40B4-BE49-F238E27FC236}">
                  <a16:creationId xmlns:a16="http://schemas.microsoft.com/office/drawing/2014/main" id="{0E15E389-35EC-4248-8D1B-518B9EAA59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8817" y="3255963"/>
              <a:ext cx="1432267" cy="1301523"/>
              <a:chOff x="-44" y="1473"/>
              <a:chExt cx="981" cy="1105"/>
            </a:xfrm>
          </p:grpSpPr>
          <p:pic>
            <p:nvPicPr>
              <p:cNvPr id="48" name="Picture 91" descr="desktop_computer_stylized_medium">
                <a:extLst>
                  <a:ext uri="{FF2B5EF4-FFF2-40B4-BE49-F238E27FC236}">
                    <a16:creationId xmlns:a16="http://schemas.microsoft.com/office/drawing/2014/main" id="{8461BC4D-1645-F749-AC4B-1926BA94D0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9" name="Freeform 92">
                <a:extLst>
                  <a:ext uri="{FF2B5EF4-FFF2-40B4-BE49-F238E27FC236}">
                    <a16:creationId xmlns:a16="http://schemas.microsoft.com/office/drawing/2014/main" id="{ECE33066-562B-D24D-90DD-9F2C4CD1BA2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7497 w 356"/>
                  <a:gd name="T3" fmla="*/ 469 h 368"/>
                  <a:gd name="T4" fmla="*/ 8894 w 356"/>
                  <a:gd name="T5" fmla="*/ 9780 h 368"/>
                  <a:gd name="T6" fmla="*/ 1960 w 356"/>
                  <a:gd name="T7" fmla="*/ 1223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endParaRPr>
              </a:p>
            </p:txBody>
          </p:sp>
        </p:grpSp>
        <p:pic>
          <p:nvPicPr>
            <p:cNvPr id="116" name="Picture 115" descr="Icon&#10;&#10;Description automatically generated">
              <a:extLst>
                <a:ext uri="{FF2B5EF4-FFF2-40B4-BE49-F238E27FC236}">
                  <a16:creationId xmlns:a16="http://schemas.microsoft.com/office/drawing/2014/main" id="{34042089-BE33-B14C-9A59-7A6138E8618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3251200" y="3436256"/>
              <a:ext cx="870857" cy="489857"/>
            </a:xfrm>
            <a:prstGeom prst="rect">
              <a:avLst/>
            </a:prstGeom>
          </p:spPr>
        </p:pic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9A847BB3-697B-8943-A0D3-E3C65DBA6F1C}"/>
              </a:ext>
            </a:extLst>
          </p:cNvPr>
          <p:cNvSpPr txBox="1"/>
          <p:nvPr/>
        </p:nvSpPr>
        <p:spPr>
          <a:xfrm>
            <a:off x="4352471" y="2398486"/>
            <a:ext cx="179844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nytimes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.com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58BE66CB-B4F9-CC49-A94F-C87C0E785DA3}"/>
              </a:ext>
            </a:extLst>
          </p:cNvPr>
          <p:cNvSpPr txBox="1"/>
          <p:nvPr/>
        </p:nvSpPr>
        <p:spPr>
          <a:xfrm>
            <a:off x="8095344" y="5878285"/>
            <a:ext cx="122790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AdX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.com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420A0CD-DF92-1645-9CBB-C5971315F8AB}"/>
              </a:ext>
            </a:extLst>
          </p:cNvPr>
          <p:cNvSpPr txBox="1"/>
          <p:nvPr/>
        </p:nvSpPr>
        <p:spPr>
          <a:xfrm>
            <a:off x="6997700" y="1778000"/>
            <a:ext cx="204735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1634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sports, 2/15/22</a:t>
            </a:r>
          </a:p>
        </p:txBody>
      </p: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BEDD1666-0DF1-1644-8B3C-E55E2557B728}"/>
              </a:ext>
            </a:extLst>
          </p:cNvPr>
          <p:cNvGrpSpPr/>
          <p:nvPr/>
        </p:nvGrpSpPr>
        <p:grpSpPr>
          <a:xfrm>
            <a:off x="9182100" y="4902200"/>
            <a:ext cx="711200" cy="1016000"/>
            <a:chOff x="1282700" y="2006600"/>
            <a:chExt cx="2603500" cy="3263900"/>
          </a:xfrm>
        </p:grpSpPr>
        <p:sp>
          <p:nvSpPr>
            <p:cNvPr id="149" name="Rounded Rectangle 148">
              <a:extLst>
                <a:ext uri="{FF2B5EF4-FFF2-40B4-BE49-F238E27FC236}">
                  <a16:creationId xmlns:a16="http://schemas.microsoft.com/office/drawing/2014/main" id="{D02791EC-9307-2A4B-9CC8-D2CCC50BC3C0}"/>
                </a:ext>
              </a:extLst>
            </p:cNvPr>
            <p:cNvSpPr/>
            <p:nvPr/>
          </p:nvSpPr>
          <p:spPr>
            <a:xfrm>
              <a:off x="1282700" y="2755900"/>
              <a:ext cx="2603500" cy="2514600"/>
            </a:xfrm>
            <a:prstGeom prst="round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0" name="Rounded Rectangle 149">
              <a:extLst>
                <a:ext uri="{FF2B5EF4-FFF2-40B4-BE49-F238E27FC236}">
                  <a16:creationId xmlns:a16="http://schemas.microsoft.com/office/drawing/2014/main" id="{1053ED46-9860-D146-B0AD-5B077993BB88}"/>
                </a:ext>
              </a:extLst>
            </p:cNvPr>
            <p:cNvSpPr/>
            <p:nvPr/>
          </p:nvSpPr>
          <p:spPr>
            <a:xfrm>
              <a:off x="1727200" y="2552700"/>
              <a:ext cx="1765300" cy="177800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1" name="Rounded Rectangle 150">
              <a:extLst>
                <a:ext uri="{FF2B5EF4-FFF2-40B4-BE49-F238E27FC236}">
                  <a16:creationId xmlns:a16="http://schemas.microsoft.com/office/drawing/2014/main" id="{2D06E11F-99A7-5240-B75B-7DD5647AAD3D}"/>
                </a:ext>
              </a:extLst>
            </p:cNvPr>
            <p:cNvSpPr/>
            <p:nvPr/>
          </p:nvSpPr>
          <p:spPr>
            <a:xfrm>
              <a:off x="1524000" y="2006600"/>
              <a:ext cx="2209800" cy="520700"/>
            </a:xfrm>
            <a:prstGeom prst="round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4" name="TextBox 133">
            <a:extLst>
              <a:ext uri="{FF2B5EF4-FFF2-40B4-BE49-F238E27FC236}">
                <a16:creationId xmlns:a16="http://schemas.microsoft.com/office/drawing/2014/main" id="{9DD11912-9F0C-4A48-865D-02E84CA7BE56}"/>
              </a:ext>
            </a:extLst>
          </p:cNvPr>
          <p:cNvSpPr txBox="1"/>
          <p:nvPr/>
        </p:nvSpPr>
        <p:spPr>
          <a:xfrm>
            <a:off x="4229100" y="5867400"/>
            <a:ext cx="152477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NY Times: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1634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3A0EC18F-F5A0-8D4C-B18A-FC1AADC91C63}"/>
              </a:ext>
            </a:extLst>
          </p:cNvPr>
          <p:cNvSpPr txBox="1"/>
          <p:nvPr/>
        </p:nvSpPr>
        <p:spPr>
          <a:xfrm>
            <a:off x="9226009" y="5181600"/>
            <a:ext cx="286488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7493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NY Times sports, 2/15/22</a:t>
            </a: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B147FEBB-BA88-3245-B4BC-E35B47ACD891}"/>
              </a:ext>
            </a:extLst>
          </p:cNvPr>
          <p:cNvSpPr txBox="1"/>
          <p:nvPr/>
        </p:nvSpPr>
        <p:spPr>
          <a:xfrm>
            <a:off x="4660900" y="6121400"/>
            <a:ext cx="108555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AdX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7493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20" name="Group 57">
            <a:extLst>
              <a:ext uri="{FF2B5EF4-FFF2-40B4-BE49-F238E27FC236}">
                <a16:creationId xmlns:a16="http://schemas.microsoft.com/office/drawing/2014/main" id="{80B9D75A-D707-8E43-938E-72AADC7EE81A}"/>
              </a:ext>
            </a:extLst>
          </p:cNvPr>
          <p:cNvGrpSpPr>
            <a:grpSpLocks/>
          </p:cNvGrpSpPr>
          <p:nvPr/>
        </p:nvGrpSpPr>
        <p:grpSpPr bwMode="auto">
          <a:xfrm>
            <a:off x="2478314" y="1935843"/>
            <a:ext cx="519313" cy="1096646"/>
            <a:chOff x="4140" y="429"/>
            <a:chExt cx="1425" cy="2396"/>
          </a:xfrm>
        </p:grpSpPr>
        <p:sp>
          <p:nvSpPr>
            <p:cNvPr id="121" name="Freeform 58">
              <a:extLst>
                <a:ext uri="{FF2B5EF4-FFF2-40B4-BE49-F238E27FC236}">
                  <a16:creationId xmlns:a16="http://schemas.microsoft.com/office/drawing/2014/main" id="{7CF0D145-247E-524F-80BB-FAB3C9AA2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24" name="Rectangle 59">
              <a:extLst>
                <a:ext uri="{FF2B5EF4-FFF2-40B4-BE49-F238E27FC236}">
                  <a16:creationId xmlns:a16="http://schemas.microsoft.com/office/drawing/2014/main" id="{B069F6D1-4A45-3B45-83E0-57ADBD28A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25" name="Freeform 60">
              <a:extLst>
                <a:ext uri="{FF2B5EF4-FFF2-40B4-BE49-F238E27FC236}">
                  <a16:creationId xmlns:a16="http://schemas.microsoft.com/office/drawing/2014/main" id="{00EF2C13-EA34-614D-8589-6AD24A510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26" name="Freeform 61">
              <a:extLst>
                <a:ext uri="{FF2B5EF4-FFF2-40B4-BE49-F238E27FC236}">
                  <a16:creationId xmlns:a16="http://schemas.microsoft.com/office/drawing/2014/main" id="{D8BEAA98-B184-5A41-899C-24A3499EF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27" name="Rectangle 62">
              <a:extLst>
                <a:ext uri="{FF2B5EF4-FFF2-40B4-BE49-F238E27FC236}">
                  <a16:creationId xmlns:a16="http://schemas.microsoft.com/office/drawing/2014/main" id="{A5091CCD-EAEC-3F45-8E3A-3EE1D4BCCB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grpSp>
          <p:nvGrpSpPr>
            <p:cNvPr id="128" name="Group 63">
              <a:extLst>
                <a:ext uri="{FF2B5EF4-FFF2-40B4-BE49-F238E27FC236}">
                  <a16:creationId xmlns:a16="http://schemas.microsoft.com/office/drawing/2014/main" id="{5807BF3F-C3A0-2E46-9ACB-8160305A85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83" name="AutoShape 64">
                <a:extLst>
                  <a:ext uri="{FF2B5EF4-FFF2-40B4-BE49-F238E27FC236}">
                    <a16:creationId xmlns:a16="http://schemas.microsoft.com/office/drawing/2014/main" id="{A7AECF6C-C86B-5C4F-A239-BF49C2E89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184" name="AutoShape 65">
                <a:extLst>
                  <a:ext uri="{FF2B5EF4-FFF2-40B4-BE49-F238E27FC236}">
                    <a16:creationId xmlns:a16="http://schemas.microsoft.com/office/drawing/2014/main" id="{F16A2EA0-90C8-114E-8082-17259C9482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0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29" name="Rectangle 66">
              <a:extLst>
                <a:ext uri="{FF2B5EF4-FFF2-40B4-BE49-F238E27FC236}">
                  <a16:creationId xmlns:a16="http://schemas.microsoft.com/office/drawing/2014/main" id="{3A8375E6-EC37-1243-97FB-FE0AF32090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8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grpSp>
          <p:nvGrpSpPr>
            <p:cNvPr id="131" name="Group 67">
              <a:extLst>
                <a:ext uri="{FF2B5EF4-FFF2-40B4-BE49-F238E27FC236}">
                  <a16:creationId xmlns:a16="http://schemas.microsoft.com/office/drawing/2014/main" id="{3ABEBD29-0886-204E-B875-6CE26C33D4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81" name="AutoShape 68">
                <a:extLst>
                  <a:ext uri="{FF2B5EF4-FFF2-40B4-BE49-F238E27FC236}">
                    <a16:creationId xmlns:a16="http://schemas.microsoft.com/office/drawing/2014/main" id="{49E137F3-A6CC-AE40-9B90-B02C6316B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6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182" name="AutoShape 69">
                <a:extLst>
                  <a:ext uri="{FF2B5EF4-FFF2-40B4-BE49-F238E27FC236}">
                    <a16:creationId xmlns:a16="http://schemas.microsoft.com/office/drawing/2014/main" id="{57B56BCC-B2FD-9048-9DD3-92A3AC501F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3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32" name="Rectangle 70">
              <a:extLst>
                <a:ext uri="{FF2B5EF4-FFF2-40B4-BE49-F238E27FC236}">
                  <a16:creationId xmlns:a16="http://schemas.microsoft.com/office/drawing/2014/main" id="{6B307B68-C234-DF47-81FF-A0D0C80F6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60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33" name="Rectangle 71">
              <a:extLst>
                <a:ext uri="{FF2B5EF4-FFF2-40B4-BE49-F238E27FC236}">
                  <a16:creationId xmlns:a16="http://schemas.microsoft.com/office/drawing/2014/main" id="{995FC4AA-8787-974F-8D33-03E16EC5A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grpSp>
          <p:nvGrpSpPr>
            <p:cNvPr id="137" name="Group 72">
              <a:extLst>
                <a:ext uri="{FF2B5EF4-FFF2-40B4-BE49-F238E27FC236}">
                  <a16:creationId xmlns:a16="http://schemas.microsoft.com/office/drawing/2014/main" id="{FA2AF6E2-6548-EF4F-B726-1227D161F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79" name="AutoShape 73">
                <a:extLst>
                  <a:ext uri="{FF2B5EF4-FFF2-40B4-BE49-F238E27FC236}">
                    <a16:creationId xmlns:a16="http://schemas.microsoft.com/office/drawing/2014/main" id="{A85BFF85-1162-694B-985B-D53B39D5D5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180" name="AutoShape 74">
                <a:extLst>
                  <a:ext uri="{FF2B5EF4-FFF2-40B4-BE49-F238E27FC236}">
                    <a16:creationId xmlns:a16="http://schemas.microsoft.com/office/drawing/2014/main" id="{EFC82C29-79A9-B644-916D-7FC0EF5202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38" name="Freeform 75">
              <a:extLst>
                <a:ext uri="{FF2B5EF4-FFF2-40B4-BE49-F238E27FC236}">
                  <a16:creationId xmlns:a16="http://schemas.microsoft.com/office/drawing/2014/main" id="{7EC9C461-F150-1240-8D76-558B6B4F6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grpSp>
          <p:nvGrpSpPr>
            <p:cNvPr id="155" name="Group 76">
              <a:extLst>
                <a:ext uri="{FF2B5EF4-FFF2-40B4-BE49-F238E27FC236}">
                  <a16:creationId xmlns:a16="http://schemas.microsoft.com/office/drawing/2014/main" id="{9299AE05-29C3-2844-B1C6-633C7CFFF1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76" name="AutoShape 77">
                <a:extLst>
                  <a:ext uri="{FF2B5EF4-FFF2-40B4-BE49-F238E27FC236}">
                    <a16:creationId xmlns:a16="http://schemas.microsoft.com/office/drawing/2014/main" id="{06802116-4260-EF43-8FD8-6944FEDDF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178" name="AutoShape 78">
                <a:extLst>
                  <a:ext uri="{FF2B5EF4-FFF2-40B4-BE49-F238E27FC236}">
                    <a16:creationId xmlns:a16="http://schemas.microsoft.com/office/drawing/2014/main" id="{FD196FB8-2008-F14B-94FF-2664A9A9D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2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56" name="Rectangle 79">
              <a:extLst>
                <a:ext uri="{FF2B5EF4-FFF2-40B4-BE49-F238E27FC236}">
                  <a16:creationId xmlns:a16="http://schemas.microsoft.com/office/drawing/2014/main" id="{8D1AEBDE-093D-AB41-9F4B-6395A4767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57" name="Freeform 80">
              <a:extLst>
                <a:ext uri="{FF2B5EF4-FFF2-40B4-BE49-F238E27FC236}">
                  <a16:creationId xmlns:a16="http://schemas.microsoft.com/office/drawing/2014/main" id="{E3E9A300-9CB6-5642-9423-B3CE2A84C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64" name="Freeform 81">
              <a:extLst>
                <a:ext uri="{FF2B5EF4-FFF2-40B4-BE49-F238E27FC236}">
                  <a16:creationId xmlns:a16="http://schemas.microsoft.com/office/drawing/2014/main" id="{61E95673-E276-B54E-8951-E28938049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65" name="Oval 82">
              <a:extLst>
                <a:ext uri="{FF2B5EF4-FFF2-40B4-BE49-F238E27FC236}">
                  <a16:creationId xmlns:a16="http://schemas.microsoft.com/office/drawing/2014/main" id="{9B9B3D7E-A0A9-8C43-A374-55DA4D19F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09"/>
              <a:ext cx="47" cy="10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66" name="Freeform 83">
              <a:extLst>
                <a:ext uri="{FF2B5EF4-FFF2-40B4-BE49-F238E27FC236}">
                  <a16:creationId xmlns:a16="http://schemas.microsoft.com/office/drawing/2014/main" id="{E4ABD20F-89C5-8C46-BFE6-5CA778E27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67" name="AutoShape 84">
              <a:extLst>
                <a:ext uri="{FF2B5EF4-FFF2-40B4-BE49-F238E27FC236}">
                  <a16:creationId xmlns:a16="http://schemas.microsoft.com/office/drawing/2014/main" id="{ADAAC857-3F17-1A4D-BBD3-254BC3957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68" name="AutoShape 85">
              <a:extLst>
                <a:ext uri="{FF2B5EF4-FFF2-40B4-BE49-F238E27FC236}">
                  <a16:creationId xmlns:a16="http://schemas.microsoft.com/office/drawing/2014/main" id="{B0B35955-7679-1946-9BAF-3CF60ECC5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09"/>
              <a:ext cx="1069" cy="8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69" name="Oval 86">
              <a:extLst>
                <a:ext uri="{FF2B5EF4-FFF2-40B4-BE49-F238E27FC236}">
                  <a16:creationId xmlns:a16="http://schemas.microsoft.com/office/drawing/2014/main" id="{B0EDAF1F-8C77-A745-BA6A-8E3D60BB4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2"/>
              <a:ext cx="157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70" name="Oval 87">
              <a:extLst>
                <a:ext uri="{FF2B5EF4-FFF2-40B4-BE49-F238E27FC236}">
                  <a16:creationId xmlns:a16="http://schemas.microsoft.com/office/drawing/2014/main" id="{6B44C974-5992-7741-85AD-5B948203A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2"/>
              <a:ext cx="162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71" name="Oval 88">
              <a:extLst>
                <a:ext uri="{FF2B5EF4-FFF2-40B4-BE49-F238E27FC236}">
                  <a16:creationId xmlns:a16="http://schemas.microsoft.com/office/drawing/2014/main" id="{427659D8-BEE1-CA4D-A8D9-708F2BB9D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2"/>
              <a:ext cx="157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74" name="Rectangle 89">
              <a:extLst>
                <a:ext uri="{FF2B5EF4-FFF2-40B4-BE49-F238E27FC236}">
                  <a16:creationId xmlns:a16="http://schemas.microsoft.com/office/drawing/2014/main" id="{BA908D21-224A-454D-AE40-AACCE66AF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</p:grpSp>
      <p:sp>
        <p:nvSpPr>
          <p:cNvPr id="185" name="TextBox 184">
            <a:extLst>
              <a:ext uri="{FF2B5EF4-FFF2-40B4-BE49-F238E27FC236}">
                <a16:creationId xmlns:a16="http://schemas.microsoft.com/office/drawing/2014/main" id="{E9C38943-9B5B-C74A-9AF5-967FC5643352}"/>
              </a:ext>
            </a:extLst>
          </p:cNvPr>
          <p:cNvSpPr txBox="1"/>
          <p:nvPr/>
        </p:nvSpPr>
        <p:spPr>
          <a:xfrm>
            <a:off x="1482271" y="2995386"/>
            <a:ext cx="142814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socks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.com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3A3EDD2B-FC70-7C4A-89B5-9183AE973DC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41300" y="1492250"/>
            <a:ext cx="2197100" cy="1572924"/>
          </a:xfrm>
          <a:prstGeom prst="rect">
            <a:avLst/>
          </a:prstGeom>
        </p:spPr>
      </p:pic>
      <p:grpSp>
        <p:nvGrpSpPr>
          <p:cNvPr id="4" name="Group 3">
            <a:extLst>
              <a:ext uri="{FF2B5EF4-FFF2-40B4-BE49-F238E27FC236}">
                <a16:creationId xmlns:a16="http://schemas.microsoft.com/office/drawing/2014/main" id="{A79FB72C-0CE6-6F4A-8318-7BBCBAF80D45}"/>
              </a:ext>
            </a:extLst>
          </p:cNvPr>
          <p:cNvGrpSpPr/>
          <p:nvPr/>
        </p:nvGrpSpPr>
        <p:grpSpPr>
          <a:xfrm>
            <a:off x="2655782" y="3088525"/>
            <a:ext cx="1853925" cy="1453555"/>
            <a:chOff x="2655782" y="3088525"/>
            <a:chExt cx="1853925" cy="1453555"/>
          </a:xfrm>
        </p:grpSpPr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F0737EF3-88DE-B24C-8B06-2EC1A067E461}"/>
                </a:ext>
              </a:extLst>
            </p:cNvPr>
            <p:cNvGrpSpPr/>
            <p:nvPr/>
          </p:nvGrpSpPr>
          <p:grpSpPr>
            <a:xfrm rot="18353253">
              <a:off x="2896693" y="3474816"/>
              <a:ext cx="826353" cy="1308176"/>
              <a:chOff x="4220856" y="2946324"/>
              <a:chExt cx="826353" cy="1308176"/>
            </a:xfrm>
          </p:grpSpPr>
          <p:grpSp>
            <p:nvGrpSpPr>
              <p:cNvPr id="194" name="Group 193">
                <a:extLst>
                  <a:ext uri="{FF2B5EF4-FFF2-40B4-BE49-F238E27FC236}">
                    <a16:creationId xmlns:a16="http://schemas.microsoft.com/office/drawing/2014/main" id="{FA1C25C4-6393-2D45-A39C-53270B6CDDB6}"/>
                  </a:ext>
                </a:extLst>
              </p:cNvPr>
              <p:cNvGrpSpPr/>
              <p:nvPr/>
            </p:nvGrpSpPr>
            <p:grpSpPr>
              <a:xfrm>
                <a:off x="4673600" y="2946400"/>
                <a:ext cx="373609" cy="1308100"/>
                <a:chOff x="4673600" y="2946400"/>
                <a:chExt cx="373609" cy="1308100"/>
              </a:xfrm>
            </p:grpSpPr>
            <p:cxnSp>
              <p:nvCxnSpPr>
                <p:cNvPr id="196" name="Straight Arrow Connector 195">
                  <a:extLst>
                    <a:ext uri="{FF2B5EF4-FFF2-40B4-BE49-F238E27FC236}">
                      <a16:creationId xmlns:a16="http://schemas.microsoft.com/office/drawing/2014/main" id="{12DCD062-8181-A647-955D-683D45502F6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851400" y="2946400"/>
                  <a:ext cx="0" cy="1308100"/>
                </a:xfrm>
                <a:prstGeom prst="straightConnector1">
                  <a:avLst/>
                </a:prstGeom>
                <a:ln w="25400">
                  <a:solidFill>
                    <a:srgbClr val="0E01A0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7" name="Oval 196">
                  <a:extLst>
                    <a:ext uri="{FF2B5EF4-FFF2-40B4-BE49-F238E27FC236}">
                      <a16:creationId xmlns:a16="http://schemas.microsoft.com/office/drawing/2014/main" id="{3E4A219F-A0E7-8645-8484-086EBA3A6E59}"/>
                    </a:ext>
                  </a:extLst>
                </p:cNvPr>
                <p:cNvSpPr/>
                <p:nvPr/>
              </p:nvSpPr>
              <p:spPr>
                <a:xfrm>
                  <a:off x="4673600" y="3441700"/>
                  <a:ext cx="342900" cy="342900"/>
                </a:xfrm>
                <a:prstGeom prst="ellipse">
                  <a:avLst/>
                </a:prstGeom>
                <a:solidFill>
                  <a:schemeClr val="bg1"/>
                </a:solidFill>
                <a:ln w="19050">
                  <a:solidFill>
                    <a:srgbClr val="0E01A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8" name="TextBox 197">
                  <a:extLst>
                    <a:ext uri="{FF2B5EF4-FFF2-40B4-BE49-F238E27FC236}">
                      <a16:creationId xmlns:a16="http://schemas.microsoft.com/office/drawing/2014/main" id="{8E738B55-E22B-3A43-A564-F6EA3FC17C98}"/>
                    </a:ext>
                  </a:extLst>
                </p:cNvPr>
                <p:cNvSpPr txBox="1"/>
                <p:nvPr/>
              </p:nvSpPr>
              <p:spPr>
                <a:xfrm rot="3246747">
                  <a:off x="4711700" y="342900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</a:p>
              </p:txBody>
            </p:sp>
          </p:grpSp>
          <p:sp>
            <p:nvSpPr>
              <p:cNvPr id="195" name="TextBox 194">
                <a:extLst>
                  <a:ext uri="{FF2B5EF4-FFF2-40B4-BE49-F238E27FC236}">
                    <a16:creationId xmlns:a16="http://schemas.microsoft.com/office/drawing/2014/main" id="{1E9006DF-11BD-C547-A32C-1F00EC824547}"/>
                  </a:ext>
                </a:extLst>
              </p:cNvPr>
              <p:cNvSpPr txBox="1"/>
              <p:nvPr/>
            </p:nvSpPr>
            <p:spPr>
              <a:xfrm rot="3246747">
                <a:off x="4123079" y="3044101"/>
                <a:ext cx="736600" cy="5410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HTTP GET</a:t>
                </a:r>
              </a:p>
            </p:txBody>
          </p:sp>
        </p:grpSp>
        <p:grpSp>
          <p:nvGrpSpPr>
            <p:cNvPr id="199" name="Group 198">
              <a:extLst>
                <a:ext uri="{FF2B5EF4-FFF2-40B4-BE49-F238E27FC236}">
                  <a16:creationId xmlns:a16="http://schemas.microsoft.com/office/drawing/2014/main" id="{407DB6C2-0CEA-3648-B1B6-77CE57048243}"/>
                </a:ext>
              </a:extLst>
            </p:cNvPr>
            <p:cNvGrpSpPr/>
            <p:nvPr/>
          </p:nvGrpSpPr>
          <p:grpSpPr>
            <a:xfrm rot="18353253">
              <a:off x="3477459" y="2812673"/>
              <a:ext cx="756395" cy="1308100"/>
              <a:chOff x="5143500" y="2959100"/>
              <a:chExt cx="756395" cy="1308100"/>
            </a:xfrm>
          </p:grpSpPr>
          <p:grpSp>
            <p:nvGrpSpPr>
              <p:cNvPr id="200" name="Group 199">
                <a:extLst>
                  <a:ext uri="{FF2B5EF4-FFF2-40B4-BE49-F238E27FC236}">
                    <a16:creationId xmlns:a16="http://schemas.microsoft.com/office/drawing/2014/main" id="{54115DA7-DE3B-4447-845E-235ACC3FAAAA}"/>
                  </a:ext>
                </a:extLst>
              </p:cNvPr>
              <p:cNvGrpSpPr/>
              <p:nvPr/>
            </p:nvGrpSpPr>
            <p:grpSpPr>
              <a:xfrm>
                <a:off x="5143500" y="2959100"/>
                <a:ext cx="373609" cy="1308100"/>
                <a:chOff x="4673600" y="2946400"/>
                <a:chExt cx="373609" cy="1308100"/>
              </a:xfrm>
            </p:grpSpPr>
            <p:cxnSp>
              <p:nvCxnSpPr>
                <p:cNvPr id="202" name="Straight Arrow Connector 201">
                  <a:extLst>
                    <a:ext uri="{FF2B5EF4-FFF2-40B4-BE49-F238E27FC236}">
                      <a16:creationId xmlns:a16="http://schemas.microsoft.com/office/drawing/2014/main" id="{F9E6592C-CDC7-B141-8823-F0A2C3118C3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851400" y="2946400"/>
                  <a:ext cx="0" cy="1308100"/>
                </a:xfrm>
                <a:prstGeom prst="straightConnector1">
                  <a:avLst/>
                </a:prstGeom>
                <a:ln w="25400">
                  <a:solidFill>
                    <a:srgbClr val="0E01A0"/>
                  </a:solidFill>
                  <a:headEnd type="triangle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3" name="Oval 202">
                  <a:extLst>
                    <a:ext uri="{FF2B5EF4-FFF2-40B4-BE49-F238E27FC236}">
                      <a16:creationId xmlns:a16="http://schemas.microsoft.com/office/drawing/2014/main" id="{0DE26BA7-BAE1-8A4D-B468-465A4FCB9C96}"/>
                    </a:ext>
                  </a:extLst>
                </p:cNvPr>
                <p:cNvSpPr/>
                <p:nvPr/>
              </p:nvSpPr>
              <p:spPr>
                <a:xfrm>
                  <a:off x="4673600" y="3441700"/>
                  <a:ext cx="342900" cy="342900"/>
                </a:xfrm>
                <a:prstGeom prst="ellipse">
                  <a:avLst/>
                </a:prstGeom>
                <a:solidFill>
                  <a:schemeClr val="bg1"/>
                </a:solidFill>
                <a:ln w="19050">
                  <a:solidFill>
                    <a:srgbClr val="0E01A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TextBox 203">
                  <a:extLst>
                    <a:ext uri="{FF2B5EF4-FFF2-40B4-BE49-F238E27FC236}">
                      <a16:creationId xmlns:a16="http://schemas.microsoft.com/office/drawing/2014/main" id="{D694AEC2-DCB9-F84B-AD91-BF0427B65907}"/>
                    </a:ext>
                  </a:extLst>
                </p:cNvPr>
                <p:cNvSpPr txBox="1"/>
                <p:nvPr/>
              </p:nvSpPr>
              <p:spPr>
                <a:xfrm rot="3246747">
                  <a:off x="4711700" y="3429000"/>
                  <a:ext cx="30168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2</a:t>
                  </a:r>
                </a:p>
              </p:txBody>
            </p:sp>
          </p:grpSp>
          <p:sp>
            <p:nvSpPr>
              <p:cNvPr id="201" name="TextBox 200">
                <a:extLst>
                  <a:ext uri="{FF2B5EF4-FFF2-40B4-BE49-F238E27FC236}">
                    <a16:creationId xmlns:a16="http://schemas.microsoft.com/office/drawing/2014/main" id="{0DED2786-F044-3447-B63A-D53A273462BC}"/>
                  </a:ext>
                </a:extLst>
              </p:cNvPr>
              <p:cNvSpPr txBox="1"/>
              <p:nvPr/>
            </p:nvSpPr>
            <p:spPr>
              <a:xfrm rot="3077103">
                <a:off x="5261072" y="3063392"/>
                <a:ext cx="736600" cy="5410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HTTP reply</a:t>
                </a:r>
              </a:p>
            </p:txBody>
          </p:sp>
        </p:grpSp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154A1081-6C53-E145-BDD1-3FA5A22FACF9}"/>
              </a:ext>
            </a:extLst>
          </p:cNvPr>
          <p:cNvGrpSpPr/>
          <p:nvPr/>
        </p:nvGrpSpPr>
        <p:grpSpPr>
          <a:xfrm>
            <a:off x="5130800" y="4368800"/>
            <a:ext cx="3136900" cy="890032"/>
            <a:chOff x="5461000" y="4394200"/>
            <a:chExt cx="3136900" cy="890032"/>
          </a:xfrm>
        </p:grpSpPr>
        <p:grpSp>
          <p:nvGrpSpPr>
            <p:cNvPr id="206" name="Group 205">
              <a:extLst>
                <a:ext uri="{FF2B5EF4-FFF2-40B4-BE49-F238E27FC236}">
                  <a16:creationId xmlns:a16="http://schemas.microsoft.com/office/drawing/2014/main" id="{6E0A9E9E-A06F-CB45-B0B3-17C467D78C53}"/>
                </a:ext>
              </a:extLst>
            </p:cNvPr>
            <p:cNvGrpSpPr/>
            <p:nvPr/>
          </p:nvGrpSpPr>
          <p:grpSpPr>
            <a:xfrm>
              <a:off x="6261100" y="4914900"/>
              <a:ext cx="1854200" cy="369332"/>
              <a:chOff x="3721100" y="3429000"/>
              <a:chExt cx="1854200" cy="369332"/>
            </a:xfrm>
          </p:grpSpPr>
          <p:cxnSp>
            <p:nvCxnSpPr>
              <p:cNvPr id="210" name="Straight Arrow Connector 209">
                <a:extLst>
                  <a:ext uri="{FF2B5EF4-FFF2-40B4-BE49-F238E27FC236}">
                    <a16:creationId xmlns:a16="http://schemas.microsoft.com/office/drawing/2014/main" id="{3F23167E-A119-EC4E-B146-6F516A8086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21100" y="3594100"/>
                <a:ext cx="1854200" cy="0"/>
              </a:xfrm>
              <a:prstGeom prst="straightConnector1">
                <a:avLst/>
              </a:prstGeom>
              <a:ln w="25400">
                <a:solidFill>
                  <a:srgbClr val="0E01A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C4353B75-74F1-0C48-B057-0887FAA78A74}"/>
                  </a:ext>
                </a:extLst>
              </p:cNvPr>
              <p:cNvSpPr/>
              <p:nvPr/>
            </p:nvSpPr>
            <p:spPr>
              <a:xfrm>
                <a:off x="4673600" y="3441700"/>
                <a:ext cx="342900" cy="342900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0E01A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2" name="TextBox 211">
                <a:extLst>
                  <a:ext uri="{FF2B5EF4-FFF2-40B4-BE49-F238E27FC236}">
                    <a16:creationId xmlns:a16="http://schemas.microsoft.com/office/drawing/2014/main" id="{7D88345D-2B6C-F447-AAFA-9A1065757E2F}"/>
                  </a:ext>
                </a:extLst>
              </p:cNvPr>
              <p:cNvSpPr txBox="1"/>
              <p:nvPr/>
            </p:nvSpPr>
            <p:spPr>
              <a:xfrm>
                <a:off x="4686300" y="342900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4</a:t>
                </a:r>
              </a:p>
            </p:txBody>
          </p:sp>
        </p:grpSp>
        <p:grpSp>
          <p:nvGrpSpPr>
            <p:cNvPr id="207" name="Group 206">
              <a:extLst>
                <a:ext uri="{FF2B5EF4-FFF2-40B4-BE49-F238E27FC236}">
                  <a16:creationId xmlns:a16="http://schemas.microsoft.com/office/drawing/2014/main" id="{FD4BFC66-485F-2147-A211-2CAC1D00C204}"/>
                </a:ext>
              </a:extLst>
            </p:cNvPr>
            <p:cNvGrpSpPr/>
            <p:nvPr/>
          </p:nvGrpSpPr>
          <p:grpSpPr>
            <a:xfrm>
              <a:off x="5461000" y="4394200"/>
              <a:ext cx="3136900" cy="535548"/>
              <a:chOff x="6299200" y="3035300"/>
              <a:chExt cx="3136900" cy="535548"/>
            </a:xfrm>
          </p:grpSpPr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6D133E31-40C7-874C-B037-5CF94EEA15C1}"/>
                  </a:ext>
                </a:extLst>
              </p:cNvPr>
              <p:cNvSpPr txBox="1"/>
              <p:nvPr/>
            </p:nvSpPr>
            <p:spPr>
              <a:xfrm>
                <a:off x="6299200" y="3035300"/>
                <a:ext cx="1473200" cy="3194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HTTP GET</a:t>
                </a:r>
              </a:p>
            </p:txBody>
          </p:sp>
          <p:sp>
            <p:nvSpPr>
              <p:cNvPr id="209" name="TextBox 208">
                <a:extLst>
                  <a:ext uri="{FF2B5EF4-FFF2-40B4-BE49-F238E27FC236}">
                    <a16:creationId xmlns:a16="http://schemas.microsoft.com/office/drawing/2014/main" id="{CCBB6DD5-8489-9846-AEE8-A4EFC46C4CF0}"/>
                  </a:ext>
                </a:extLst>
              </p:cNvPr>
              <p:cNvSpPr txBox="1"/>
              <p:nvPr/>
            </p:nvSpPr>
            <p:spPr>
              <a:xfrm>
                <a:off x="6413500" y="3276600"/>
                <a:ext cx="3022600" cy="29424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Referer</a:t>
                </a: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: </a:t>
                </a:r>
                <a:r>
                  <a:rPr kumimoji="0" 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socks.com</a:t>
                </a: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, cookie: 7493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52A26446-4AA7-B74D-AACE-7134BEC552EB}"/>
              </a:ext>
            </a:extLst>
          </p:cNvPr>
          <p:cNvGrpSpPr/>
          <p:nvPr/>
        </p:nvGrpSpPr>
        <p:grpSpPr>
          <a:xfrm>
            <a:off x="5651500" y="5346700"/>
            <a:ext cx="2641600" cy="840348"/>
            <a:chOff x="6032500" y="5308600"/>
            <a:chExt cx="2641600" cy="840348"/>
          </a:xfrm>
        </p:grpSpPr>
        <p:grpSp>
          <p:nvGrpSpPr>
            <p:cNvPr id="214" name="Group 213">
              <a:extLst>
                <a:ext uri="{FF2B5EF4-FFF2-40B4-BE49-F238E27FC236}">
                  <a16:creationId xmlns:a16="http://schemas.microsoft.com/office/drawing/2014/main" id="{29498B2A-276E-DC44-BBE4-90FD27C63891}"/>
                </a:ext>
              </a:extLst>
            </p:cNvPr>
            <p:cNvGrpSpPr/>
            <p:nvPr/>
          </p:nvGrpSpPr>
          <p:grpSpPr>
            <a:xfrm>
              <a:off x="6273800" y="5308600"/>
              <a:ext cx="1841500" cy="369332"/>
              <a:chOff x="3721100" y="3429000"/>
              <a:chExt cx="1841500" cy="369332"/>
            </a:xfrm>
          </p:grpSpPr>
          <p:cxnSp>
            <p:nvCxnSpPr>
              <p:cNvPr id="218" name="Straight Arrow Connector 217">
                <a:extLst>
                  <a:ext uri="{FF2B5EF4-FFF2-40B4-BE49-F238E27FC236}">
                    <a16:creationId xmlns:a16="http://schemas.microsoft.com/office/drawing/2014/main" id="{AEE3B8A3-63AD-A948-AAE1-A57FF9C587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21100" y="3594100"/>
                <a:ext cx="1841500" cy="0"/>
              </a:xfrm>
              <a:prstGeom prst="straightConnector1">
                <a:avLst/>
              </a:prstGeom>
              <a:ln w="25400">
                <a:solidFill>
                  <a:srgbClr val="0E01A0"/>
                </a:solidFill>
                <a:headEnd type="triangle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9" name="Oval 218">
                <a:extLst>
                  <a:ext uri="{FF2B5EF4-FFF2-40B4-BE49-F238E27FC236}">
                    <a16:creationId xmlns:a16="http://schemas.microsoft.com/office/drawing/2014/main" id="{4E74045F-FC9E-C748-9CF5-2D715A8ECF5F}"/>
                  </a:ext>
                </a:extLst>
              </p:cNvPr>
              <p:cNvSpPr/>
              <p:nvPr/>
            </p:nvSpPr>
            <p:spPr>
              <a:xfrm>
                <a:off x="4673600" y="3441700"/>
                <a:ext cx="342900" cy="342900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0E01A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0" name="TextBox 219">
                <a:extLst>
                  <a:ext uri="{FF2B5EF4-FFF2-40B4-BE49-F238E27FC236}">
                    <a16:creationId xmlns:a16="http://schemas.microsoft.com/office/drawing/2014/main" id="{DB50E822-27A5-7D49-BF52-0C0C70B85C66}"/>
                  </a:ext>
                </a:extLst>
              </p:cNvPr>
              <p:cNvSpPr txBox="1"/>
              <p:nvPr/>
            </p:nvSpPr>
            <p:spPr>
              <a:xfrm>
                <a:off x="4686300" y="342900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5</a:t>
                </a:r>
              </a:p>
            </p:txBody>
          </p:sp>
        </p:grpSp>
        <p:grpSp>
          <p:nvGrpSpPr>
            <p:cNvPr id="215" name="Group 214">
              <a:extLst>
                <a:ext uri="{FF2B5EF4-FFF2-40B4-BE49-F238E27FC236}">
                  <a16:creationId xmlns:a16="http://schemas.microsoft.com/office/drawing/2014/main" id="{004A4CDB-638B-244C-BB86-A5BEFC684334}"/>
                </a:ext>
              </a:extLst>
            </p:cNvPr>
            <p:cNvGrpSpPr/>
            <p:nvPr/>
          </p:nvGrpSpPr>
          <p:grpSpPr>
            <a:xfrm>
              <a:off x="6032500" y="5600700"/>
              <a:ext cx="2641600" cy="548248"/>
              <a:chOff x="6680200" y="3187700"/>
              <a:chExt cx="2641600" cy="548248"/>
            </a:xfrm>
          </p:grpSpPr>
          <p:sp>
            <p:nvSpPr>
              <p:cNvPr id="216" name="TextBox 215">
                <a:extLst>
                  <a:ext uri="{FF2B5EF4-FFF2-40B4-BE49-F238E27FC236}">
                    <a16:creationId xmlns:a16="http://schemas.microsoft.com/office/drawing/2014/main" id="{D4ADF513-A7C3-0143-9B0C-2D1C1BD238A3}"/>
                  </a:ext>
                </a:extLst>
              </p:cNvPr>
              <p:cNvSpPr txBox="1"/>
              <p:nvPr/>
            </p:nvSpPr>
            <p:spPr>
              <a:xfrm>
                <a:off x="6680200" y="3187700"/>
                <a:ext cx="1473200" cy="3194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HTTP reply</a:t>
                </a:r>
              </a:p>
            </p:txBody>
          </p:sp>
          <p:sp>
            <p:nvSpPr>
              <p:cNvPr id="217" name="TextBox 216">
                <a:extLst>
                  <a:ext uri="{FF2B5EF4-FFF2-40B4-BE49-F238E27FC236}">
                    <a16:creationId xmlns:a16="http://schemas.microsoft.com/office/drawing/2014/main" id="{4A2FC18F-0291-6D46-A3C7-EB72BDA4044F}"/>
                  </a:ext>
                </a:extLst>
              </p:cNvPr>
              <p:cNvSpPr txBox="1"/>
              <p:nvPr/>
            </p:nvSpPr>
            <p:spPr>
              <a:xfrm>
                <a:off x="6807200" y="3441700"/>
                <a:ext cx="2514600" cy="29424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Set cookie: </a:t>
                </a: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7030A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7493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21" name="TextBox 220">
            <a:extLst>
              <a:ext uri="{FF2B5EF4-FFF2-40B4-BE49-F238E27FC236}">
                <a16:creationId xmlns:a16="http://schemas.microsoft.com/office/drawing/2014/main" id="{DE7219FE-2D26-9D42-AE4E-0D7F7B3AF5E9}"/>
              </a:ext>
            </a:extLst>
          </p:cNvPr>
          <p:cNvSpPr txBox="1"/>
          <p:nvPr/>
        </p:nvSpPr>
        <p:spPr>
          <a:xfrm>
            <a:off x="9238709" y="5397500"/>
            <a:ext cx="238514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7493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socks.com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2/16/22</a:t>
            </a: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87817062-774D-454B-8E37-CAF7A9BA9A3F}"/>
              </a:ext>
            </a:extLst>
          </p:cNvPr>
          <p:cNvSpPr/>
          <p:nvPr/>
        </p:nvSpPr>
        <p:spPr>
          <a:xfrm>
            <a:off x="4216838" y="1104901"/>
            <a:ext cx="4737100" cy="1828800"/>
          </a:xfrm>
          <a:prstGeom prst="rect">
            <a:avLst/>
          </a:prstGeom>
          <a:solidFill>
            <a:schemeClr val="bg1">
              <a:alpha val="67086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406CAEE-15FB-EE40-8BF7-814EA1DACBFC}"/>
              </a:ext>
            </a:extLst>
          </p:cNvPr>
          <p:cNvSpPr txBox="1"/>
          <p:nvPr/>
        </p:nvSpPr>
        <p:spPr>
          <a:xfrm>
            <a:off x="7973060" y="2425700"/>
            <a:ext cx="3886201" cy="2000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AdX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</a:t>
            </a:r>
          </a:p>
          <a:p>
            <a:pPr marL="285750" marR="0" lvl="0" indent="-2349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E01A0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tracks my web browsing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over sites with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AdX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ads</a:t>
            </a:r>
          </a:p>
          <a:p>
            <a:pPr marL="285750" marR="0" lvl="0" indent="-2349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E01A0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can return targeted ads based on browsing history</a:t>
            </a:r>
          </a:p>
        </p:txBody>
      </p:sp>
    </p:spTree>
    <p:extLst>
      <p:ext uri="{BB962C8B-B14F-4D97-AF65-F5344CB8AC3E}">
        <p14:creationId xmlns:p14="http://schemas.microsoft.com/office/powerpoint/2010/main" val="4388491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6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1" grpId="0"/>
      <p:bldP spid="11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" name="Group 140">
            <a:extLst>
              <a:ext uri="{FF2B5EF4-FFF2-40B4-BE49-F238E27FC236}">
                <a16:creationId xmlns:a16="http://schemas.microsoft.com/office/drawing/2014/main" id="{D712CB78-C706-8D45-92DD-C33079FB1C49}"/>
              </a:ext>
            </a:extLst>
          </p:cNvPr>
          <p:cNvGrpSpPr/>
          <p:nvPr/>
        </p:nvGrpSpPr>
        <p:grpSpPr>
          <a:xfrm>
            <a:off x="6946900" y="1524000"/>
            <a:ext cx="711200" cy="1016000"/>
            <a:chOff x="1282700" y="2006600"/>
            <a:chExt cx="2603500" cy="3263900"/>
          </a:xfrm>
        </p:grpSpPr>
        <p:sp>
          <p:nvSpPr>
            <p:cNvPr id="145" name="Rounded Rectangle 144">
              <a:extLst>
                <a:ext uri="{FF2B5EF4-FFF2-40B4-BE49-F238E27FC236}">
                  <a16:creationId xmlns:a16="http://schemas.microsoft.com/office/drawing/2014/main" id="{540E5D60-2630-5C4F-93AA-181EF66F4A05}"/>
                </a:ext>
              </a:extLst>
            </p:cNvPr>
            <p:cNvSpPr/>
            <p:nvPr/>
          </p:nvSpPr>
          <p:spPr>
            <a:xfrm>
              <a:off x="1282700" y="2755900"/>
              <a:ext cx="2603500" cy="2514600"/>
            </a:xfrm>
            <a:prstGeom prst="round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6" name="Rounded Rectangle 145">
              <a:extLst>
                <a:ext uri="{FF2B5EF4-FFF2-40B4-BE49-F238E27FC236}">
                  <a16:creationId xmlns:a16="http://schemas.microsoft.com/office/drawing/2014/main" id="{1B6C9F51-012D-6C41-86DD-D8573774FC76}"/>
                </a:ext>
              </a:extLst>
            </p:cNvPr>
            <p:cNvSpPr/>
            <p:nvPr/>
          </p:nvSpPr>
          <p:spPr>
            <a:xfrm>
              <a:off x="1727200" y="2552700"/>
              <a:ext cx="1765300" cy="177800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7" name="Rounded Rectangle 146">
              <a:extLst>
                <a:ext uri="{FF2B5EF4-FFF2-40B4-BE49-F238E27FC236}">
                  <a16:creationId xmlns:a16="http://schemas.microsoft.com/office/drawing/2014/main" id="{B551C884-0D90-F941-AF6F-06DF5399CBEF}"/>
                </a:ext>
              </a:extLst>
            </p:cNvPr>
            <p:cNvSpPr/>
            <p:nvPr/>
          </p:nvSpPr>
          <p:spPr>
            <a:xfrm>
              <a:off x="1524000" y="2006600"/>
              <a:ext cx="2209800" cy="520700"/>
            </a:xfrm>
            <a:prstGeom prst="round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02FDD130-6C4C-694D-BE73-6370065D7337}"/>
              </a:ext>
            </a:extLst>
          </p:cNvPr>
          <p:cNvGrpSpPr/>
          <p:nvPr/>
        </p:nvGrpSpPr>
        <p:grpSpPr>
          <a:xfrm>
            <a:off x="4622800" y="5626100"/>
            <a:ext cx="711200" cy="1016000"/>
            <a:chOff x="1282700" y="2006600"/>
            <a:chExt cx="2603500" cy="3263900"/>
          </a:xfrm>
        </p:grpSpPr>
        <p:sp>
          <p:nvSpPr>
            <p:cNvPr id="5" name="Rounded Rectangle 4">
              <a:extLst>
                <a:ext uri="{FF2B5EF4-FFF2-40B4-BE49-F238E27FC236}">
                  <a16:creationId xmlns:a16="http://schemas.microsoft.com/office/drawing/2014/main" id="{7EB869C5-DCEC-4743-B371-441AE269CD39}"/>
                </a:ext>
              </a:extLst>
            </p:cNvPr>
            <p:cNvSpPr/>
            <p:nvPr/>
          </p:nvSpPr>
          <p:spPr>
            <a:xfrm>
              <a:off x="1282700" y="2755900"/>
              <a:ext cx="2603500" cy="2514600"/>
            </a:xfrm>
            <a:prstGeom prst="round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5" name="Rounded Rectangle 134">
              <a:extLst>
                <a:ext uri="{FF2B5EF4-FFF2-40B4-BE49-F238E27FC236}">
                  <a16:creationId xmlns:a16="http://schemas.microsoft.com/office/drawing/2014/main" id="{78526DC0-9AD9-8E49-B598-BE6ECB1A3ADD}"/>
                </a:ext>
              </a:extLst>
            </p:cNvPr>
            <p:cNvSpPr/>
            <p:nvPr/>
          </p:nvSpPr>
          <p:spPr>
            <a:xfrm>
              <a:off x="1727200" y="2552700"/>
              <a:ext cx="1765300" cy="177800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Rounded Rectangle 138">
              <a:extLst>
                <a:ext uri="{FF2B5EF4-FFF2-40B4-BE49-F238E27FC236}">
                  <a16:creationId xmlns:a16="http://schemas.microsoft.com/office/drawing/2014/main" id="{CC925A7C-C818-5C45-B6D1-0A032D437672}"/>
                </a:ext>
              </a:extLst>
            </p:cNvPr>
            <p:cNvSpPr/>
            <p:nvPr/>
          </p:nvSpPr>
          <p:spPr>
            <a:xfrm>
              <a:off x="1524000" y="2006600"/>
              <a:ext cx="2209800" cy="520700"/>
            </a:xfrm>
            <a:prstGeom prst="round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6B051B04-ACBF-DB44-80A7-0D40AAB4EC53}"/>
              </a:ext>
            </a:extLst>
          </p:cNvPr>
          <p:cNvSpPr txBox="1"/>
          <p:nvPr/>
        </p:nvSpPr>
        <p:spPr>
          <a:xfrm>
            <a:off x="360491" y="261258"/>
            <a:ext cx="11068415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0" i="0" u="none" strike="noStrike" kern="1200" cap="none" spc="0" normalizeH="0" baseline="0" noProof="0" dirty="0">
                <a:ln>
                  <a:noFill/>
                </a:ln>
                <a:solidFill>
                  <a:srgbClr val="0E01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Cookies: </a:t>
            </a: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0E01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tracking a user’s browsing behavior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E01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(one day later)</a:t>
            </a:r>
            <a:endParaRPr kumimoji="0" lang="en-US" sz="3600" b="0" i="0" u="none" strike="noStrike" kern="1200" cap="none" spc="0" normalizeH="0" baseline="0" noProof="0" dirty="0">
              <a:ln>
                <a:noFill/>
              </a:ln>
              <a:solidFill>
                <a:srgbClr val="0E01A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3" name="Group 57">
            <a:extLst>
              <a:ext uri="{FF2B5EF4-FFF2-40B4-BE49-F238E27FC236}">
                <a16:creationId xmlns:a16="http://schemas.microsoft.com/office/drawing/2014/main" id="{C28FCCAF-E5F2-4945-8BC3-5A0D78DCA4B7}"/>
              </a:ext>
            </a:extLst>
          </p:cNvPr>
          <p:cNvGrpSpPr>
            <a:grpSpLocks/>
          </p:cNvGrpSpPr>
          <p:nvPr/>
        </p:nvGrpSpPr>
        <p:grpSpPr bwMode="auto">
          <a:xfrm>
            <a:off x="4421414" y="1364343"/>
            <a:ext cx="519313" cy="1096646"/>
            <a:chOff x="4140" y="429"/>
            <a:chExt cx="1425" cy="2396"/>
          </a:xfrm>
        </p:grpSpPr>
        <p:sp>
          <p:nvSpPr>
            <p:cNvPr id="14" name="Freeform 58">
              <a:extLst>
                <a:ext uri="{FF2B5EF4-FFF2-40B4-BE49-F238E27FC236}">
                  <a16:creationId xmlns:a16="http://schemas.microsoft.com/office/drawing/2014/main" id="{3E0ABDD2-372E-3E4A-B89E-371FFA05F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5" name="Rectangle 59">
              <a:extLst>
                <a:ext uri="{FF2B5EF4-FFF2-40B4-BE49-F238E27FC236}">
                  <a16:creationId xmlns:a16="http://schemas.microsoft.com/office/drawing/2014/main" id="{E0E6AB63-2D8D-FD4A-8D08-0DCE29453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6" name="Freeform 60">
              <a:extLst>
                <a:ext uri="{FF2B5EF4-FFF2-40B4-BE49-F238E27FC236}">
                  <a16:creationId xmlns:a16="http://schemas.microsoft.com/office/drawing/2014/main" id="{F2DF5CCD-3A3D-8946-BB0F-B72F144D1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7" name="Freeform 61">
              <a:extLst>
                <a:ext uri="{FF2B5EF4-FFF2-40B4-BE49-F238E27FC236}">
                  <a16:creationId xmlns:a16="http://schemas.microsoft.com/office/drawing/2014/main" id="{F4AF3F5F-1964-934E-A22C-CAAAC82B8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8" name="Rectangle 62">
              <a:extLst>
                <a:ext uri="{FF2B5EF4-FFF2-40B4-BE49-F238E27FC236}">
                  <a16:creationId xmlns:a16="http://schemas.microsoft.com/office/drawing/2014/main" id="{60DC56E6-B22B-2D4A-A532-797BE2BECE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grpSp>
          <p:nvGrpSpPr>
            <p:cNvPr id="19" name="Group 63">
              <a:extLst>
                <a:ext uri="{FF2B5EF4-FFF2-40B4-BE49-F238E27FC236}">
                  <a16:creationId xmlns:a16="http://schemas.microsoft.com/office/drawing/2014/main" id="{3F3ABA47-6EE0-1142-9310-EFA5245E70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" name="AutoShape 64">
                <a:extLst>
                  <a:ext uri="{FF2B5EF4-FFF2-40B4-BE49-F238E27FC236}">
                    <a16:creationId xmlns:a16="http://schemas.microsoft.com/office/drawing/2014/main" id="{3EFA4FBC-2313-4A44-9498-E5B0E1F1CB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46" name="AutoShape 65">
                <a:extLst>
                  <a:ext uri="{FF2B5EF4-FFF2-40B4-BE49-F238E27FC236}">
                    <a16:creationId xmlns:a16="http://schemas.microsoft.com/office/drawing/2014/main" id="{53A490A2-F773-064D-9E4E-79006A985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0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Rectangle 66">
              <a:extLst>
                <a:ext uri="{FF2B5EF4-FFF2-40B4-BE49-F238E27FC236}">
                  <a16:creationId xmlns:a16="http://schemas.microsoft.com/office/drawing/2014/main" id="{9B1FF5E8-D30B-2443-8F1C-49E8171DB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8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grpSp>
          <p:nvGrpSpPr>
            <p:cNvPr id="22" name="Group 67">
              <a:extLst>
                <a:ext uri="{FF2B5EF4-FFF2-40B4-BE49-F238E27FC236}">
                  <a16:creationId xmlns:a16="http://schemas.microsoft.com/office/drawing/2014/main" id="{647CD9E2-B875-D040-B501-259F20276F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3" name="AutoShape 68">
                <a:extLst>
                  <a:ext uri="{FF2B5EF4-FFF2-40B4-BE49-F238E27FC236}">
                    <a16:creationId xmlns:a16="http://schemas.microsoft.com/office/drawing/2014/main" id="{8B40E7A0-7F87-CB42-91AF-8495B15D1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6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44" name="AutoShape 69">
                <a:extLst>
                  <a:ext uri="{FF2B5EF4-FFF2-40B4-BE49-F238E27FC236}">
                    <a16:creationId xmlns:a16="http://schemas.microsoft.com/office/drawing/2014/main" id="{E1BA0D48-E378-0841-B21E-B216A3DEBC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3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3" name="Rectangle 70">
              <a:extLst>
                <a:ext uri="{FF2B5EF4-FFF2-40B4-BE49-F238E27FC236}">
                  <a16:creationId xmlns:a16="http://schemas.microsoft.com/office/drawing/2014/main" id="{A8FEB5CD-1C02-994C-9CD3-7210669BA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60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24" name="Rectangle 71">
              <a:extLst>
                <a:ext uri="{FF2B5EF4-FFF2-40B4-BE49-F238E27FC236}">
                  <a16:creationId xmlns:a16="http://schemas.microsoft.com/office/drawing/2014/main" id="{3F0453AB-5611-FD40-B862-F64CDAA10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grpSp>
          <p:nvGrpSpPr>
            <p:cNvPr id="25" name="Group 72">
              <a:extLst>
                <a:ext uri="{FF2B5EF4-FFF2-40B4-BE49-F238E27FC236}">
                  <a16:creationId xmlns:a16="http://schemas.microsoft.com/office/drawing/2014/main" id="{4E495B47-7D7F-AE48-BF68-5F048DC528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1" name="AutoShape 73">
                <a:extLst>
                  <a:ext uri="{FF2B5EF4-FFF2-40B4-BE49-F238E27FC236}">
                    <a16:creationId xmlns:a16="http://schemas.microsoft.com/office/drawing/2014/main" id="{52081D9E-64FD-9241-9EEA-BFC2848F38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42" name="AutoShape 74">
                <a:extLst>
                  <a:ext uri="{FF2B5EF4-FFF2-40B4-BE49-F238E27FC236}">
                    <a16:creationId xmlns:a16="http://schemas.microsoft.com/office/drawing/2014/main" id="{89B07DC2-8E24-B048-B84D-C525C9AA2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6" name="Freeform 75">
              <a:extLst>
                <a:ext uri="{FF2B5EF4-FFF2-40B4-BE49-F238E27FC236}">
                  <a16:creationId xmlns:a16="http://schemas.microsoft.com/office/drawing/2014/main" id="{00275AA5-20F4-4B40-8A7B-56C022B44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grpSp>
          <p:nvGrpSpPr>
            <p:cNvPr id="27" name="Group 76">
              <a:extLst>
                <a:ext uri="{FF2B5EF4-FFF2-40B4-BE49-F238E27FC236}">
                  <a16:creationId xmlns:a16="http://schemas.microsoft.com/office/drawing/2014/main" id="{E089CEBF-EE46-794F-82AC-9A64510349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9" name="AutoShape 77">
                <a:extLst>
                  <a:ext uri="{FF2B5EF4-FFF2-40B4-BE49-F238E27FC236}">
                    <a16:creationId xmlns:a16="http://schemas.microsoft.com/office/drawing/2014/main" id="{4DB9DFE4-1869-F54F-9D86-B1C330891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AutoShape 78">
                <a:extLst>
                  <a:ext uri="{FF2B5EF4-FFF2-40B4-BE49-F238E27FC236}">
                    <a16:creationId xmlns:a16="http://schemas.microsoft.com/office/drawing/2014/main" id="{1D4272DE-9783-504C-B24E-985066EBD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2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8" name="Rectangle 79">
              <a:extLst>
                <a:ext uri="{FF2B5EF4-FFF2-40B4-BE49-F238E27FC236}">
                  <a16:creationId xmlns:a16="http://schemas.microsoft.com/office/drawing/2014/main" id="{5FE88211-5391-9B42-9155-73A19A273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29" name="Freeform 80">
              <a:extLst>
                <a:ext uri="{FF2B5EF4-FFF2-40B4-BE49-F238E27FC236}">
                  <a16:creationId xmlns:a16="http://schemas.microsoft.com/office/drawing/2014/main" id="{05E256D3-88AF-EE40-9D8D-E6162627B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30" name="Freeform 81">
              <a:extLst>
                <a:ext uri="{FF2B5EF4-FFF2-40B4-BE49-F238E27FC236}">
                  <a16:creationId xmlns:a16="http://schemas.microsoft.com/office/drawing/2014/main" id="{2B1E13A7-1340-1449-8740-70AFA3DE6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31" name="Oval 82">
              <a:extLst>
                <a:ext uri="{FF2B5EF4-FFF2-40B4-BE49-F238E27FC236}">
                  <a16:creationId xmlns:a16="http://schemas.microsoft.com/office/drawing/2014/main" id="{DAC0CC86-045F-6F4E-9391-E07245D698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09"/>
              <a:ext cx="47" cy="10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32" name="Freeform 83">
              <a:extLst>
                <a:ext uri="{FF2B5EF4-FFF2-40B4-BE49-F238E27FC236}">
                  <a16:creationId xmlns:a16="http://schemas.microsoft.com/office/drawing/2014/main" id="{A27EE01C-A7F3-EB4C-B539-16929E3E8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33" name="AutoShape 84">
              <a:extLst>
                <a:ext uri="{FF2B5EF4-FFF2-40B4-BE49-F238E27FC236}">
                  <a16:creationId xmlns:a16="http://schemas.microsoft.com/office/drawing/2014/main" id="{881A1C8F-54F2-8948-B760-2762B01F4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34" name="AutoShape 85">
              <a:extLst>
                <a:ext uri="{FF2B5EF4-FFF2-40B4-BE49-F238E27FC236}">
                  <a16:creationId xmlns:a16="http://schemas.microsoft.com/office/drawing/2014/main" id="{5AE8BE14-C3E6-D84F-A9AC-E4E0F707C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09"/>
              <a:ext cx="1069" cy="8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35" name="Oval 86">
              <a:extLst>
                <a:ext uri="{FF2B5EF4-FFF2-40B4-BE49-F238E27FC236}">
                  <a16:creationId xmlns:a16="http://schemas.microsoft.com/office/drawing/2014/main" id="{FD11E9D2-4386-FF49-8E96-2E035F92F9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2"/>
              <a:ext cx="157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36" name="Oval 87">
              <a:extLst>
                <a:ext uri="{FF2B5EF4-FFF2-40B4-BE49-F238E27FC236}">
                  <a16:creationId xmlns:a16="http://schemas.microsoft.com/office/drawing/2014/main" id="{A698DF12-44DE-B34A-9F3A-FC02DEBBF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2"/>
              <a:ext cx="162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37" name="Oval 88">
              <a:extLst>
                <a:ext uri="{FF2B5EF4-FFF2-40B4-BE49-F238E27FC236}">
                  <a16:creationId xmlns:a16="http://schemas.microsoft.com/office/drawing/2014/main" id="{C070DEEB-91AB-C142-9143-5974D8EB70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2"/>
              <a:ext cx="157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38" name="Rectangle 89">
              <a:extLst>
                <a:ext uri="{FF2B5EF4-FFF2-40B4-BE49-F238E27FC236}">
                  <a16:creationId xmlns:a16="http://schemas.microsoft.com/office/drawing/2014/main" id="{73990BF0-CEC8-384B-BF26-4A0885AAF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</p:grpSp>
      <p:pic>
        <p:nvPicPr>
          <p:cNvPr id="7" name="Picture 6">
            <a:extLst>
              <a:ext uri="{FF2B5EF4-FFF2-40B4-BE49-F238E27FC236}">
                <a16:creationId xmlns:a16="http://schemas.microsoft.com/office/drawing/2014/main" id="{AC613071-8BFC-5349-80C0-9020206375E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987471" y="1230461"/>
            <a:ext cx="1797957" cy="1299560"/>
          </a:xfrm>
          <a:prstGeom prst="rect">
            <a:avLst/>
          </a:prstGeom>
        </p:spPr>
      </p:pic>
      <p:grpSp>
        <p:nvGrpSpPr>
          <p:cNvPr id="83" name="Group 57">
            <a:extLst>
              <a:ext uri="{FF2B5EF4-FFF2-40B4-BE49-F238E27FC236}">
                <a16:creationId xmlns:a16="http://schemas.microsoft.com/office/drawing/2014/main" id="{C5D7863B-AD69-FC47-BA2D-38FCE4992417}"/>
              </a:ext>
            </a:extLst>
          </p:cNvPr>
          <p:cNvGrpSpPr>
            <a:grpSpLocks/>
          </p:cNvGrpSpPr>
          <p:nvPr/>
        </p:nvGrpSpPr>
        <p:grpSpPr bwMode="auto">
          <a:xfrm>
            <a:off x="8178799" y="4820558"/>
            <a:ext cx="519313" cy="1096646"/>
            <a:chOff x="4140" y="429"/>
            <a:chExt cx="1425" cy="2396"/>
          </a:xfrm>
        </p:grpSpPr>
        <p:sp>
          <p:nvSpPr>
            <p:cNvPr id="84" name="Freeform 58">
              <a:extLst>
                <a:ext uri="{FF2B5EF4-FFF2-40B4-BE49-F238E27FC236}">
                  <a16:creationId xmlns:a16="http://schemas.microsoft.com/office/drawing/2014/main" id="{49D083FD-79A2-E74D-A776-974520EEA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85" name="Rectangle 59">
              <a:extLst>
                <a:ext uri="{FF2B5EF4-FFF2-40B4-BE49-F238E27FC236}">
                  <a16:creationId xmlns:a16="http://schemas.microsoft.com/office/drawing/2014/main" id="{C160A5F6-4243-0B4D-A694-687DE9C0BA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86" name="Freeform 60">
              <a:extLst>
                <a:ext uri="{FF2B5EF4-FFF2-40B4-BE49-F238E27FC236}">
                  <a16:creationId xmlns:a16="http://schemas.microsoft.com/office/drawing/2014/main" id="{DCE1287F-730A-864C-AD9E-9FB460287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87" name="Freeform 61">
              <a:extLst>
                <a:ext uri="{FF2B5EF4-FFF2-40B4-BE49-F238E27FC236}">
                  <a16:creationId xmlns:a16="http://schemas.microsoft.com/office/drawing/2014/main" id="{1A9CE9AE-3F0C-CB4A-AFB4-667C998F6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88" name="Rectangle 62">
              <a:extLst>
                <a:ext uri="{FF2B5EF4-FFF2-40B4-BE49-F238E27FC236}">
                  <a16:creationId xmlns:a16="http://schemas.microsoft.com/office/drawing/2014/main" id="{01EB0058-0984-934E-8EBD-78F44D93B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grpSp>
          <p:nvGrpSpPr>
            <p:cNvPr id="89" name="Group 63">
              <a:extLst>
                <a:ext uri="{FF2B5EF4-FFF2-40B4-BE49-F238E27FC236}">
                  <a16:creationId xmlns:a16="http://schemas.microsoft.com/office/drawing/2014/main" id="{6DEFB971-8A0D-D54B-BB2F-A5A52EC70D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4" name="AutoShape 64">
                <a:extLst>
                  <a:ext uri="{FF2B5EF4-FFF2-40B4-BE49-F238E27FC236}">
                    <a16:creationId xmlns:a16="http://schemas.microsoft.com/office/drawing/2014/main" id="{CB3AB1FF-68E6-B747-BBE7-AB7520613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115" name="AutoShape 65">
                <a:extLst>
                  <a:ext uri="{FF2B5EF4-FFF2-40B4-BE49-F238E27FC236}">
                    <a16:creationId xmlns:a16="http://schemas.microsoft.com/office/drawing/2014/main" id="{E93F508C-CA28-204B-8B27-C54D968A70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0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0" name="Rectangle 66">
              <a:extLst>
                <a:ext uri="{FF2B5EF4-FFF2-40B4-BE49-F238E27FC236}">
                  <a16:creationId xmlns:a16="http://schemas.microsoft.com/office/drawing/2014/main" id="{5B1AC563-B14E-A64A-B619-7D4BA2381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8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grpSp>
          <p:nvGrpSpPr>
            <p:cNvPr id="91" name="Group 67">
              <a:extLst>
                <a:ext uri="{FF2B5EF4-FFF2-40B4-BE49-F238E27FC236}">
                  <a16:creationId xmlns:a16="http://schemas.microsoft.com/office/drawing/2014/main" id="{48FCBC14-90E7-EB46-8ABD-7C73B72514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2" name="AutoShape 68">
                <a:extLst>
                  <a:ext uri="{FF2B5EF4-FFF2-40B4-BE49-F238E27FC236}">
                    <a16:creationId xmlns:a16="http://schemas.microsoft.com/office/drawing/2014/main" id="{A898FDCB-872C-6440-BCF5-39CC5BB4E2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6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113" name="AutoShape 69">
                <a:extLst>
                  <a:ext uri="{FF2B5EF4-FFF2-40B4-BE49-F238E27FC236}">
                    <a16:creationId xmlns:a16="http://schemas.microsoft.com/office/drawing/2014/main" id="{146DD0F8-ADA8-4F48-B1C0-6C48443AB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3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2" name="Rectangle 70">
              <a:extLst>
                <a:ext uri="{FF2B5EF4-FFF2-40B4-BE49-F238E27FC236}">
                  <a16:creationId xmlns:a16="http://schemas.microsoft.com/office/drawing/2014/main" id="{AECADF08-F932-F64F-83DE-4FB9C1254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60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93" name="Rectangle 71">
              <a:extLst>
                <a:ext uri="{FF2B5EF4-FFF2-40B4-BE49-F238E27FC236}">
                  <a16:creationId xmlns:a16="http://schemas.microsoft.com/office/drawing/2014/main" id="{AAB7C3D1-8C2B-BE49-A8B9-C1F76FC88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grpSp>
          <p:nvGrpSpPr>
            <p:cNvPr id="94" name="Group 72">
              <a:extLst>
                <a:ext uri="{FF2B5EF4-FFF2-40B4-BE49-F238E27FC236}">
                  <a16:creationId xmlns:a16="http://schemas.microsoft.com/office/drawing/2014/main" id="{3DEC4CAB-1840-6D4B-83A5-245A38500C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0" name="AutoShape 73">
                <a:extLst>
                  <a:ext uri="{FF2B5EF4-FFF2-40B4-BE49-F238E27FC236}">
                    <a16:creationId xmlns:a16="http://schemas.microsoft.com/office/drawing/2014/main" id="{A0F018FE-D678-C348-92C8-C541D45EC1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111" name="AutoShape 74">
                <a:extLst>
                  <a:ext uri="{FF2B5EF4-FFF2-40B4-BE49-F238E27FC236}">
                    <a16:creationId xmlns:a16="http://schemas.microsoft.com/office/drawing/2014/main" id="{438A18AE-96B9-634D-B0C6-94D6136C1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5" name="Freeform 75">
              <a:extLst>
                <a:ext uri="{FF2B5EF4-FFF2-40B4-BE49-F238E27FC236}">
                  <a16:creationId xmlns:a16="http://schemas.microsoft.com/office/drawing/2014/main" id="{D0CF0AA3-AC56-5B4A-AAB7-C4F4A1039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grpSp>
          <p:nvGrpSpPr>
            <p:cNvPr id="96" name="Group 76">
              <a:extLst>
                <a:ext uri="{FF2B5EF4-FFF2-40B4-BE49-F238E27FC236}">
                  <a16:creationId xmlns:a16="http://schemas.microsoft.com/office/drawing/2014/main" id="{2F69551B-EBA3-BF40-8C0D-28FC3540F9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" name="AutoShape 77">
                <a:extLst>
                  <a:ext uri="{FF2B5EF4-FFF2-40B4-BE49-F238E27FC236}">
                    <a16:creationId xmlns:a16="http://schemas.microsoft.com/office/drawing/2014/main" id="{F24A03FE-CC74-2E4C-A1C8-914AEE73C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109" name="AutoShape 78">
                <a:extLst>
                  <a:ext uri="{FF2B5EF4-FFF2-40B4-BE49-F238E27FC236}">
                    <a16:creationId xmlns:a16="http://schemas.microsoft.com/office/drawing/2014/main" id="{1A088830-47CE-554E-891D-383BDC7C1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2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7" name="Rectangle 79">
              <a:extLst>
                <a:ext uri="{FF2B5EF4-FFF2-40B4-BE49-F238E27FC236}">
                  <a16:creationId xmlns:a16="http://schemas.microsoft.com/office/drawing/2014/main" id="{4B8B1DBC-053B-454B-AA6A-93DD7A17D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98" name="Freeform 80">
              <a:extLst>
                <a:ext uri="{FF2B5EF4-FFF2-40B4-BE49-F238E27FC236}">
                  <a16:creationId xmlns:a16="http://schemas.microsoft.com/office/drawing/2014/main" id="{0C9C506E-2927-3944-A4CD-50E996AE2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99" name="Freeform 81">
              <a:extLst>
                <a:ext uri="{FF2B5EF4-FFF2-40B4-BE49-F238E27FC236}">
                  <a16:creationId xmlns:a16="http://schemas.microsoft.com/office/drawing/2014/main" id="{EB949747-1183-E946-A591-654096BEA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00" name="Oval 82">
              <a:extLst>
                <a:ext uri="{FF2B5EF4-FFF2-40B4-BE49-F238E27FC236}">
                  <a16:creationId xmlns:a16="http://schemas.microsoft.com/office/drawing/2014/main" id="{568FECAB-8B6E-D148-BC17-44303ACE0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09"/>
              <a:ext cx="47" cy="10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01" name="Freeform 83">
              <a:extLst>
                <a:ext uri="{FF2B5EF4-FFF2-40B4-BE49-F238E27FC236}">
                  <a16:creationId xmlns:a16="http://schemas.microsoft.com/office/drawing/2014/main" id="{638205AE-B922-264E-A776-6C571A51D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02" name="AutoShape 84">
              <a:extLst>
                <a:ext uri="{FF2B5EF4-FFF2-40B4-BE49-F238E27FC236}">
                  <a16:creationId xmlns:a16="http://schemas.microsoft.com/office/drawing/2014/main" id="{68D17880-2BFD-AB45-8EE6-655F1EE28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03" name="AutoShape 85">
              <a:extLst>
                <a:ext uri="{FF2B5EF4-FFF2-40B4-BE49-F238E27FC236}">
                  <a16:creationId xmlns:a16="http://schemas.microsoft.com/office/drawing/2014/main" id="{38FF6123-2AE5-0E4D-9C49-2AB92E459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09"/>
              <a:ext cx="1069" cy="8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04" name="Oval 86">
              <a:extLst>
                <a:ext uri="{FF2B5EF4-FFF2-40B4-BE49-F238E27FC236}">
                  <a16:creationId xmlns:a16="http://schemas.microsoft.com/office/drawing/2014/main" id="{2620EC11-7D22-C94E-A6F0-0BB8CA909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2"/>
              <a:ext cx="157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05" name="Oval 87">
              <a:extLst>
                <a:ext uri="{FF2B5EF4-FFF2-40B4-BE49-F238E27FC236}">
                  <a16:creationId xmlns:a16="http://schemas.microsoft.com/office/drawing/2014/main" id="{DB036E28-4F88-C54A-8239-CB50D9884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2"/>
              <a:ext cx="162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06" name="Oval 88">
              <a:extLst>
                <a:ext uri="{FF2B5EF4-FFF2-40B4-BE49-F238E27FC236}">
                  <a16:creationId xmlns:a16="http://schemas.microsoft.com/office/drawing/2014/main" id="{B01647CB-6EC4-044F-915F-A65E26069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2"/>
              <a:ext cx="157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07" name="Rectangle 89">
              <a:extLst>
                <a:ext uri="{FF2B5EF4-FFF2-40B4-BE49-F238E27FC236}">
                  <a16:creationId xmlns:a16="http://schemas.microsoft.com/office/drawing/2014/main" id="{45BA2A5E-EE30-C54D-8CAD-2B96D86B0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80AEB31E-EE76-584C-AA46-3C2461C3C346}"/>
              </a:ext>
            </a:extLst>
          </p:cNvPr>
          <p:cNvGrpSpPr/>
          <p:nvPr/>
        </p:nvGrpSpPr>
        <p:grpSpPr>
          <a:xfrm>
            <a:off x="3586046" y="4406221"/>
            <a:ext cx="1432267" cy="1301523"/>
            <a:chOff x="2718817" y="3255963"/>
            <a:chExt cx="1432267" cy="1301523"/>
          </a:xfrm>
        </p:grpSpPr>
        <p:grpSp>
          <p:nvGrpSpPr>
            <p:cNvPr id="47" name="Group 90">
              <a:extLst>
                <a:ext uri="{FF2B5EF4-FFF2-40B4-BE49-F238E27FC236}">
                  <a16:creationId xmlns:a16="http://schemas.microsoft.com/office/drawing/2014/main" id="{0E15E389-35EC-4248-8D1B-518B9EAA59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8817" y="3255963"/>
              <a:ext cx="1432267" cy="1301523"/>
              <a:chOff x="-44" y="1473"/>
              <a:chExt cx="981" cy="1105"/>
            </a:xfrm>
          </p:grpSpPr>
          <p:pic>
            <p:nvPicPr>
              <p:cNvPr id="48" name="Picture 91" descr="desktop_computer_stylized_medium">
                <a:extLst>
                  <a:ext uri="{FF2B5EF4-FFF2-40B4-BE49-F238E27FC236}">
                    <a16:creationId xmlns:a16="http://schemas.microsoft.com/office/drawing/2014/main" id="{8461BC4D-1645-F749-AC4B-1926BA94D0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9" name="Freeform 92">
                <a:extLst>
                  <a:ext uri="{FF2B5EF4-FFF2-40B4-BE49-F238E27FC236}">
                    <a16:creationId xmlns:a16="http://schemas.microsoft.com/office/drawing/2014/main" id="{ECE33066-562B-D24D-90DD-9F2C4CD1BA2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7497 w 356"/>
                  <a:gd name="T3" fmla="*/ 469 h 368"/>
                  <a:gd name="T4" fmla="*/ 8894 w 356"/>
                  <a:gd name="T5" fmla="*/ 9780 h 368"/>
                  <a:gd name="T6" fmla="*/ 1960 w 356"/>
                  <a:gd name="T7" fmla="*/ 1223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endParaRPr>
              </a:p>
            </p:txBody>
          </p:sp>
        </p:grpSp>
        <p:pic>
          <p:nvPicPr>
            <p:cNvPr id="116" name="Picture 115" descr="Icon&#10;&#10;Description automatically generated">
              <a:extLst>
                <a:ext uri="{FF2B5EF4-FFF2-40B4-BE49-F238E27FC236}">
                  <a16:creationId xmlns:a16="http://schemas.microsoft.com/office/drawing/2014/main" id="{34042089-BE33-B14C-9A59-7A6138E8618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3251200" y="3436256"/>
              <a:ext cx="870857" cy="489857"/>
            </a:xfrm>
            <a:prstGeom prst="rect">
              <a:avLst/>
            </a:prstGeom>
          </p:spPr>
        </p:pic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9A847BB3-697B-8943-A0D3-E3C65DBA6F1C}"/>
              </a:ext>
            </a:extLst>
          </p:cNvPr>
          <p:cNvSpPr txBox="1"/>
          <p:nvPr/>
        </p:nvSpPr>
        <p:spPr>
          <a:xfrm>
            <a:off x="4352471" y="2398486"/>
            <a:ext cx="234987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nytimes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.com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(arts)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58BE66CB-B4F9-CC49-A94F-C87C0E785DA3}"/>
              </a:ext>
            </a:extLst>
          </p:cNvPr>
          <p:cNvSpPr txBox="1"/>
          <p:nvPr/>
        </p:nvSpPr>
        <p:spPr>
          <a:xfrm>
            <a:off x="8095344" y="5878285"/>
            <a:ext cx="122790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AdX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.com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420A0CD-DF92-1645-9CBB-C5971315F8AB}"/>
              </a:ext>
            </a:extLst>
          </p:cNvPr>
          <p:cNvSpPr txBox="1"/>
          <p:nvPr/>
        </p:nvSpPr>
        <p:spPr>
          <a:xfrm>
            <a:off x="6997700" y="1778000"/>
            <a:ext cx="204735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1634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sports, 2/15/22</a:t>
            </a:r>
          </a:p>
        </p:txBody>
      </p: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BEDD1666-0DF1-1644-8B3C-E55E2557B728}"/>
              </a:ext>
            </a:extLst>
          </p:cNvPr>
          <p:cNvGrpSpPr/>
          <p:nvPr/>
        </p:nvGrpSpPr>
        <p:grpSpPr>
          <a:xfrm>
            <a:off x="9182100" y="4902200"/>
            <a:ext cx="711200" cy="1016000"/>
            <a:chOff x="1282700" y="2006600"/>
            <a:chExt cx="2603500" cy="3263900"/>
          </a:xfrm>
        </p:grpSpPr>
        <p:sp>
          <p:nvSpPr>
            <p:cNvPr id="149" name="Rounded Rectangle 148">
              <a:extLst>
                <a:ext uri="{FF2B5EF4-FFF2-40B4-BE49-F238E27FC236}">
                  <a16:creationId xmlns:a16="http://schemas.microsoft.com/office/drawing/2014/main" id="{D02791EC-9307-2A4B-9CC8-D2CCC50BC3C0}"/>
                </a:ext>
              </a:extLst>
            </p:cNvPr>
            <p:cNvSpPr/>
            <p:nvPr/>
          </p:nvSpPr>
          <p:spPr>
            <a:xfrm>
              <a:off x="1282700" y="2755900"/>
              <a:ext cx="2603500" cy="2514600"/>
            </a:xfrm>
            <a:prstGeom prst="round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0" name="Rounded Rectangle 149">
              <a:extLst>
                <a:ext uri="{FF2B5EF4-FFF2-40B4-BE49-F238E27FC236}">
                  <a16:creationId xmlns:a16="http://schemas.microsoft.com/office/drawing/2014/main" id="{1053ED46-9860-D146-B0AD-5B077993BB88}"/>
                </a:ext>
              </a:extLst>
            </p:cNvPr>
            <p:cNvSpPr/>
            <p:nvPr/>
          </p:nvSpPr>
          <p:spPr>
            <a:xfrm>
              <a:off x="1727200" y="2552700"/>
              <a:ext cx="1765300" cy="177800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1" name="Rounded Rectangle 150">
              <a:extLst>
                <a:ext uri="{FF2B5EF4-FFF2-40B4-BE49-F238E27FC236}">
                  <a16:creationId xmlns:a16="http://schemas.microsoft.com/office/drawing/2014/main" id="{2D06E11F-99A7-5240-B75B-7DD5647AAD3D}"/>
                </a:ext>
              </a:extLst>
            </p:cNvPr>
            <p:cNvSpPr/>
            <p:nvPr/>
          </p:nvSpPr>
          <p:spPr>
            <a:xfrm>
              <a:off x="1524000" y="2006600"/>
              <a:ext cx="2209800" cy="520700"/>
            </a:xfrm>
            <a:prstGeom prst="round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4" name="TextBox 133">
            <a:extLst>
              <a:ext uri="{FF2B5EF4-FFF2-40B4-BE49-F238E27FC236}">
                <a16:creationId xmlns:a16="http://schemas.microsoft.com/office/drawing/2014/main" id="{9DD11912-9F0C-4A48-865D-02E84CA7BE56}"/>
              </a:ext>
            </a:extLst>
          </p:cNvPr>
          <p:cNvSpPr txBox="1"/>
          <p:nvPr/>
        </p:nvSpPr>
        <p:spPr>
          <a:xfrm>
            <a:off x="4229100" y="5867400"/>
            <a:ext cx="163698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NY Times: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1634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3A0EC18F-F5A0-8D4C-B18A-FC1AADC91C63}"/>
              </a:ext>
            </a:extLst>
          </p:cNvPr>
          <p:cNvSpPr txBox="1"/>
          <p:nvPr/>
        </p:nvSpPr>
        <p:spPr>
          <a:xfrm>
            <a:off x="9226009" y="5181600"/>
            <a:ext cx="286488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7493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NY Times sports, 2/15/22</a:t>
            </a: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B147FEBB-BA88-3245-B4BC-E35B47ACD891}"/>
              </a:ext>
            </a:extLst>
          </p:cNvPr>
          <p:cNvSpPr txBox="1"/>
          <p:nvPr/>
        </p:nvSpPr>
        <p:spPr>
          <a:xfrm>
            <a:off x="4660900" y="6121400"/>
            <a:ext cx="108555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AdX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7493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20" name="Group 57">
            <a:extLst>
              <a:ext uri="{FF2B5EF4-FFF2-40B4-BE49-F238E27FC236}">
                <a16:creationId xmlns:a16="http://schemas.microsoft.com/office/drawing/2014/main" id="{80B9D75A-D707-8E43-938E-72AADC7EE81A}"/>
              </a:ext>
            </a:extLst>
          </p:cNvPr>
          <p:cNvGrpSpPr>
            <a:grpSpLocks/>
          </p:cNvGrpSpPr>
          <p:nvPr/>
        </p:nvGrpSpPr>
        <p:grpSpPr bwMode="auto">
          <a:xfrm>
            <a:off x="2478314" y="1935843"/>
            <a:ext cx="519313" cy="1096646"/>
            <a:chOff x="4140" y="429"/>
            <a:chExt cx="1425" cy="2396"/>
          </a:xfrm>
        </p:grpSpPr>
        <p:sp>
          <p:nvSpPr>
            <p:cNvPr id="121" name="Freeform 58">
              <a:extLst>
                <a:ext uri="{FF2B5EF4-FFF2-40B4-BE49-F238E27FC236}">
                  <a16:creationId xmlns:a16="http://schemas.microsoft.com/office/drawing/2014/main" id="{7CF0D145-247E-524F-80BB-FAB3C9AA2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24" name="Rectangle 59">
              <a:extLst>
                <a:ext uri="{FF2B5EF4-FFF2-40B4-BE49-F238E27FC236}">
                  <a16:creationId xmlns:a16="http://schemas.microsoft.com/office/drawing/2014/main" id="{B069F6D1-4A45-3B45-83E0-57ADBD28A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25" name="Freeform 60">
              <a:extLst>
                <a:ext uri="{FF2B5EF4-FFF2-40B4-BE49-F238E27FC236}">
                  <a16:creationId xmlns:a16="http://schemas.microsoft.com/office/drawing/2014/main" id="{00EF2C13-EA34-614D-8589-6AD24A510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26" name="Freeform 61">
              <a:extLst>
                <a:ext uri="{FF2B5EF4-FFF2-40B4-BE49-F238E27FC236}">
                  <a16:creationId xmlns:a16="http://schemas.microsoft.com/office/drawing/2014/main" id="{D8BEAA98-B184-5A41-899C-24A3499EF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27" name="Rectangle 62">
              <a:extLst>
                <a:ext uri="{FF2B5EF4-FFF2-40B4-BE49-F238E27FC236}">
                  <a16:creationId xmlns:a16="http://schemas.microsoft.com/office/drawing/2014/main" id="{A5091CCD-EAEC-3F45-8E3A-3EE1D4BCCB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grpSp>
          <p:nvGrpSpPr>
            <p:cNvPr id="128" name="Group 63">
              <a:extLst>
                <a:ext uri="{FF2B5EF4-FFF2-40B4-BE49-F238E27FC236}">
                  <a16:creationId xmlns:a16="http://schemas.microsoft.com/office/drawing/2014/main" id="{5807BF3F-C3A0-2E46-9ACB-8160305A85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83" name="AutoShape 64">
                <a:extLst>
                  <a:ext uri="{FF2B5EF4-FFF2-40B4-BE49-F238E27FC236}">
                    <a16:creationId xmlns:a16="http://schemas.microsoft.com/office/drawing/2014/main" id="{A7AECF6C-C86B-5C4F-A239-BF49C2E89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184" name="AutoShape 65">
                <a:extLst>
                  <a:ext uri="{FF2B5EF4-FFF2-40B4-BE49-F238E27FC236}">
                    <a16:creationId xmlns:a16="http://schemas.microsoft.com/office/drawing/2014/main" id="{F16A2EA0-90C8-114E-8082-17259C9482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0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29" name="Rectangle 66">
              <a:extLst>
                <a:ext uri="{FF2B5EF4-FFF2-40B4-BE49-F238E27FC236}">
                  <a16:creationId xmlns:a16="http://schemas.microsoft.com/office/drawing/2014/main" id="{3A8375E6-EC37-1243-97FB-FE0AF32090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8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grpSp>
          <p:nvGrpSpPr>
            <p:cNvPr id="131" name="Group 67">
              <a:extLst>
                <a:ext uri="{FF2B5EF4-FFF2-40B4-BE49-F238E27FC236}">
                  <a16:creationId xmlns:a16="http://schemas.microsoft.com/office/drawing/2014/main" id="{3ABEBD29-0886-204E-B875-6CE26C33D4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81" name="AutoShape 68">
                <a:extLst>
                  <a:ext uri="{FF2B5EF4-FFF2-40B4-BE49-F238E27FC236}">
                    <a16:creationId xmlns:a16="http://schemas.microsoft.com/office/drawing/2014/main" id="{49E137F3-A6CC-AE40-9B90-B02C6316B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6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182" name="AutoShape 69">
                <a:extLst>
                  <a:ext uri="{FF2B5EF4-FFF2-40B4-BE49-F238E27FC236}">
                    <a16:creationId xmlns:a16="http://schemas.microsoft.com/office/drawing/2014/main" id="{57B56BCC-B2FD-9048-9DD3-92A3AC501F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3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32" name="Rectangle 70">
              <a:extLst>
                <a:ext uri="{FF2B5EF4-FFF2-40B4-BE49-F238E27FC236}">
                  <a16:creationId xmlns:a16="http://schemas.microsoft.com/office/drawing/2014/main" id="{6B307B68-C234-DF47-81FF-A0D0C80F6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60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33" name="Rectangle 71">
              <a:extLst>
                <a:ext uri="{FF2B5EF4-FFF2-40B4-BE49-F238E27FC236}">
                  <a16:creationId xmlns:a16="http://schemas.microsoft.com/office/drawing/2014/main" id="{995FC4AA-8787-974F-8D33-03E16EC5A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grpSp>
          <p:nvGrpSpPr>
            <p:cNvPr id="137" name="Group 72">
              <a:extLst>
                <a:ext uri="{FF2B5EF4-FFF2-40B4-BE49-F238E27FC236}">
                  <a16:creationId xmlns:a16="http://schemas.microsoft.com/office/drawing/2014/main" id="{FA2AF6E2-6548-EF4F-B726-1227D161F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79" name="AutoShape 73">
                <a:extLst>
                  <a:ext uri="{FF2B5EF4-FFF2-40B4-BE49-F238E27FC236}">
                    <a16:creationId xmlns:a16="http://schemas.microsoft.com/office/drawing/2014/main" id="{A85BFF85-1162-694B-985B-D53B39D5D5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180" name="AutoShape 74">
                <a:extLst>
                  <a:ext uri="{FF2B5EF4-FFF2-40B4-BE49-F238E27FC236}">
                    <a16:creationId xmlns:a16="http://schemas.microsoft.com/office/drawing/2014/main" id="{EFC82C29-79A9-B644-916D-7FC0EF5202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38" name="Freeform 75">
              <a:extLst>
                <a:ext uri="{FF2B5EF4-FFF2-40B4-BE49-F238E27FC236}">
                  <a16:creationId xmlns:a16="http://schemas.microsoft.com/office/drawing/2014/main" id="{7EC9C461-F150-1240-8D76-558B6B4F6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grpSp>
          <p:nvGrpSpPr>
            <p:cNvPr id="155" name="Group 76">
              <a:extLst>
                <a:ext uri="{FF2B5EF4-FFF2-40B4-BE49-F238E27FC236}">
                  <a16:creationId xmlns:a16="http://schemas.microsoft.com/office/drawing/2014/main" id="{9299AE05-29C3-2844-B1C6-633C7CFFF1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76" name="AutoShape 77">
                <a:extLst>
                  <a:ext uri="{FF2B5EF4-FFF2-40B4-BE49-F238E27FC236}">
                    <a16:creationId xmlns:a16="http://schemas.microsoft.com/office/drawing/2014/main" id="{06802116-4260-EF43-8FD8-6944FEDDF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178" name="AutoShape 78">
                <a:extLst>
                  <a:ext uri="{FF2B5EF4-FFF2-40B4-BE49-F238E27FC236}">
                    <a16:creationId xmlns:a16="http://schemas.microsoft.com/office/drawing/2014/main" id="{FD196FB8-2008-F14B-94FF-2664A9A9D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2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56" name="Rectangle 79">
              <a:extLst>
                <a:ext uri="{FF2B5EF4-FFF2-40B4-BE49-F238E27FC236}">
                  <a16:creationId xmlns:a16="http://schemas.microsoft.com/office/drawing/2014/main" id="{8D1AEBDE-093D-AB41-9F4B-6395A4767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57" name="Freeform 80">
              <a:extLst>
                <a:ext uri="{FF2B5EF4-FFF2-40B4-BE49-F238E27FC236}">
                  <a16:creationId xmlns:a16="http://schemas.microsoft.com/office/drawing/2014/main" id="{E3E9A300-9CB6-5642-9423-B3CE2A84C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64" name="Freeform 81">
              <a:extLst>
                <a:ext uri="{FF2B5EF4-FFF2-40B4-BE49-F238E27FC236}">
                  <a16:creationId xmlns:a16="http://schemas.microsoft.com/office/drawing/2014/main" id="{61E95673-E276-B54E-8951-E28938049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65" name="Oval 82">
              <a:extLst>
                <a:ext uri="{FF2B5EF4-FFF2-40B4-BE49-F238E27FC236}">
                  <a16:creationId xmlns:a16="http://schemas.microsoft.com/office/drawing/2014/main" id="{9B9B3D7E-A0A9-8C43-A374-55DA4D19F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09"/>
              <a:ext cx="47" cy="10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66" name="Freeform 83">
              <a:extLst>
                <a:ext uri="{FF2B5EF4-FFF2-40B4-BE49-F238E27FC236}">
                  <a16:creationId xmlns:a16="http://schemas.microsoft.com/office/drawing/2014/main" id="{E4ABD20F-89C5-8C46-BFE6-5CA778E27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67" name="AutoShape 84">
              <a:extLst>
                <a:ext uri="{FF2B5EF4-FFF2-40B4-BE49-F238E27FC236}">
                  <a16:creationId xmlns:a16="http://schemas.microsoft.com/office/drawing/2014/main" id="{ADAAC857-3F17-1A4D-BBD3-254BC3957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68" name="AutoShape 85">
              <a:extLst>
                <a:ext uri="{FF2B5EF4-FFF2-40B4-BE49-F238E27FC236}">
                  <a16:creationId xmlns:a16="http://schemas.microsoft.com/office/drawing/2014/main" id="{B0B35955-7679-1946-9BAF-3CF60ECC5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09"/>
              <a:ext cx="1069" cy="8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69" name="Oval 86">
              <a:extLst>
                <a:ext uri="{FF2B5EF4-FFF2-40B4-BE49-F238E27FC236}">
                  <a16:creationId xmlns:a16="http://schemas.microsoft.com/office/drawing/2014/main" id="{B0EDAF1F-8C77-A745-BA6A-8E3D60BB4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2"/>
              <a:ext cx="157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70" name="Oval 87">
              <a:extLst>
                <a:ext uri="{FF2B5EF4-FFF2-40B4-BE49-F238E27FC236}">
                  <a16:creationId xmlns:a16="http://schemas.microsoft.com/office/drawing/2014/main" id="{6B44C974-5992-7741-85AD-5B948203A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2"/>
              <a:ext cx="162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71" name="Oval 88">
              <a:extLst>
                <a:ext uri="{FF2B5EF4-FFF2-40B4-BE49-F238E27FC236}">
                  <a16:creationId xmlns:a16="http://schemas.microsoft.com/office/drawing/2014/main" id="{427659D8-BEE1-CA4D-A8D9-708F2BB9D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2"/>
              <a:ext cx="157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  <p:sp>
          <p:nvSpPr>
            <p:cNvPr id="174" name="Rectangle 89">
              <a:extLst>
                <a:ext uri="{FF2B5EF4-FFF2-40B4-BE49-F238E27FC236}">
                  <a16:creationId xmlns:a16="http://schemas.microsoft.com/office/drawing/2014/main" id="{BA908D21-224A-454D-AE40-AACCE66AF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endParaRPr>
            </a:p>
          </p:txBody>
        </p:sp>
      </p:grpSp>
      <p:sp>
        <p:nvSpPr>
          <p:cNvPr id="185" name="TextBox 184">
            <a:extLst>
              <a:ext uri="{FF2B5EF4-FFF2-40B4-BE49-F238E27FC236}">
                <a16:creationId xmlns:a16="http://schemas.microsoft.com/office/drawing/2014/main" id="{E9C38943-9B5B-C74A-9AF5-967FC5643352}"/>
              </a:ext>
            </a:extLst>
          </p:cNvPr>
          <p:cNvSpPr txBox="1"/>
          <p:nvPr/>
        </p:nvSpPr>
        <p:spPr>
          <a:xfrm>
            <a:off x="1482271" y="2995386"/>
            <a:ext cx="142814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socks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.com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3A3EDD2B-FC70-7C4A-89B5-9183AE973DC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41300" y="1492250"/>
            <a:ext cx="2197100" cy="1572924"/>
          </a:xfrm>
          <a:prstGeom prst="rect">
            <a:avLst/>
          </a:prstGeom>
        </p:spPr>
      </p:pic>
      <p:grpSp>
        <p:nvGrpSpPr>
          <p:cNvPr id="205" name="Group 204">
            <a:extLst>
              <a:ext uri="{FF2B5EF4-FFF2-40B4-BE49-F238E27FC236}">
                <a16:creationId xmlns:a16="http://schemas.microsoft.com/office/drawing/2014/main" id="{154A1081-6C53-E145-BDD1-3FA5A22FACF9}"/>
              </a:ext>
            </a:extLst>
          </p:cNvPr>
          <p:cNvGrpSpPr/>
          <p:nvPr/>
        </p:nvGrpSpPr>
        <p:grpSpPr>
          <a:xfrm>
            <a:off x="4978400" y="4381500"/>
            <a:ext cx="3289300" cy="877332"/>
            <a:chOff x="5308600" y="4406900"/>
            <a:chExt cx="3289300" cy="877332"/>
          </a:xfrm>
        </p:grpSpPr>
        <p:grpSp>
          <p:nvGrpSpPr>
            <p:cNvPr id="206" name="Group 205">
              <a:extLst>
                <a:ext uri="{FF2B5EF4-FFF2-40B4-BE49-F238E27FC236}">
                  <a16:creationId xmlns:a16="http://schemas.microsoft.com/office/drawing/2014/main" id="{6E0A9E9E-A06F-CB45-B0B3-17C467D78C53}"/>
                </a:ext>
              </a:extLst>
            </p:cNvPr>
            <p:cNvGrpSpPr/>
            <p:nvPr/>
          </p:nvGrpSpPr>
          <p:grpSpPr>
            <a:xfrm>
              <a:off x="6261100" y="4914900"/>
              <a:ext cx="1854200" cy="369332"/>
              <a:chOff x="3721100" y="3429000"/>
              <a:chExt cx="1854200" cy="369332"/>
            </a:xfrm>
          </p:grpSpPr>
          <p:cxnSp>
            <p:nvCxnSpPr>
              <p:cNvPr id="210" name="Straight Arrow Connector 209">
                <a:extLst>
                  <a:ext uri="{FF2B5EF4-FFF2-40B4-BE49-F238E27FC236}">
                    <a16:creationId xmlns:a16="http://schemas.microsoft.com/office/drawing/2014/main" id="{3F23167E-A119-EC4E-B146-6F516A8086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21100" y="3594100"/>
                <a:ext cx="1854200" cy="0"/>
              </a:xfrm>
              <a:prstGeom prst="straightConnector1">
                <a:avLst/>
              </a:prstGeom>
              <a:ln w="25400">
                <a:solidFill>
                  <a:srgbClr val="0E01A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C4353B75-74F1-0C48-B057-0887FAA78A74}"/>
                  </a:ext>
                </a:extLst>
              </p:cNvPr>
              <p:cNvSpPr/>
              <p:nvPr/>
            </p:nvSpPr>
            <p:spPr>
              <a:xfrm>
                <a:off x="4673600" y="3441700"/>
                <a:ext cx="342900" cy="342900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0E01A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2" name="TextBox 211">
                <a:extLst>
                  <a:ext uri="{FF2B5EF4-FFF2-40B4-BE49-F238E27FC236}">
                    <a16:creationId xmlns:a16="http://schemas.microsoft.com/office/drawing/2014/main" id="{7D88345D-2B6C-F447-AAFA-9A1065757E2F}"/>
                  </a:ext>
                </a:extLst>
              </p:cNvPr>
              <p:cNvSpPr txBox="1"/>
              <p:nvPr/>
            </p:nvSpPr>
            <p:spPr>
              <a:xfrm>
                <a:off x="4686300" y="342900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4</a:t>
                </a:r>
              </a:p>
            </p:txBody>
          </p:sp>
        </p:grpSp>
        <p:grpSp>
          <p:nvGrpSpPr>
            <p:cNvPr id="207" name="Group 206">
              <a:extLst>
                <a:ext uri="{FF2B5EF4-FFF2-40B4-BE49-F238E27FC236}">
                  <a16:creationId xmlns:a16="http://schemas.microsoft.com/office/drawing/2014/main" id="{FD4BFC66-485F-2147-A211-2CAC1D00C204}"/>
                </a:ext>
              </a:extLst>
            </p:cNvPr>
            <p:cNvGrpSpPr/>
            <p:nvPr/>
          </p:nvGrpSpPr>
          <p:grpSpPr>
            <a:xfrm>
              <a:off x="5308600" y="4406900"/>
              <a:ext cx="3289300" cy="548046"/>
              <a:chOff x="6146800" y="3048000"/>
              <a:chExt cx="3289300" cy="548046"/>
            </a:xfrm>
          </p:grpSpPr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6D133E31-40C7-874C-B037-5CF94EEA15C1}"/>
                  </a:ext>
                </a:extLst>
              </p:cNvPr>
              <p:cNvSpPr txBox="1"/>
              <p:nvPr/>
            </p:nvSpPr>
            <p:spPr>
              <a:xfrm>
                <a:off x="6146800" y="3048000"/>
                <a:ext cx="1473200" cy="3194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HTTP GET</a:t>
                </a:r>
              </a:p>
            </p:txBody>
          </p:sp>
          <p:sp>
            <p:nvSpPr>
              <p:cNvPr id="209" name="TextBox 208">
                <a:extLst>
                  <a:ext uri="{FF2B5EF4-FFF2-40B4-BE49-F238E27FC236}">
                    <a16:creationId xmlns:a16="http://schemas.microsoft.com/office/drawing/2014/main" id="{CCBB6DD5-8489-9846-AEE8-A4EFC46C4CF0}"/>
                  </a:ext>
                </a:extLst>
              </p:cNvPr>
              <p:cNvSpPr txBox="1"/>
              <p:nvPr/>
            </p:nvSpPr>
            <p:spPr>
              <a:xfrm>
                <a:off x="6273800" y="3276600"/>
                <a:ext cx="3162300" cy="3194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Referer:nytimes.com</a:t>
                </a: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, cookie: </a:t>
                </a: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7030A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7493</a:t>
                </a:r>
              </a:p>
            </p:txBody>
          </p:sp>
        </p:grp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52A26446-4AA7-B74D-AACE-7134BEC552EB}"/>
              </a:ext>
            </a:extLst>
          </p:cNvPr>
          <p:cNvGrpSpPr/>
          <p:nvPr/>
        </p:nvGrpSpPr>
        <p:grpSpPr>
          <a:xfrm>
            <a:off x="5626100" y="5346700"/>
            <a:ext cx="2641600" cy="865546"/>
            <a:chOff x="6007100" y="5308600"/>
            <a:chExt cx="2641600" cy="865546"/>
          </a:xfrm>
        </p:grpSpPr>
        <p:grpSp>
          <p:nvGrpSpPr>
            <p:cNvPr id="214" name="Group 213">
              <a:extLst>
                <a:ext uri="{FF2B5EF4-FFF2-40B4-BE49-F238E27FC236}">
                  <a16:creationId xmlns:a16="http://schemas.microsoft.com/office/drawing/2014/main" id="{29498B2A-276E-DC44-BBE4-90FD27C63891}"/>
                </a:ext>
              </a:extLst>
            </p:cNvPr>
            <p:cNvGrpSpPr/>
            <p:nvPr/>
          </p:nvGrpSpPr>
          <p:grpSpPr>
            <a:xfrm>
              <a:off x="6273800" y="5308600"/>
              <a:ext cx="1841500" cy="369332"/>
              <a:chOff x="3721100" y="3429000"/>
              <a:chExt cx="1841500" cy="369332"/>
            </a:xfrm>
          </p:grpSpPr>
          <p:cxnSp>
            <p:nvCxnSpPr>
              <p:cNvPr id="218" name="Straight Arrow Connector 217">
                <a:extLst>
                  <a:ext uri="{FF2B5EF4-FFF2-40B4-BE49-F238E27FC236}">
                    <a16:creationId xmlns:a16="http://schemas.microsoft.com/office/drawing/2014/main" id="{AEE3B8A3-63AD-A948-AAE1-A57FF9C587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21100" y="3594100"/>
                <a:ext cx="1841500" cy="0"/>
              </a:xfrm>
              <a:prstGeom prst="straightConnector1">
                <a:avLst/>
              </a:prstGeom>
              <a:ln w="25400">
                <a:solidFill>
                  <a:srgbClr val="0E01A0"/>
                </a:solidFill>
                <a:headEnd type="triangle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9" name="Oval 218">
                <a:extLst>
                  <a:ext uri="{FF2B5EF4-FFF2-40B4-BE49-F238E27FC236}">
                    <a16:creationId xmlns:a16="http://schemas.microsoft.com/office/drawing/2014/main" id="{4E74045F-FC9E-C748-9CF5-2D715A8ECF5F}"/>
                  </a:ext>
                </a:extLst>
              </p:cNvPr>
              <p:cNvSpPr/>
              <p:nvPr/>
            </p:nvSpPr>
            <p:spPr>
              <a:xfrm>
                <a:off x="4673600" y="3441700"/>
                <a:ext cx="342900" cy="342900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0E01A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0" name="TextBox 219">
                <a:extLst>
                  <a:ext uri="{FF2B5EF4-FFF2-40B4-BE49-F238E27FC236}">
                    <a16:creationId xmlns:a16="http://schemas.microsoft.com/office/drawing/2014/main" id="{DB50E822-27A5-7D49-BF52-0C0C70B85C66}"/>
                  </a:ext>
                </a:extLst>
              </p:cNvPr>
              <p:cNvSpPr txBox="1"/>
              <p:nvPr/>
            </p:nvSpPr>
            <p:spPr>
              <a:xfrm>
                <a:off x="4686300" y="3429000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5</a:t>
                </a:r>
              </a:p>
            </p:txBody>
          </p:sp>
        </p:grpSp>
        <p:grpSp>
          <p:nvGrpSpPr>
            <p:cNvPr id="215" name="Group 214">
              <a:extLst>
                <a:ext uri="{FF2B5EF4-FFF2-40B4-BE49-F238E27FC236}">
                  <a16:creationId xmlns:a16="http://schemas.microsoft.com/office/drawing/2014/main" id="{004A4CDB-638B-244C-BB86-A5BEFC684334}"/>
                </a:ext>
              </a:extLst>
            </p:cNvPr>
            <p:cNvGrpSpPr/>
            <p:nvPr/>
          </p:nvGrpSpPr>
          <p:grpSpPr>
            <a:xfrm>
              <a:off x="6007100" y="5600700"/>
              <a:ext cx="2641600" cy="573446"/>
              <a:chOff x="6654800" y="3187700"/>
              <a:chExt cx="2641600" cy="573446"/>
            </a:xfrm>
          </p:grpSpPr>
          <p:sp>
            <p:nvSpPr>
              <p:cNvPr id="216" name="TextBox 215">
                <a:extLst>
                  <a:ext uri="{FF2B5EF4-FFF2-40B4-BE49-F238E27FC236}">
                    <a16:creationId xmlns:a16="http://schemas.microsoft.com/office/drawing/2014/main" id="{D4ADF513-A7C3-0143-9B0C-2D1C1BD238A3}"/>
                  </a:ext>
                </a:extLst>
              </p:cNvPr>
              <p:cNvSpPr txBox="1"/>
              <p:nvPr/>
            </p:nvSpPr>
            <p:spPr>
              <a:xfrm>
                <a:off x="6654800" y="3187700"/>
                <a:ext cx="1473200" cy="3194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HTTP reply</a:t>
                </a:r>
              </a:p>
            </p:txBody>
          </p:sp>
          <p:sp>
            <p:nvSpPr>
              <p:cNvPr id="217" name="TextBox 216">
                <a:extLst>
                  <a:ext uri="{FF2B5EF4-FFF2-40B4-BE49-F238E27FC236}">
                    <a16:creationId xmlns:a16="http://schemas.microsoft.com/office/drawing/2014/main" id="{4A2FC18F-0291-6D46-A3C7-EB72BDA4044F}"/>
                  </a:ext>
                </a:extLst>
              </p:cNvPr>
              <p:cNvSpPr txBox="1"/>
              <p:nvPr/>
            </p:nvSpPr>
            <p:spPr>
              <a:xfrm>
                <a:off x="6781800" y="3441700"/>
                <a:ext cx="2514600" cy="3194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Set cookie: </a:t>
                </a: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7030A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7493</a:t>
                </a:r>
              </a:p>
            </p:txBody>
          </p:sp>
        </p:grpSp>
      </p:grpSp>
      <p:sp>
        <p:nvSpPr>
          <p:cNvPr id="221" name="TextBox 220">
            <a:extLst>
              <a:ext uri="{FF2B5EF4-FFF2-40B4-BE49-F238E27FC236}">
                <a16:creationId xmlns:a16="http://schemas.microsoft.com/office/drawing/2014/main" id="{DE7219FE-2D26-9D42-AE4E-0D7F7B3AF5E9}"/>
              </a:ext>
            </a:extLst>
          </p:cNvPr>
          <p:cNvSpPr txBox="1"/>
          <p:nvPr/>
        </p:nvSpPr>
        <p:spPr>
          <a:xfrm>
            <a:off x="9238709" y="5397500"/>
            <a:ext cx="238514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7493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socks.com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2/16/22</a:t>
            </a: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87817062-774D-454B-8E37-CAF7A9BA9A3F}"/>
              </a:ext>
            </a:extLst>
          </p:cNvPr>
          <p:cNvSpPr/>
          <p:nvPr/>
        </p:nvSpPr>
        <p:spPr>
          <a:xfrm>
            <a:off x="152400" y="1257300"/>
            <a:ext cx="3035300" cy="2273300"/>
          </a:xfrm>
          <a:prstGeom prst="rect">
            <a:avLst/>
          </a:prstGeom>
          <a:solidFill>
            <a:schemeClr val="bg1">
              <a:alpha val="67086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2273E8AE-1256-8543-903F-14016A3284D0}"/>
              </a:ext>
            </a:extLst>
          </p:cNvPr>
          <p:cNvSpPr/>
          <p:nvPr/>
        </p:nvSpPr>
        <p:spPr>
          <a:xfrm>
            <a:off x="5041900" y="1663700"/>
            <a:ext cx="1676400" cy="8255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CCC1C141-45F3-B748-A65C-DC6615D1E4E2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168900" y="1705046"/>
            <a:ext cx="1447800" cy="777076"/>
          </a:xfrm>
          <a:prstGeom prst="rect">
            <a:avLst/>
          </a:prstGeom>
        </p:spPr>
      </p:pic>
      <p:grpSp>
        <p:nvGrpSpPr>
          <p:cNvPr id="50" name="Group 49">
            <a:extLst>
              <a:ext uri="{FF2B5EF4-FFF2-40B4-BE49-F238E27FC236}">
                <a16:creationId xmlns:a16="http://schemas.microsoft.com/office/drawing/2014/main" id="{4EFDBB5A-1D49-7740-BFA3-76D3B419C8FA}"/>
              </a:ext>
            </a:extLst>
          </p:cNvPr>
          <p:cNvGrpSpPr/>
          <p:nvPr/>
        </p:nvGrpSpPr>
        <p:grpSpPr>
          <a:xfrm>
            <a:off x="2946400" y="2946400"/>
            <a:ext cx="3797300" cy="1333500"/>
            <a:chOff x="2946400" y="2946400"/>
            <a:chExt cx="3797300" cy="1333500"/>
          </a:xfrm>
        </p:grpSpPr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EA8EEB57-D796-A44F-AABC-98D2692E45FA}"/>
                </a:ext>
              </a:extLst>
            </p:cNvPr>
            <p:cNvSpPr txBox="1"/>
            <p:nvPr/>
          </p:nvSpPr>
          <p:spPr>
            <a:xfrm>
              <a:off x="2946400" y="3733800"/>
              <a:ext cx="1866900" cy="31944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cookie: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1634</a:t>
              </a:r>
            </a:p>
          </p:txBody>
        </p: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67F4D187-FD30-4243-9DC3-FEED945AA79A}"/>
                </a:ext>
              </a:extLst>
            </p:cNvPr>
            <p:cNvGrpSpPr/>
            <p:nvPr/>
          </p:nvGrpSpPr>
          <p:grpSpPr>
            <a:xfrm>
              <a:off x="3771900" y="2946400"/>
              <a:ext cx="2971800" cy="1333500"/>
              <a:chOff x="3771900" y="2946400"/>
              <a:chExt cx="2971800" cy="1333500"/>
            </a:xfrm>
          </p:grpSpPr>
          <p:cxnSp>
            <p:nvCxnSpPr>
              <p:cNvPr id="172" name="Straight Arrow Connector 171">
                <a:extLst>
                  <a:ext uri="{FF2B5EF4-FFF2-40B4-BE49-F238E27FC236}">
                    <a16:creationId xmlns:a16="http://schemas.microsoft.com/office/drawing/2014/main" id="{B1744345-32CD-D945-8799-A1B7A26C0F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18100" y="2971800"/>
                <a:ext cx="0" cy="1308100"/>
              </a:xfrm>
              <a:prstGeom prst="straightConnector1">
                <a:avLst/>
              </a:prstGeom>
              <a:ln w="25400">
                <a:solidFill>
                  <a:srgbClr val="0E01A0"/>
                </a:solidFill>
                <a:headEnd type="triangle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TextBox 174">
                <a:extLst>
                  <a:ext uri="{FF2B5EF4-FFF2-40B4-BE49-F238E27FC236}">
                    <a16:creationId xmlns:a16="http://schemas.microsoft.com/office/drawing/2014/main" id="{555889BE-7365-4243-803E-53D3F804C2DC}"/>
                  </a:ext>
                </a:extLst>
              </p:cNvPr>
              <p:cNvSpPr txBox="1"/>
              <p:nvPr/>
            </p:nvSpPr>
            <p:spPr>
              <a:xfrm>
                <a:off x="5105400" y="3302000"/>
                <a:ext cx="736600" cy="5410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HTTP reply</a:t>
                </a:r>
              </a:p>
            </p:txBody>
          </p:sp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CEF64886-9C2F-0540-8430-13E580BAFE5B}"/>
                  </a:ext>
                </a:extLst>
              </p:cNvPr>
              <p:cNvGrpSpPr/>
              <p:nvPr/>
            </p:nvGrpSpPr>
            <p:grpSpPr>
              <a:xfrm>
                <a:off x="3771900" y="2946400"/>
                <a:ext cx="1473200" cy="1308100"/>
                <a:chOff x="3771900" y="2946400"/>
                <a:chExt cx="1473200" cy="1308100"/>
              </a:xfrm>
            </p:grpSpPr>
            <p:cxnSp>
              <p:nvCxnSpPr>
                <p:cNvPr id="188" name="Straight Arrow Connector 187">
                  <a:extLst>
                    <a:ext uri="{FF2B5EF4-FFF2-40B4-BE49-F238E27FC236}">
                      <a16:creationId xmlns:a16="http://schemas.microsoft.com/office/drawing/2014/main" id="{1584FBF9-445E-9940-944C-DEF9B15F5A9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851400" y="2946400"/>
                  <a:ext cx="0" cy="1308100"/>
                </a:xfrm>
                <a:prstGeom prst="straightConnector1">
                  <a:avLst/>
                </a:prstGeom>
                <a:ln w="25400">
                  <a:solidFill>
                    <a:srgbClr val="0E01A0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9" name="TextBox 188">
                  <a:extLst>
                    <a:ext uri="{FF2B5EF4-FFF2-40B4-BE49-F238E27FC236}">
                      <a16:creationId xmlns:a16="http://schemas.microsoft.com/office/drawing/2014/main" id="{A200226F-2290-A54B-916F-CB43D1EF79D6}"/>
                    </a:ext>
                  </a:extLst>
                </p:cNvPr>
                <p:cNvSpPr txBox="1"/>
                <p:nvPr/>
              </p:nvSpPr>
              <p:spPr>
                <a:xfrm>
                  <a:off x="3771900" y="3276600"/>
                  <a:ext cx="1473200" cy="54104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8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HTTP 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8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GET</a:t>
                  </a:r>
                </a:p>
              </p:txBody>
            </p:sp>
          </p:grpSp>
          <p:sp>
            <p:nvSpPr>
              <p:cNvPr id="190" name="TextBox 189">
                <a:extLst>
                  <a:ext uri="{FF2B5EF4-FFF2-40B4-BE49-F238E27FC236}">
                    <a16:creationId xmlns:a16="http://schemas.microsoft.com/office/drawing/2014/main" id="{953EEF58-8AF1-E74B-834B-1AE029DD3520}"/>
                  </a:ext>
                </a:extLst>
              </p:cNvPr>
              <p:cNvSpPr txBox="1"/>
              <p:nvPr/>
            </p:nvSpPr>
            <p:spPr>
              <a:xfrm>
                <a:off x="4876800" y="3746500"/>
                <a:ext cx="1866900" cy="3194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Set cookie: </a:t>
                </a: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1634</a:t>
                </a:r>
              </a:p>
            </p:txBody>
          </p:sp>
        </p:grpSp>
      </p:grpSp>
      <p:sp>
        <p:nvSpPr>
          <p:cNvPr id="191" name="TextBox 190">
            <a:extLst>
              <a:ext uri="{FF2B5EF4-FFF2-40B4-BE49-F238E27FC236}">
                <a16:creationId xmlns:a16="http://schemas.microsoft.com/office/drawing/2014/main" id="{2DA4981F-F39B-3A49-A46E-25D2EC80F748}"/>
              </a:ext>
            </a:extLst>
          </p:cNvPr>
          <p:cNvSpPr txBox="1"/>
          <p:nvPr/>
        </p:nvSpPr>
        <p:spPr>
          <a:xfrm>
            <a:off x="7010400" y="2019300"/>
            <a:ext cx="184858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1634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arts, 2/17/22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3E2282F4-4356-234C-94F2-286B1CE1E2A1}"/>
              </a:ext>
            </a:extLst>
          </p:cNvPr>
          <p:cNvSpPr txBox="1"/>
          <p:nvPr/>
        </p:nvSpPr>
        <p:spPr>
          <a:xfrm>
            <a:off x="9251409" y="5626100"/>
            <a:ext cx="266611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7493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NY Times arts, 2/15/22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3AC850B-40A2-CC4E-92FB-CE11DA696EF3}"/>
              </a:ext>
            </a:extLst>
          </p:cNvPr>
          <p:cNvSpPr txBox="1"/>
          <p:nvPr/>
        </p:nvSpPr>
        <p:spPr>
          <a:xfrm>
            <a:off x="5753100" y="6108700"/>
            <a:ext cx="226959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Returned ad for socks!</a:t>
            </a:r>
          </a:p>
        </p:txBody>
      </p:sp>
    </p:spTree>
    <p:extLst>
      <p:ext uri="{BB962C8B-B14F-4D97-AF65-F5344CB8AC3E}">
        <p14:creationId xmlns:p14="http://schemas.microsoft.com/office/powerpoint/2010/main" val="39510127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0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1" grpId="0"/>
      <p:bldP spid="222" grpId="0"/>
      <p:bldP spid="20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6B051B04-ACBF-DB44-80A7-0D40AAB4EC53}"/>
              </a:ext>
            </a:extLst>
          </p:cNvPr>
          <p:cNvSpPr txBox="1"/>
          <p:nvPr/>
        </p:nvSpPr>
        <p:spPr>
          <a:xfrm>
            <a:off x="360491" y="261258"/>
            <a:ext cx="10790133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0" normalizeH="0" baseline="0" noProof="0" dirty="0">
                <a:ln>
                  <a:noFill/>
                </a:ln>
                <a:solidFill>
                  <a:srgbClr val="0E01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Cookies: </a:t>
            </a:r>
            <a:r>
              <a:rPr kumimoji="0" lang="en-US" sz="4400" b="0" i="0" u="none" strike="noStrike" kern="1200" cap="none" spc="0" normalizeH="0" baseline="0" noProof="0" dirty="0">
                <a:ln>
                  <a:noFill/>
                </a:ln>
                <a:solidFill>
                  <a:srgbClr val="0E01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tracking a user’s browsing behavior</a:t>
            </a:r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B44877E6-0E15-2840-BF4C-1558F629F02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13541" y="1386556"/>
            <a:ext cx="10515600" cy="5071394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3200" dirty="0"/>
              <a:t>Cookies can be used to: </a:t>
            </a:r>
          </a:p>
          <a:p>
            <a:pPr marL="463550" indent="-227013">
              <a:buClr>
                <a:srgbClr val="0A14A3"/>
              </a:buClr>
              <a:buFont typeface="Wingdings" pitchFamily="2" charset="2"/>
              <a:buChar char="§"/>
            </a:pPr>
            <a:r>
              <a:rPr lang="en-US" dirty="0"/>
              <a:t>track user behavior on a given website (</a:t>
            </a:r>
            <a:r>
              <a:rPr lang="en-US" dirty="0">
                <a:solidFill>
                  <a:srgbClr val="C00000"/>
                </a:solidFill>
              </a:rPr>
              <a:t>first party cookies</a:t>
            </a:r>
            <a:r>
              <a:rPr lang="en-US" dirty="0"/>
              <a:t>)</a:t>
            </a:r>
          </a:p>
          <a:p>
            <a:pPr marL="463550" indent="-227013">
              <a:buClr>
                <a:srgbClr val="0A14A3"/>
              </a:buClr>
              <a:buFont typeface="Wingdings" pitchFamily="2" charset="2"/>
              <a:buChar char="§"/>
            </a:pPr>
            <a:r>
              <a:rPr lang="en-US" dirty="0"/>
              <a:t>track user behavior across multiple websites (</a:t>
            </a:r>
            <a:r>
              <a:rPr lang="en-US" dirty="0">
                <a:solidFill>
                  <a:srgbClr val="C00000"/>
                </a:solidFill>
              </a:rPr>
              <a:t>third party cookies</a:t>
            </a:r>
            <a:r>
              <a:rPr lang="en-US" dirty="0"/>
              <a:t>) without user ever choosing to visit tracker site (!)</a:t>
            </a:r>
          </a:p>
          <a:p>
            <a:pPr marL="463550" indent="-227013">
              <a:buClr>
                <a:srgbClr val="0A14A3"/>
              </a:buClr>
              <a:buFont typeface="Wingdings" pitchFamily="2" charset="2"/>
              <a:buChar char="§"/>
            </a:pPr>
            <a:r>
              <a:rPr lang="en-US" dirty="0"/>
              <a:t>tracking may be </a:t>
            </a:r>
            <a:r>
              <a:rPr lang="en-US" i="1" dirty="0">
                <a:solidFill>
                  <a:srgbClr val="C00000"/>
                </a:solidFill>
              </a:rPr>
              <a:t>invisible</a:t>
            </a:r>
            <a:r>
              <a:rPr lang="en-US" dirty="0"/>
              <a:t> to user:</a:t>
            </a:r>
          </a:p>
          <a:p>
            <a:pPr marL="860425" lvl="1" indent="-168275">
              <a:buClr>
                <a:srgbClr val="0A14A3"/>
              </a:buClr>
            </a:pPr>
            <a:r>
              <a:rPr lang="en-US" dirty="0"/>
              <a:t>rather than displayed ad triggering HTTP GET to tracker, could be an invisible link</a:t>
            </a:r>
          </a:p>
          <a:p>
            <a:pPr marL="920750" lvl="1" indent="-227013">
              <a:buClr>
                <a:srgbClr val="0A14A3"/>
              </a:buClr>
              <a:buFont typeface="Wingdings" pitchFamily="2" charset="2"/>
              <a:buChar char="§"/>
            </a:pPr>
            <a:endParaRPr lang="en-US" dirty="0"/>
          </a:p>
          <a:p>
            <a:pPr marL="236537" indent="0">
              <a:buClr>
                <a:srgbClr val="0A14A3"/>
              </a:buClr>
              <a:buNone/>
            </a:pPr>
            <a:r>
              <a:rPr lang="en-US" dirty="0"/>
              <a:t>third party tracking via cookies:</a:t>
            </a:r>
          </a:p>
          <a:p>
            <a:pPr marL="692150" indent="-341313">
              <a:buClr>
                <a:srgbClr val="0A14A3"/>
              </a:buClr>
            </a:pPr>
            <a:r>
              <a:rPr lang="en-US" dirty="0"/>
              <a:t>Allow or disable in browsers, check the settings of Chrome, Firefox, Safari browsers</a:t>
            </a:r>
          </a:p>
        </p:txBody>
      </p:sp>
    </p:spTree>
    <p:extLst>
      <p:ext uri="{BB962C8B-B14F-4D97-AF65-F5344CB8AC3E}">
        <p14:creationId xmlns:p14="http://schemas.microsoft.com/office/powerpoint/2010/main" val="41158198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Web caches</a:t>
            </a:r>
            <a:endParaRPr lang="en-US" sz="4400" dirty="0"/>
          </a:p>
        </p:txBody>
      </p:sp>
      <p:grpSp>
        <p:nvGrpSpPr>
          <p:cNvPr id="8" name="Group 171">
            <a:extLst>
              <a:ext uri="{FF2B5EF4-FFF2-40B4-BE49-F238E27FC236}">
                <a16:creationId xmlns:a16="http://schemas.microsoft.com/office/drawing/2014/main" id="{E76E25C6-83D0-304F-B3E3-A37D3DAE7B5C}"/>
              </a:ext>
            </a:extLst>
          </p:cNvPr>
          <p:cNvGrpSpPr>
            <a:grpSpLocks/>
          </p:cNvGrpSpPr>
          <p:nvPr/>
        </p:nvGrpSpPr>
        <p:grpSpPr bwMode="auto">
          <a:xfrm>
            <a:off x="6272213" y="2445088"/>
            <a:ext cx="687387" cy="763588"/>
            <a:chOff x="-44" y="1473"/>
            <a:chExt cx="981" cy="1105"/>
          </a:xfrm>
        </p:grpSpPr>
        <p:pic>
          <p:nvPicPr>
            <p:cNvPr id="10" name="Picture 172" descr="desktop_computer_stylized_medium">
              <a:extLst>
                <a:ext uri="{FF2B5EF4-FFF2-40B4-BE49-F238E27FC236}">
                  <a16:creationId xmlns:a16="http://schemas.microsoft.com/office/drawing/2014/main" id="{CB2AE99F-D134-A74A-947C-5E7B017C1D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Freeform 173">
              <a:extLst>
                <a:ext uri="{FF2B5EF4-FFF2-40B4-BE49-F238E27FC236}">
                  <a16:creationId xmlns:a16="http://schemas.microsoft.com/office/drawing/2014/main" id="{CC3CBC7E-C664-ED4A-8BFE-4C6C0A390F2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2" name="Group 102">
            <a:extLst>
              <a:ext uri="{FF2B5EF4-FFF2-40B4-BE49-F238E27FC236}">
                <a16:creationId xmlns:a16="http://schemas.microsoft.com/office/drawing/2014/main" id="{341AE079-CB6E-AE4A-A6CF-6667D0BCC3A6}"/>
              </a:ext>
            </a:extLst>
          </p:cNvPr>
          <p:cNvGrpSpPr>
            <a:grpSpLocks/>
          </p:cNvGrpSpPr>
          <p:nvPr/>
        </p:nvGrpSpPr>
        <p:grpSpPr bwMode="auto">
          <a:xfrm>
            <a:off x="6337300" y="4318338"/>
            <a:ext cx="687388" cy="763588"/>
            <a:chOff x="-44" y="1473"/>
            <a:chExt cx="981" cy="1105"/>
          </a:xfrm>
        </p:grpSpPr>
        <p:pic>
          <p:nvPicPr>
            <p:cNvPr id="13" name="Picture 103" descr="desktop_computer_stylized_medium">
              <a:extLst>
                <a:ext uri="{FF2B5EF4-FFF2-40B4-BE49-F238E27FC236}">
                  <a16:creationId xmlns:a16="http://schemas.microsoft.com/office/drawing/2014/main" id="{0F7D667F-14F5-8947-8466-5A2508D1FF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" name="Freeform 104">
              <a:extLst>
                <a:ext uri="{FF2B5EF4-FFF2-40B4-BE49-F238E27FC236}">
                  <a16:creationId xmlns:a16="http://schemas.microsoft.com/office/drawing/2014/main" id="{1CCE495C-FE29-374C-9BCD-5BFBA55DE77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48" name="Group 105">
            <a:extLst>
              <a:ext uri="{FF2B5EF4-FFF2-40B4-BE49-F238E27FC236}">
                <a16:creationId xmlns:a16="http://schemas.microsoft.com/office/drawing/2014/main" id="{713D2680-FE84-BF45-82AB-42E37E22BD97}"/>
              </a:ext>
            </a:extLst>
          </p:cNvPr>
          <p:cNvGrpSpPr>
            <a:grpSpLocks/>
          </p:cNvGrpSpPr>
          <p:nvPr/>
        </p:nvGrpSpPr>
        <p:grpSpPr bwMode="auto">
          <a:xfrm>
            <a:off x="10423525" y="2586376"/>
            <a:ext cx="433388" cy="715962"/>
            <a:chOff x="4140" y="429"/>
            <a:chExt cx="1425" cy="2396"/>
          </a:xfrm>
        </p:grpSpPr>
        <p:sp>
          <p:nvSpPr>
            <p:cNvPr id="49" name="Freeform 106">
              <a:extLst>
                <a:ext uri="{FF2B5EF4-FFF2-40B4-BE49-F238E27FC236}">
                  <a16:creationId xmlns:a16="http://schemas.microsoft.com/office/drawing/2014/main" id="{F351644B-40EC-1643-B55C-BD6490B42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0" name="Rectangle 107">
              <a:extLst>
                <a:ext uri="{FF2B5EF4-FFF2-40B4-BE49-F238E27FC236}">
                  <a16:creationId xmlns:a16="http://schemas.microsoft.com/office/drawing/2014/main" id="{C431E1A6-A308-714C-9DB4-CD66A6C1E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" name="Freeform 108">
              <a:extLst>
                <a:ext uri="{FF2B5EF4-FFF2-40B4-BE49-F238E27FC236}">
                  <a16:creationId xmlns:a16="http://schemas.microsoft.com/office/drawing/2014/main" id="{31CFCE65-E538-0841-8EF3-0F63DB894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2" name="Freeform 109">
              <a:extLst>
                <a:ext uri="{FF2B5EF4-FFF2-40B4-BE49-F238E27FC236}">
                  <a16:creationId xmlns:a16="http://schemas.microsoft.com/office/drawing/2014/main" id="{ECC9C409-7630-F84A-B584-5C94715A6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3" name="Rectangle 110">
              <a:extLst>
                <a:ext uri="{FF2B5EF4-FFF2-40B4-BE49-F238E27FC236}">
                  <a16:creationId xmlns:a16="http://schemas.microsoft.com/office/drawing/2014/main" id="{F46717B0-272A-7C4F-B732-92EEC8E77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5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54" name="Group 111">
              <a:extLst>
                <a:ext uri="{FF2B5EF4-FFF2-40B4-BE49-F238E27FC236}">
                  <a16:creationId xmlns:a16="http://schemas.microsoft.com/office/drawing/2014/main" id="{F4ACB840-83DF-404B-A66F-DEBB071861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" name="AutoShape 112">
                <a:extLst>
                  <a:ext uri="{FF2B5EF4-FFF2-40B4-BE49-F238E27FC236}">
                    <a16:creationId xmlns:a16="http://schemas.microsoft.com/office/drawing/2014/main" id="{A911B0DC-A8C2-124C-9C82-2A735A79B9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0" name="AutoShape 113">
                <a:extLst>
                  <a:ext uri="{FF2B5EF4-FFF2-40B4-BE49-F238E27FC236}">
                    <a16:creationId xmlns:a16="http://schemas.microsoft.com/office/drawing/2014/main" id="{9F0B8CE7-288A-EE43-A6E4-C3D97C626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3"/>
                <a:ext cx="690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55" name="Rectangle 114">
              <a:extLst>
                <a:ext uri="{FF2B5EF4-FFF2-40B4-BE49-F238E27FC236}">
                  <a16:creationId xmlns:a16="http://schemas.microsoft.com/office/drawing/2014/main" id="{766D4B94-8E57-804B-B018-819DFD6CD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56" name="Group 115">
              <a:extLst>
                <a:ext uri="{FF2B5EF4-FFF2-40B4-BE49-F238E27FC236}">
                  <a16:creationId xmlns:a16="http://schemas.microsoft.com/office/drawing/2014/main" id="{D994FF4C-7626-D748-A12D-5D1C5FEE1A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7" name="AutoShape 116">
                <a:extLst>
                  <a:ext uri="{FF2B5EF4-FFF2-40B4-BE49-F238E27FC236}">
                    <a16:creationId xmlns:a16="http://schemas.microsoft.com/office/drawing/2014/main" id="{198A1BC7-4B65-BC4C-8A29-B983D8E1F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30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8" name="AutoShape 117">
                <a:extLst>
                  <a:ext uri="{FF2B5EF4-FFF2-40B4-BE49-F238E27FC236}">
                    <a16:creationId xmlns:a16="http://schemas.microsoft.com/office/drawing/2014/main" id="{40DD27E4-9779-CF42-BFDD-6696DFFFA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7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57" name="Rectangle 118">
              <a:extLst>
                <a:ext uri="{FF2B5EF4-FFF2-40B4-BE49-F238E27FC236}">
                  <a16:creationId xmlns:a16="http://schemas.microsoft.com/office/drawing/2014/main" id="{ACA44148-7C10-3C49-BB35-5101746C9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" name="Rectangle 119">
              <a:extLst>
                <a:ext uri="{FF2B5EF4-FFF2-40B4-BE49-F238E27FC236}">
                  <a16:creationId xmlns:a16="http://schemas.microsoft.com/office/drawing/2014/main" id="{4E7711E0-C3F4-3F44-939E-C5EB99D29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59" name="Group 120">
              <a:extLst>
                <a:ext uri="{FF2B5EF4-FFF2-40B4-BE49-F238E27FC236}">
                  <a16:creationId xmlns:a16="http://schemas.microsoft.com/office/drawing/2014/main" id="{67EE5E5B-A672-4948-A190-6619EF0F40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5" name="AutoShape 121">
                <a:extLst>
                  <a:ext uri="{FF2B5EF4-FFF2-40B4-BE49-F238E27FC236}">
                    <a16:creationId xmlns:a16="http://schemas.microsoft.com/office/drawing/2014/main" id="{05F4D1D6-814A-6E46-A67F-0AB27A8D1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6" name="AutoShape 122">
                <a:extLst>
                  <a:ext uri="{FF2B5EF4-FFF2-40B4-BE49-F238E27FC236}">
                    <a16:creationId xmlns:a16="http://schemas.microsoft.com/office/drawing/2014/main" id="{B26FB4DB-5CE0-0547-A9EF-8F3F889E2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83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0" name="Freeform 123">
              <a:extLst>
                <a:ext uri="{FF2B5EF4-FFF2-40B4-BE49-F238E27FC236}">
                  <a16:creationId xmlns:a16="http://schemas.microsoft.com/office/drawing/2014/main" id="{06773D0F-8045-BA4B-A438-853ED5C1E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61" name="Group 124">
              <a:extLst>
                <a:ext uri="{FF2B5EF4-FFF2-40B4-BE49-F238E27FC236}">
                  <a16:creationId xmlns:a16="http://schemas.microsoft.com/office/drawing/2014/main" id="{2289418B-58E5-6F41-8BA5-C30F733D8B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3" name="AutoShape 125">
                <a:extLst>
                  <a:ext uri="{FF2B5EF4-FFF2-40B4-BE49-F238E27FC236}">
                    <a16:creationId xmlns:a16="http://schemas.microsoft.com/office/drawing/2014/main" id="{38E6EBDC-7542-364B-BAB0-D30286482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4" name="AutoShape 126">
                <a:extLst>
                  <a:ext uri="{FF2B5EF4-FFF2-40B4-BE49-F238E27FC236}">
                    <a16:creationId xmlns:a16="http://schemas.microsoft.com/office/drawing/2014/main" id="{54B2EB69-B7C9-EC42-B99F-19CC17D5EA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2" name="Rectangle 127">
              <a:extLst>
                <a:ext uri="{FF2B5EF4-FFF2-40B4-BE49-F238E27FC236}">
                  <a16:creationId xmlns:a16="http://schemas.microsoft.com/office/drawing/2014/main" id="{08BCE1F3-76AF-E441-89A0-DA57E700E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" name="Freeform 128">
              <a:extLst>
                <a:ext uri="{FF2B5EF4-FFF2-40B4-BE49-F238E27FC236}">
                  <a16:creationId xmlns:a16="http://schemas.microsoft.com/office/drawing/2014/main" id="{4B174135-D9EA-854A-9853-AC5CCDD44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4" name="Freeform 129">
              <a:extLst>
                <a:ext uri="{FF2B5EF4-FFF2-40B4-BE49-F238E27FC236}">
                  <a16:creationId xmlns:a16="http://schemas.microsoft.com/office/drawing/2014/main" id="{927D55DC-6C82-634A-B79C-B427EAAD4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5" name="Oval 130">
              <a:extLst>
                <a:ext uri="{FF2B5EF4-FFF2-40B4-BE49-F238E27FC236}">
                  <a16:creationId xmlns:a16="http://schemas.microsoft.com/office/drawing/2014/main" id="{3BB31101-2EB7-F44D-8AA6-0366039E9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" name="Freeform 131">
              <a:extLst>
                <a:ext uri="{FF2B5EF4-FFF2-40B4-BE49-F238E27FC236}">
                  <a16:creationId xmlns:a16="http://schemas.microsoft.com/office/drawing/2014/main" id="{79253978-26CE-7249-A74C-F9743D4FB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7" name="AutoShape 132">
              <a:extLst>
                <a:ext uri="{FF2B5EF4-FFF2-40B4-BE49-F238E27FC236}">
                  <a16:creationId xmlns:a16="http://schemas.microsoft.com/office/drawing/2014/main" id="{D2E63390-A569-3942-9FC4-1FAF9A9C77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1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" name="AutoShape 133">
              <a:extLst>
                <a:ext uri="{FF2B5EF4-FFF2-40B4-BE49-F238E27FC236}">
                  <a16:creationId xmlns:a16="http://schemas.microsoft.com/office/drawing/2014/main" id="{76E84029-5A5D-0B43-A027-68F72A0B10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" name="Oval 134">
              <a:extLst>
                <a:ext uri="{FF2B5EF4-FFF2-40B4-BE49-F238E27FC236}">
                  <a16:creationId xmlns:a16="http://schemas.microsoft.com/office/drawing/2014/main" id="{3E213C1D-2C02-AD4C-9E3D-D83B7E9B8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4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" name="Oval 135">
              <a:extLst>
                <a:ext uri="{FF2B5EF4-FFF2-40B4-BE49-F238E27FC236}">
                  <a16:creationId xmlns:a16="http://schemas.microsoft.com/office/drawing/2014/main" id="{8AAFA532-A081-384C-AB75-218BDC209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4"/>
              <a:ext cx="162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71" name="Oval 136">
              <a:extLst>
                <a:ext uri="{FF2B5EF4-FFF2-40B4-BE49-F238E27FC236}">
                  <a16:creationId xmlns:a16="http://schemas.microsoft.com/office/drawing/2014/main" id="{56B5635A-EB88-0440-8FBB-410A578DE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79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" name="Rectangle 137">
              <a:extLst>
                <a:ext uri="{FF2B5EF4-FFF2-40B4-BE49-F238E27FC236}">
                  <a16:creationId xmlns:a16="http://schemas.microsoft.com/office/drawing/2014/main" id="{DB35C1A6-F8F8-A34C-83A8-1C5F2BC02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7"/>
              <a:ext cx="84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81" name="Rectangle 3">
            <a:extLst>
              <a:ext uri="{FF2B5EF4-FFF2-40B4-BE49-F238E27FC236}">
                <a16:creationId xmlns:a16="http://schemas.microsoft.com/office/drawing/2014/main" id="{0E93D937-D6CD-8B48-B770-F30B1D0D993E}"/>
              </a:ext>
            </a:extLst>
          </p:cNvPr>
          <p:cNvSpPr txBox="1">
            <a:spLocks noChangeArrowheads="1"/>
          </p:cNvSpPr>
          <p:nvPr/>
        </p:nvSpPr>
        <p:spPr>
          <a:xfrm>
            <a:off x="794606" y="2233994"/>
            <a:ext cx="4908362" cy="37623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user configures browser to point to a (local)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Web cache</a:t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browser sends all HTTP requests to cache</a:t>
            </a:r>
          </a:p>
          <a:p>
            <a:pPr marL="685800" marR="0" lvl="1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if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object in cache: cache returns object to client</a:t>
            </a:r>
          </a:p>
          <a:p>
            <a:pPr marL="685800" marR="0" lvl="1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else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cache requests object from origin server, caches received object, then returns object to client</a:t>
            </a:r>
          </a:p>
        </p:txBody>
      </p:sp>
      <p:sp>
        <p:nvSpPr>
          <p:cNvPr id="82" name="Rectangle 4">
            <a:extLst>
              <a:ext uri="{FF2B5EF4-FFF2-40B4-BE49-F238E27FC236}">
                <a16:creationId xmlns:a16="http://schemas.microsoft.com/office/drawing/2014/main" id="{333F1EEA-A155-1C41-80CD-10E94B8308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5380" y="1333500"/>
            <a:ext cx="10292615" cy="596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Goal: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satisfy client requests without involving origin server</a:t>
            </a:r>
          </a:p>
        </p:txBody>
      </p:sp>
      <p:sp>
        <p:nvSpPr>
          <p:cNvPr id="83" name="Text Box 6">
            <a:extLst>
              <a:ext uri="{FF2B5EF4-FFF2-40B4-BE49-F238E27FC236}">
                <a16:creationId xmlns:a16="http://schemas.microsoft.com/office/drawing/2014/main" id="{70E92C74-86C4-E048-AD53-D4201EAFCF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6675" y="3118188"/>
            <a:ext cx="6572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client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568D9C3-D40D-D946-AB3E-DA830336DA5D}"/>
              </a:ext>
            </a:extLst>
          </p:cNvPr>
          <p:cNvGrpSpPr/>
          <p:nvPr/>
        </p:nvGrpSpPr>
        <p:grpSpPr>
          <a:xfrm>
            <a:off x="8270000" y="2687749"/>
            <a:ext cx="786882" cy="1235302"/>
            <a:chOff x="8270000" y="2687749"/>
            <a:chExt cx="786882" cy="1235302"/>
          </a:xfrm>
        </p:grpSpPr>
        <p:grpSp>
          <p:nvGrpSpPr>
            <p:cNvPr id="15" name="Group 138">
              <a:extLst>
                <a:ext uri="{FF2B5EF4-FFF2-40B4-BE49-F238E27FC236}">
                  <a16:creationId xmlns:a16="http://schemas.microsoft.com/office/drawing/2014/main" id="{BCAE7764-70F3-6C4D-BAB2-DE0B7C89D8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75663" y="3207088"/>
              <a:ext cx="400050" cy="715963"/>
              <a:chOff x="4140" y="429"/>
              <a:chExt cx="1425" cy="2396"/>
            </a:xfrm>
          </p:grpSpPr>
          <p:sp>
            <p:nvSpPr>
              <p:cNvPr id="16" name="Freeform 139">
                <a:extLst>
                  <a:ext uri="{FF2B5EF4-FFF2-40B4-BE49-F238E27FC236}">
                    <a16:creationId xmlns:a16="http://schemas.microsoft.com/office/drawing/2014/main" id="{F1B2DFA0-F79D-7B41-AEB4-30CE9076E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" name="Rectangle 140">
                <a:extLst>
                  <a:ext uri="{FF2B5EF4-FFF2-40B4-BE49-F238E27FC236}">
                    <a16:creationId xmlns:a16="http://schemas.microsoft.com/office/drawing/2014/main" id="{C5E2EFBB-BBC5-9A42-BB0E-E6D6D2C22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" name="Freeform 141">
                <a:extLst>
                  <a:ext uri="{FF2B5EF4-FFF2-40B4-BE49-F238E27FC236}">
                    <a16:creationId xmlns:a16="http://schemas.microsoft.com/office/drawing/2014/main" id="{55529617-AF40-4A4A-B8BE-0A1D9AFF9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" name="Freeform 142">
                <a:extLst>
                  <a:ext uri="{FF2B5EF4-FFF2-40B4-BE49-F238E27FC236}">
                    <a16:creationId xmlns:a16="http://schemas.microsoft.com/office/drawing/2014/main" id="{CD96A818-3AB4-9749-B364-C94B61E39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" name="Rectangle 143">
                <a:extLst>
                  <a:ext uri="{FF2B5EF4-FFF2-40B4-BE49-F238E27FC236}">
                    <a16:creationId xmlns:a16="http://schemas.microsoft.com/office/drawing/2014/main" id="{6CB7A8CB-28B7-454A-B6FA-0B497C6EA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5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1" name="Group 144">
                <a:extLst>
                  <a:ext uri="{FF2B5EF4-FFF2-40B4-BE49-F238E27FC236}">
                    <a16:creationId xmlns:a16="http://schemas.microsoft.com/office/drawing/2014/main" id="{B151228D-C4D6-FC47-B4C4-E4FEAAC8EB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6" name="AutoShape 145">
                  <a:extLst>
                    <a:ext uri="{FF2B5EF4-FFF2-40B4-BE49-F238E27FC236}">
                      <a16:creationId xmlns:a16="http://schemas.microsoft.com/office/drawing/2014/main" id="{581E8E47-6DB1-F54B-9476-01B6F2E300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" name="AutoShape 146">
                  <a:extLst>
                    <a:ext uri="{FF2B5EF4-FFF2-40B4-BE49-F238E27FC236}">
                      <a16:creationId xmlns:a16="http://schemas.microsoft.com/office/drawing/2014/main" id="{7F2D9B2C-626D-344A-83E2-C990F84150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70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2" name="Rectangle 147">
                <a:extLst>
                  <a:ext uri="{FF2B5EF4-FFF2-40B4-BE49-F238E27FC236}">
                    <a16:creationId xmlns:a16="http://schemas.microsoft.com/office/drawing/2014/main" id="{06A6E158-AA9B-7643-9927-3F063660D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3" name="Group 148">
                <a:extLst>
                  <a:ext uri="{FF2B5EF4-FFF2-40B4-BE49-F238E27FC236}">
                    <a16:creationId xmlns:a16="http://schemas.microsoft.com/office/drawing/2014/main" id="{24564C8A-097F-5447-B760-9CD6285FD6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4" name="AutoShape 149">
                  <a:extLst>
                    <a:ext uri="{FF2B5EF4-FFF2-40B4-BE49-F238E27FC236}">
                      <a16:creationId xmlns:a16="http://schemas.microsoft.com/office/drawing/2014/main" id="{04C4FA5A-4748-2D42-BA0D-06AFE4DAEE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5" name="AutoShape 150">
                  <a:extLst>
                    <a:ext uri="{FF2B5EF4-FFF2-40B4-BE49-F238E27FC236}">
                      <a16:creationId xmlns:a16="http://schemas.microsoft.com/office/drawing/2014/main" id="{84E1D8C6-7DEE-484B-99EE-B608D1AEB0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3"/>
                  <a:ext cx="692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4" name="Rectangle 151">
                <a:extLst>
                  <a:ext uri="{FF2B5EF4-FFF2-40B4-BE49-F238E27FC236}">
                    <a16:creationId xmlns:a16="http://schemas.microsoft.com/office/drawing/2014/main" id="{454AD9D8-054B-E244-8A65-C00DC300D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9" y="1359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5" name="Rectangle 152">
                <a:extLst>
                  <a:ext uri="{FF2B5EF4-FFF2-40B4-BE49-F238E27FC236}">
                    <a16:creationId xmlns:a16="http://schemas.microsoft.com/office/drawing/2014/main" id="{40C54BAB-9592-ED4B-80E1-874156D7B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6" name="Group 153">
                <a:extLst>
                  <a:ext uri="{FF2B5EF4-FFF2-40B4-BE49-F238E27FC236}">
                    <a16:creationId xmlns:a16="http://schemas.microsoft.com/office/drawing/2014/main" id="{64CB2613-6494-6C4A-AC96-EDE0548984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2" name="AutoShape 154">
                  <a:extLst>
                    <a:ext uri="{FF2B5EF4-FFF2-40B4-BE49-F238E27FC236}">
                      <a16:creationId xmlns:a16="http://schemas.microsoft.com/office/drawing/2014/main" id="{A27D1399-0ADF-5D43-8B09-BCD5BD0CD0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26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3" name="AutoShape 155">
                  <a:extLst>
                    <a:ext uri="{FF2B5EF4-FFF2-40B4-BE49-F238E27FC236}">
                      <a16:creationId xmlns:a16="http://schemas.microsoft.com/office/drawing/2014/main" id="{20A4C850-89B5-6B44-820C-B66073B752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7" name="Freeform 156">
                <a:extLst>
                  <a:ext uri="{FF2B5EF4-FFF2-40B4-BE49-F238E27FC236}">
                    <a16:creationId xmlns:a16="http://schemas.microsoft.com/office/drawing/2014/main" id="{69CA70FC-8D55-3C40-9230-BB1B319F0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28" name="Group 157">
                <a:extLst>
                  <a:ext uri="{FF2B5EF4-FFF2-40B4-BE49-F238E27FC236}">
                    <a16:creationId xmlns:a16="http://schemas.microsoft.com/office/drawing/2014/main" id="{592B4F87-8FD7-004F-9CBD-2E07936D76B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0" name="AutoShape 158">
                  <a:extLst>
                    <a:ext uri="{FF2B5EF4-FFF2-40B4-BE49-F238E27FC236}">
                      <a16:creationId xmlns:a16="http://schemas.microsoft.com/office/drawing/2014/main" id="{52452D42-BA3E-B548-9F26-4F10DEBFFC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8"/>
                  <a:ext cx="726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1" name="AutoShape 159">
                  <a:extLst>
                    <a:ext uri="{FF2B5EF4-FFF2-40B4-BE49-F238E27FC236}">
                      <a16:creationId xmlns:a16="http://schemas.microsoft.com/office/drawing/2014/main" id="{2E496C07-9C8C-B34F-8201-DBF2AB09E8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4"/>
                  <a:ext cx="690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9" name="Rectangle 160">
                <a:extLst>
                  <a:ext uri="{FF2B5EF4-FFF2-40B4-BE49-F238E27FC236}">
                    <a16:creationId xmlns:a16="http://schemas.microsoft.com/office/drawing/2014/main" id="{507783BC-460D-F943-9047-6C6F897FE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68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" name="Freeform 161">
                <a:extLst>
                  <a:ext uri="{FF2B5EF4-FFF2-40B4-BE49-F238E27FC236}">
                    <a16:creationId xmlns:a16="http://schemas.microsoft.com/office/drawing/2014/main" id="{88257E4A-4830-E644-BAF7-847C2053B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1" name="Freeform 162">
                <a:extLst>
                  <a:ext uri="{FF2B5EF4-FFF2-40B4-BE49-F238E27FC236}">
                    <a16:creationId xmlns:a16="http://schemas.microsoft.com/office/drawing/2014/main" id="{24A3F621-17CD-4645-A51D-7042FE22E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2" name="Oval 163">
                <a:extLst>
                  <a:ext uri="{FF2B5EF4-FFF2-40B4-BE49-F238E27FC236}">
                    <a16:creationId xmlns:a16="http://schemas.microsoft.com/office/drawing/2014/main" id="{EA7A271B-C672-7748-BB6C-4320F9AE91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" name="Freeform 164">
                <a:extLst>
                  <a:ext uri="{FF2B5EF4-FFF2-40B4-BE49-F238E27FC236}">
                    <a16:creationId xmlns:a16="http://schemas.microsoft.com/office/drawing/2014/main" id="{BF246A84-BFE7-3049-922B-DD8B6EA2E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4" name="AutoShape 165">
                <a:extLst>
                  <a:ext uri="{FF2B5EF4-FFF2-40B4-BE49-F238E27FC236}">
                    <a16:creationId xmlns:a16="http://schemas.microsoft.com/office/drawing/2014/main" id="{A85BFA7C-936F-3A41-9B80-F269D0D81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9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" name="AutoShape 166">
                <a:extLst>
                  <a:ext uri="{FF2B5EF4-FFF2-40B4-BE49-F238E27FC236}">
                    <a16:creationId xmlns:a16="http://schemas.microsoft.com/office/drawing/2014/main" id="{143F5A2C-3FCC-214E-B1DD-37354850C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713"/>
                <a:ext cx="1069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" name="Oval 167">
                <a:extLst>
                  <a:ext uri="{FF2B5EF4-FFF2-40B4-BE49-F238E27FC236}">
                    <a16:creationId xmlns:a16="http://schemas.microsoft.com/office/drawing/2014/main" id="{9F154E92-095E-194F-B02E-9A00467A0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4"/>
                <a:ext cx="158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7" name="Oval 168">
                <a:extLst>
                  <a:ext uri="{FF2B5EF4-FFF2-40B4-BE49-F238E27FC236}">
                    <a16:creationId xmlns:a16="http://schemas.microsoft.com/office/drawing/2014/main" id="{9D1FEADC-3D9C-A84B-8B87-2D971178E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4"/>
                <a:ext cx="158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8" name="Oval 169">
                <a:extLst>
                  <a:ext uri="{FF2B5EF4-FFF2-40B4-BE49-F238E27FC236}">
                    <a16:creationId xmlns:a16="http://schemas.microsoft.com/office/drawing/2014/main" id="{4E9E3512-C0DF-9C4B-84D2-8F5465E6D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79"/>
                <a:ext cx="158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" name="Rectangle 170">
                <a:extLst>
                  <a:ext uri="{FF2B5EF4-FFF2-40B4-BE49-F238E27FC236}">
                    <a16:creationId xmlns:a16="http://schemas.microsoft.com/office/drawing/2014/main" id="{4D132F38-B955-6A4E-A501-5DB6D9BF92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84" name="Text Box 8">
              <a:extLst>
                <a:ext uri="{FF2B5EF4-FFF2-40B4-BE49-F238E27FC236}">
                  <a16:creationId xmlns:a16="http://schemas.microsoft.com/office/drawing/2014/main" id="{5DE1E660-E2FD-8848-B0BB-84A037DCCC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70000" y="2687749"/>
              <a:ext cx="786882" cy="5909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Web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cache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85" name="Text Box 21">
            <a:extLst>
              <a:ext uri="{FF2B5EF4-FFF2-40B4-BE49-F238E27FC236}">
                <a16:creationId xmlns:a16="http://schemas.microsoft.com/office/drawing/2014/main" id="{E15405A8-0743-624D-A374-AA89B476DB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8913" y="5089863"/>
            <a:ext cx="6572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client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86" name="Group 53">
            <a:extLst>
              <a:ext uri="{FF2B5EF4-FFF2-40B4-BE49-F238E27FC236}">
                <a16:creationId xmlns:a16="http://schemas.microsoft.com/office/drawing/2014/main" id="{006A4F95-0B3D-AC43-A627-71A7FD2195DC}"/>
              </a:ext>
            </a:extLst>
          </p:cNvPr>
          <p:cNvGrpSpPr>
            <a:grpSpLocks/>
          </p:cNvGrpSpPr>
          <p:nvPr/>
        </p:nvGrpSpPr>
        <p:grpSpPr bwMode="auto">
          <a:xfrm>
            <a:off x="6915150" y="3845263"/>
            <a:ext cx="1490663" cy="760413"/>
            <a:chOff x="2942" y="2580"/>
            <a:chExt cx="939" cy="479"/>
          </a:xfrm>
        </p:grpSpPr>
        <p:sp>
          <p:nvSpPr>
            <p:cNvPr id="87" name="Line 19">
              <a:extLst>
                <a:ext uri="{FF2B5EF4-FFF2-40B4-BE49-F238E27FC236}">
                  <a16:creationId xmlns:a16="http://schemas.microsoft.com/office/drawing/2014/main" id="{C4FCDE12-2844-E249-88D6-1248CC2CE8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98" y="2580"/>
              <a:ext cx="883" cy="479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2" name="Text Box 23">
              <a:extLst>
                <a:ext uri="{FF2B5EF4-FFF2-40B4-BE49-F238E27FC236}">
                  <a16:creationId xmlns:a16="http://schemas.microsoft.com/office/drawing/2014/main" id="{BDF0B946-2F1F-B54D-8334-894004430B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9907361">
              <a:off x="2942" y="2645"/>
              <a:ext cx="82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HTTP request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93" name="Group 54">
            <a:extLst>
              <a:ext uri="{FF2B5EF4-FFF2-40B4-BE49-F238E27FC236}">
                <a16:creationId xmlns:a16="http://schemas.microsoft.com/office/drawing/2014/main" id="{0430DB37-F13E-FB4C-8461-73427AD15541}"/>
              </a:ext>
            </a:extLst>
          </p:cNvPr>
          <p:cNvGrpSpPr>
            <a:grpSpLocks/>
          </p:cNvGrpSpPr>
          <p:nvPr/>
        </p:nvGrpSpPr>
        <p:grpSpPr bwMode="auto">
          <a:xfrm>
            <a:off x="7054850" y="3932576"/>
            <a:ext cx="1487488" cy="785812"/>
            <a:chOff x="3030" y="2635"/>
            <a:chExt cx="937" cy="495"/>
          </a:xfrm>
        </p:grpSpPr>
        <p:sp>
          <p:nvSpPr>
            <p:cNvPr id="94" name="Line 20">
              <a:extLst>
                <a:ext uri="{FF2B5EF4-FFF2-40B4-BE49-F238E27FC236}">
                  <a16:creationId xmlns:a16="http://schemas.microsoft.com/office/drawing/2014/main" id="{68522646-1C6E-6141-85AF-6F21328BDB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30" y="2635"/>
              <a:ext cx="884" cy="495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5" name="Text Box 25">
              <a:extLst>
                <a:ext uri="{FF2B5EF4-FFF2-40B4-BE49-F238E27FC236}">
                  <a16:creationId xmlns:a16="http://schemas.microsoft.com/office/drawing/2014/main" id="{497C49B3-B78E-EF40-9F30-9D168B831D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9862217">
              <a:off x="3069" y="2846"/>
              <a:ext cx="898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HTTP response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96" name="Group 49">
            <a:extLst>
              <a:ext uri="{FF2B5EF4-FFF2-40B4-BE49-F238E27FC236}">
                <a16:creationId xmlns:a16="http://schemas.microsoft.com/office/drawing/2014/main" id="{8EC23EE2-3572-4749-B83B-56A3E22AF760}"/>
              </a:ext>
            </a:extLst>
          </p:cNvPr>
          <p:cNvGrpSpPr>
            <a:grpSpLocks/>
          </p:cNvGrpSpPr>
          <p:nvPr/>
        </p:nvGrpSpPr>
        <p:grpSpPr bwMode="auto">
          <a:xfrm>
            <a:off x="7010400" y="2873713"/>
            <a:ext cx="3251200" cy="730250"/>
            <a:chOff x="3002" y="1979"/>
            <a:chExt cx="2048" cy="460"/>
          </a:xfrm>
        </p:grpSpPr>
        <p:sp>
          <p:nvSpPr>
            <p:cNvPr id="97" name="Freeform 18">
              <a:extLst>
                <a:ext uri="{FF2B5EF4-FFF2-40B4-BE49-F238E27FC236}">
                  <a16:creationId xmlns:a16="http://schemas.microsoft.com/office/drawing/2014/main" id="{B3BFA12B-AF52-444A-9C8D-FD235EBCD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979"/>
              <a:ext cx="2048" cy="460"/>
            </a:xfrm>
            <a:custGeom>
              <a:avLst/>
              <a:gdLst>
                <a:gd name="T0" fmla="*/ 0 w 2048"/>
                <a:gd name="T1" fmla="*/ 2 h 460"/>
                <a:gd name="T2" fmla="*/ 1011 w 2048"/>
                <a:gd name="T3" fmla="*/ 460 h 460"/>
                <a:gd name="T4" fmla="*/ 2048 w 2048"/>
                <a:gd name="T5" fmla="*/ 0 h 460"/>
                <a:gd name="T6" fmla="*/ 0 60000 65536"/>
                <a:gd name="T7" fmla="*/ 0 60000 65536"/>
                <a:gd name="T8" fmla="*/ 0 60000 65536"/>
                <a:gd name="T9" fmla="*/ 0 w 2048"/>
                <a:gd name="T10" fmla="*/ 0 h 460"/>
                <a:gd name="T11" fmla="*/ 2048 w 2048"/>
                <a:gd name="T12" fmla="*/ 460 h 46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8" h="460">
                  <a:moveTo>
                    <a:pt x="0" y="2"/>
                  </a:moveTo>
                  <a:lnTo>
                    <a:pt x="1011" y="460"/>
                  </a:lnTo>
                  <a:lnTo>
                    <a:pt x="2048" y="0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8" name="Text Box 22">
              <a:extLst>
                <a:ext uri="{FF2B5EF4-FFF2-40B4-BE49-F238E27FC236}">
                  <a16:creationId xmlns:a16="http://schemas.microsoft.com/office/drawing/2014/main" id="{5DC9736F-EB13-904A-A584-847C86859C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22049">
              <a:off x="3129" y="2005"/>
              <a:ext cx="82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HTTP request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" name="Text Box 45">
              <a:extLst>
                <a:ext uri="{FF2B5EF4-FFF2-40B4-BE49-F238E27FC236}">
                  <a16:creationId xmlns:a16="http://schemas.microsoft.com/office/drawing/2014/main" id="{5F201396-3496-B54A-87C0-83E69A7B87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180032">
              <a:off x="4160" y="2015"/>
              <a:ext cx="82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HTTP request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1" name="Text Box 48">
            <a:extLst>
              <a:ext uri="{FF2B5EF4-FFF2-40B4-BE49-F238E27FC236}">
                <a16:creationId xmlns:a16="http://schemas.microsoft.com/office/drawing/2014/main" id="{53C0E2C7-E328-094F-86C2-7FF28BDF95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81826" y="3292132"/>
            <a:ext cx="708848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origin 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server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03" name="Picture 56">
            <a:extLst>
              <a:ext uri="{FF2B5EF4-FFF2-40B4-BE49-F238E27FC236}">
                <a16:creationId xmlns:a16="http://schemas.microsoft.com/office/drawing/2014/main" id="{D1860A46-FB8D-2145-A291-FDFCD300B2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42588" y="2381588"/>
            <a:ext cx="527050" cy="433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4" name="Group 60">
            <a:extLst>
              <a:ext uri="{FF2B5EF4-FFF2-40B4-BE49-F238E27FC236}">
                <a16:creationId xmlns:a16="http://schemas.microsoft.com/office/drawing/2014/main" id="{1E55489F-3411-D147-A30E-37C79E67D16D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2421276"/>
            <a:ext cx="4110038" cy="1814512"/>
            <a:chOff x="2515" y="1687"/>
            <a:chExt cx="2589" cy="1143"/>
          </a:xfrm>
        </p:grpSpPr>
        <p:sp>
          <p:nvSpPr>
            <p:cNvPr id="105" name="Freeform 44">
              <a:extLst>
                <a:ext uri="{FF2B5EF4-FFF2-40B4-BE49-F238E27FC236}">
                  <a16:creationId xmlns:a16="http://schemas.microsoft.com/office/drawing/2014/main" id="{AD023CD7-2DF4-0047-A0A8-EE7C8FDF2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026"/>
              <a:ext cx="2119" cy="476"/>
            </a:xfrm>
            <a:custGeom>
              <a:avLst/>
              <a:gdLst>
                <a:gd name="T0" fmla="*/ 2119 w 2119"/>
                <a:gd name="T1" fmla="*/ 0 h 476"/>
                <a:gd name="T2" fmla="*/ 1020 w 2119"/>
                <a:gd name="T3" fmla="*/ 476 h 476"/>
                <a:gd name="T4" fmla="*/ 0 w 2119"/>
                <a:gd name="T5" fmla="*/ 8 h 476"/>
                <a:gd name="T6" fmla="*/ 0 60000 65536"/>
                <a:gd name="T7" fmla="*/ 0 60000 65536"/>
                <a:gd name="T8" fmla="*/ 0 60000 65536"/>
                <a:gd name="T9" fmla="*/ 0 w 2119"/>
                <a:gd name="T10" fmla="*/ 0 h 476"/>
                <a:gd name="T11" fmla="*/ 2119 w 2119"/>
                <a:gd name="T12" fmla="*/ 476 h 4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19" h="476">
                  <a:moveTo>
                    <a:pt x="2119" y="0"/>
                  </a:moveTo>
                  <a:lnTo>
                    <a:pt x="1020" y="476"/>
                  </a:lnTo>
                  <a:lnTo>
                    <a:pt x="0" y="8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6" name="Text Box 24">
              <a:extLst>
                <a:ext uri="{FF2B5EF4-FFF2-40B4-BE49-F238E27FC236}">
                  <a16:creationId xmlns:a16="http://schemas.microsoft.com/office/drawing/2014/main" id="{3A73F75B-5403-E34F-8197-7456A76E7D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11598">
              <a:off x="2963" y="2243"/>
              <a:ext cx="898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HTTP response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" name="Text Box 46">
              <a:extLst>
                <a:ext uri="{FF2B5EF4-FFF2-40B4-BE49-F238E27FC236}">
                  <a16:creationId xmlns:a16="http://schemas.microsoft.com/office/drawing/2014/main" id="{84D34D31-F002-7644-A66C-387CC45D7E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184211">
              <a:off x="4193" y="2231"/>
              <a:ext cx="898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HTTP response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pic>
          <p:nvPicPr>
            <p:cNvPr id="108" name="Picture 57">
              <a:extLst>
                <a:ext uri="{FF2B5EF4-FFF2-40B4-BE49-F238E27FC236}">
                  <a16:creationId xmlns:a16="http://schemas.microsoft.com/office/drawing/2014/main" id="{AAE983CF-984C-9D4D-815F-5073893D27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79" y="2557"/>
              <a:ext cx="332" cy="2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" name="Picture 59">
              <a:extLst>
                <a:ext uri="{FF2B5EF4-FFF2-40B4-BE49-F238E27FC236}">
                  <a16:creationId xmlns:a16="http://schemas.microsoft.com/office/drawing/2014/main" id="{24961BA7-6903-124E-955A-AEDC5B6FBE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5" y="1687"/>
              <a:ext cx="332" cy="2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10" name="Picture 61">
            <a:extLst>
              <a:ext uri="{FF2B5EF4-FFF2-40B4-BE49-F238E27FC236}">
                <a16:creationId xmlns:a16="http://schemas.microsoft.com/office/drawing/2014/main" id="{DB808EFC-F790-0C46-B5F2-BCC2B49C45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4913" y="4362788"/>
            <a:ext cx="527050" cy="433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0" name="Slide Number Placeholder 2">
            <a:extLst>
              <a:ext uri="{FF2B5EF4-FFF2-40B4-BE49-F238E27FC236}">
                <a16:creationId xmlns:a16="http://schemas.microsoft.com/office/drawing/2014/main" id="{AAEEF6BD-F1CB-4A4C-82D3-5C6EE9E6D0E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47920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8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8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000"/>
                            </p:stCondLst>
                            <p:childTnLst>
                              <p:par>
                                <p:cTn id="3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000"/>
                            </p:stCondLst>
                            <p:childTnLst>
                              <p:par>
                                <p:cTn id="4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Web caches (aka proxy servers)</a:t>
            </a:r>
            <a:endParaRPr lang="en-US" sz="4400" dirty="0"/>
          </a:p>
        </p:txBody>
      </p:sp>
      <p:sp>
        <p:nvSpPr>
          <p:cNvPr id="144" name="Rectangle 3">
            <a:extLst>
              <a:ext uri="{FF2B5EF4-FFF2-40B4-BE49-F238E27FC236}">
                <a16:creationId xmlns:a16="http://schemas.microsoft.com/office/drawing/2014/main" id="{7B8521C1-7DCD-9344-8BCE-E617E0E93A48}"/>
              </a:ext>
            </a:extLst>
          </p:cNvPr>
          <p:cNvSpPr txBox="1">
            <a:spLocks noChangeArrowheads="1"/>
          </p:cNvSpPr>
          <p:nvPr/>
        </p:nvSpPr>
        <p:spPr>
          <a:xfrm>
            <a:off x="600308" y="1534695"/>
            <a:ext cx="4752277" cy="2134937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7988" marR="0" lvl="0" indent="-2778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Web cache acts as both client and server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server for original requesting client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client to origin server</a:t>
            </a:r>
          </a:p>
        </p:txBody>
      </p:sp>
      <p:sp>
        <p:nvSpPr>
          <p:cNvPr id="145" name="Rectangle 4">
            <a:extLst>
              <a:ext uri="{FF2B5EF4-FFF2-40B4-BE49-F238E27FC236}">
                <a16:creationId xmlns:a16="http://schemas.microsoft.com/office/drawing/2014/main" id="{F6AE5A0B-A69D-B948-BD0F-B69E446252C4}"/>
              </a:ext>
            </a:extLst>
          </p:cNvPr>
          <p:cNvSpPr txBox="1">
            <a:spLocks noChangeArrowheads="1"/>
          </p:cNvSpPr>
          <p:nvPr/>
        </p:nvSpPr>
        <p:spPr>
          <a:xfrm>
            <a:off x="5544015" y="1534695"/>
            <a:ext cx="6047678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Why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Web caching?</a:t>
            </a:r>
          </a:p>
          <a:p>
            <a:pPr marL="40798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reduce response time for client request </a:t>
            </a:r>
          </a:p>
          <a:p>
            <a:pPr marL="750888" marR="0" lvl="1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cache is closer to client</a:t>
            </a:r>
          </a:p>
          <a:p>
            <a:pPr marL="40798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reduce traffic on an institution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’s access link</a:t>
            </a:r>
          </a:p>
          <a:p>
            <a:pPr marL="40798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Internet is dense with caches </a:t>
            </a:r>
          </a:p>
          <a:p>
            <a:pPr marL="750888" marR="0" lvl="1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enables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poor” content providers to more effectively deliver content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078A0BA-EA92-E84B-9D25-74AB5B584F39}"/>
              </a:ext>
            </a:extLst>
          </p:cNvPr>
          <p:cNvGrpSpPr/>
          <p:nvPr/>
        </p:nvGrpSpPr>
        <p:grpSpPr>
          <a:xfrm>
            <a:off x="632391" y="3810000"/>
            <a:ext cx="4798594" cy="2217821"/>
            <a:chOff x="632391" y="3810000"/>
            <a:chExt cx="4798594" cy="2217821"/>
          </a:xfrm>
        </p:grpSpPr>
        <p:pic>
          <p:nvPicPr>
            <p:cNvPr id="2" name="Picture 1">
              <a:extLst>
                <a:ext uri="{FF2B5EF4-FFF2-40B4-BE49-F238E27FC236}">
                  <a16:creationId xmlns:a16="http://schemas.microsoft.com/office/drawing/2014/main" id="{A367C1AB-A47E-5446-99C0-0905B5F0557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65462" y="5015497"/>
              <a:ext cx="4324685" cy="452126"/>
            </a:xfrm>
            <a:prstGeom prst="rect">
              <a:avLst/>
            </a:prstGeom>
          </p:spPr>
        </p:pic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BCCF5707-C36A-2B44-B3DE-6F31EEC700E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066130" y="5587331"/>
              <a:ext cx="4364855" cy="440490"/>
            </a:xfrm>
            <a:prstGeom prst="rect">
              <a:avLst/>
            </a:prstGeom>
          </p:spPr>
        </p:pic>
        <p:sp>
          <p:nvSpPr>
            <p:cNvPr id="8" name="Rectangle 3">
              <a:extLst>
                <a:ext uri="{FF2B5EF4-FFF2-40B4-BE49-F238E27FC236}">
                  <a16:creationId xmlns:a16="http://schemas.microsoft.com/office/drawing/2014/main" id="{9E701FCD-5285-BE4B-BD4D-92A5F9D53E0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32391" y="3810000"/>
              <a:ext cx="4757756" cy="1327484"/>
            </a:xfrm>
            <a:prstGeom prst="rect">
              <a:avLst/>
            </a:prstGeom>
          </p:spPr>
          <p:txBody>
            <a:bodyPr/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07988" marR="0" lvl="0" indent="-277813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server tells cache about object’s allowable caching in response header:</a:t>
              </a:r>
            </a:p>
          </p:txBody>
        </p:sp>
      </p:grpSp>
      <p:sp>
        <p:nvSpPr>
          <p:cNvPr id="10" name="Slide Number Placeholder 2">
            <a:extLst>
              <a:ext uri="{FF2B5EF4-FFF2-40B4-BE49-F238E27FC236}">
                <a16:creationId xmlns:a16="http://schemas.microsoft.com/office/drawing/2014/main" id="{293899FF-7A74-EF40-AE83-53C00627833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112433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4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4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4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4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4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5" grpId="0" uiExpand="1" build="p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20E83591-8817-3D4E-B1D7-7CB768593A6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451600" y="3598333"/>
            <a:ext cx="1255183" cy="1030679"/>
          </a:xfrm>
          <a:prstGeom prst="rect">
            <a:avLst/>
          </a:prstGeom>
        </p:spPr>
      </p:pic>
      <p:pic>
        <p:nvPicPr>
          <p:cNvPr id="1026" name="Picture 2" descr="Image result for hot icon">
            <a:extLst>
              <a:ext uri="{FF2B5EF4-FFF2-40B4-BE49-F238E27FC236}">
                <a16:creationId xmlns:a16="http://schemas.microsoft.com/office/drawing/2014/main" id="{A7EAAD91-B13A-FE4B-8E84-68108CE646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20660" y="3598333"/>
            <a:ext cx="721782" cy="7217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>
                <a:ea typeface="ＭＳ Ｐゴシック" panose="020B0600070205080204" pitchFamily="34" charset="-128"/>
              </a:rPr>
              <a:t>Caching example</a:t>
            </a:r>
            <a:endParaRPr lang="en-US" sz="4800" dirty="0"/>
          </a:p>
        </p:txBody>
      </p:sp>
      <p:sp>
        <p:nvSpPr>
          <p:cNvPr id="254" name="Line 2">
            <a:extLst>
              <a:ext uri="{FF2B5EF4-FFF2-40B4-BE49-F238E27FC236}">
                <a16:creationId xmlns:a16="http://schemas.microsoft.com/office/drawing/2014/main" id="{774FD470-E109-844C-8A9E-6F5E6FD1EF6D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3455" y="2487883"/>
            <a:ext cx="285750" cy="11430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5" name="Text Box 50">
            <a:extLst>
              <a:ext uri="{FF2B5EF4-FFF2-40B4-BE49-F238E27FC236}">
                <a16:creationId xmlns:a16="http://schemas.microsoft.com/office/drawing/2014/main" id="{A32DDB4D-8BE1-2B43-89DB-1EA570D47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12330" y="1902096"/>
            <a:ext cx="933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origin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servers</a:t>
            </a:r>
          </a:p>
        </p:txBody>
      </p:sp>
      <p:sp>
        <p:nvSpPr>
          <p:cNvPr id="256" name="Line 51">
            <a:extLst>
              <a:ext uri="{FF2B5EF4-FFF2-40B4-BE49-F238E27FC236}">
                <a16:creationId xmlns:a16="http://schemas.microsoft.com/office/drawing/2014/main" id="{D0BFCD11-A1DC-B64D-A23A-23C7A76C3DB1}"/>
              </a:ext>
            </a:extLst>
          </p:cNvPr>
          <p:cNvSpPr>
            <a:spLocks noChangeShapeType="1"/>
          </p:cNvSpPr>
          <p:nvPr/>
        </p:nvSpPr>
        <p:spPr bwMode="auto">
          <a:xfrm>
            <a:off x="8893080" y="2106883"/>
            <a:ext cx="66675" cy="2762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7" name="Line 52">
            <a:extLst>
              <a:ext uri="{FF2B5EF4-FFF2-40B4-BE49-F238E27FC236}">
                <a16:creationId xmlns:a16="http://schemas.microsoft.com/office/drawing/2014/main" id="{E39DF75E-B023-5548-A7F0-9C4A8ADBD41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521730" y="2144983"/>
            <a:ext cx="9525" cy="2381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8" name="Line 53">
            <a:extLst>
              <a:ext uri="{FF2B5EF4-FFF2-40B4-BE49-F238E27FC236}">
                <a16:creationId xmlns:a16="http://schemas.microsoft.com/office/drawing/2014/main" id="{E3BFB499-7F23-164F-A225-CAAA7B80074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978930" y="2306908"/>
            <a:ext cx="133350" cy="20955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9" name="Line 54">
            <a:extLst>
              <a:ext uri="{FF2B5EF4-FFF2-40B4-BE49-F238E27FC236}">
                <a16:creationId xmlns:a16="http://schemas.microsoft.com/office/drawing/2014/main" id="{24D51B99-FE66-D84E-AF2C-706F58BCCC3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0140855" y="3068908"/>
            <a:ext cx="247650" cy="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0" name="Freeform 55">
            <a:extLst>
              <a:ext uri="{FF2B5EF4-FFF2-40B4-BE49-F238E27FC236}">
                <a16:creationId xmlns:a16="http://schemas.microsoft.com/office/drawing/2014/main" id="{0AF0F7C2-E293-2A4E-B4A0-9966DF5B5243}"/>
              </a:ext>
            </a:extLst>
          </p:cNvPr>
          <p:cNvSpPr>
            <a:spLocks/>
          </p:cNvSpPr>
          <p:nvPr/>
        </p:nvSpPr>
        <p:spPr bwMode="auto">
          <a:xfrm>
            <a:off x="8158067" y="2111064"/>
            <a:ext cx="2174875" cy="1581150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1" name="Text Box 70">
            <a:extLst>
              <a:ext uri="{FF2B5EF4-FFF2-40B4-BE49-F238E27FC236}">
                <a16:creationId xmlns:a16="http://schemas.microsoft.com/office/drawing/2014/main" id="{6E272ACE-5938-0646-A38F-6031C9F458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74030" y="2432321"/>
            <a:ext cx="9318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public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Internet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2" name="Freeform 71">
            <a:extLst>
              <a:ext uri="{FF2B5EF4-FFF2-40B4-BE49-F238E27FC236}">
                <a16:creationId xmlns:a16="http://schemas.microsoft.com/office/drawing/2014/main" id="{A7C4DEB4-E3E6-8547-B127-1273B3D3EA69}"/>
              </a:ext>
            </a:extLst>
          </p:cNvPr>
          <p:cNvSpPr>
            <a:spLocks/>
          </p:cNvSpPr>
          <p:nvPr/>
        </p:nvSpPr>
        <p:spPr bwMode="auto">
          <a:xfrm>
            <a:off x="7762780" y="4516708"/>
            <a:ext cx="2965450" cy="1390650"/>
          </a:xfrm>
          <a:custGeom>
            <a:avLst/>
            <a:gdLst>
              <a:gd name="T0" fmla="*/ 2147483647 w 1868"/>
              <a:gd name="T1" fmla="*/ 2147483647 h 876"/>
              <a:gd name="T2" fmla="*/ 2147483647 w 1868"/>
              <a:gd name="T3" fmla="*/ 2147483647 h 876"/>
              <a:gd name="T4" fmla="*/ 2147483647 w 1868"/>
              <a:gd name="T5" fmla="*/ 2147483647 h 876"/>
              <a:gd name="T6" fmla="*/ 2147483647 w 1868"/>
              <a:gd name="T7" fmla="*/ 2147483647 h 876"/>
              <a:gd name="T8" fmla="*/ 2147483647 w 1868"/>
              <a:gd name="T9" fmla="*/ 2147483647 h 876"/>
              <a:gd name="T10" fmla="*/ 2147483647 w 1868"/>
              <a:gd name="T11" fmla="*/ 2147483647 h 876"/>
              <a:gd name="T12" fmla="*/ 2147483647 w 1868"/>
              <a:gd name="T13" fmla="*/ 2147483647 h 876"/>
              <a:gd name="T14" fmla="*/ 2147483647 w 1868"/>
              <a:gd name="T15" fmla="*/ 2147483647 h 876"/>
              <a:gd name="T16" fmla="*/ 2147483647 w 1868"/>
              <a:gd name="T17" fmla="*/ 2147483647 h 876"/>
              <a:gd name="T18" fmla="*/ 2147483647 w 1868"/>
              <a:gd name="T19" fmla="*/ 2147483647 h 876"/>
              <a:gd name="T20" fmla="*/ 2147483647 w 1868"/>
              <a:gd name="T21" fmla="*/ 2147483647 h 8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68"/>
              <a:gd name="T34" fmla="*/ 0 h 876"/>
              <a:gd name="T35" fmla="*/ 1868 w 1868"/>
              <a:gd name="T36" fmla="*/ 876 h 87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68" h="876">
                <a:moveTo>
                  <a:pt x="31" y="327"/>
                </a:moveTo>
                <a:cubicBezTo>
                  <a:pt x="20" y="237"/>
                  <a:pt x="0" y="189"/>
                  <a:pt x="103" y="137"/>
                </a:cubicBezTo>
                <a:cubicBezTo>
                  <a:pt x="206" y="85"/>
                  <a:pt x="476" y="34"/>
                  <a:pt x="649" y="17"/>
                </a:cubicBezTo>
                <a:cubicBezTo>
                  <a:pt x="822" y="0"/>
                  <a:pt x="955" y="18"/>
                  <a:pt x="1141" y="35"/>
                </a:cubicBezTo>
                <a:cubicBezTo>
                  <a:pt x="1327" y="52"/>
                  <a:pt x="1658" y="3"/>
                  <a:pt x="1763" y="121"/>
                </a:cubicBezTo>
                <a:cubicBezTo>
                  <a:pt x="1868" y="239"/>
                  <a:pt x="1840" y="621"/>
                  <a:pt x="1774" y="741"/>
                </a:cubicBezTo>
                <a:cubicBezTo>
                  <a:pt x="1708" y="861"/>
                  <a:pt x="1534" y="827"/>
                  <a:pt x="1369" y="845"/>
                </a:cubicBezTo>
                <a:cubicBezTo>
                  <a:pt x="1204" y="863"/>
                  <a:pt x="935" y="851"/>
                  <a:pt x="781" y="851"/>
                </a:cubicBezTo>
                <a:cubicBezTo>
                  <a:pt x="627" y="851"/>
                  <a:pt x="549" y="876"/>
                  <a:pt x="447" y="847"/>
                </a:cubicBezTo>
                <a:cubicBezTo>
                  <a:pt x="345" y="818"/>
                  <a:pt x="237" y="762"/>
                  <a:pt x="168" y="676"/>
                </a:cubicBezTo>
                <a:cubicBezTo>
                  <a:pt x="98" y="589"/>
                  <a:pt x="29" y="468"/>
                  <a:pt x="31" y="327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3" name="Line 77">
            <a:extLst>
              <a:ext uri="{FF2B5EF4-FFF2-40B4-BE49-F238E27FC236}">
                <a16:creationId xmlns:a16="http://schemas.microsoft.com/office/drawing/2014/main" id="{0E1C7AA0-FA95-B844-83B1-903DF41A68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97755" y="4780233"/>
            <a:ext cx="855662" cy="4318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4" name="Line 78">
            <a:extLst>
              <a:ext uri="{FF2B5EF4-FFF2-40B4-BE49-F238E27FC236}">
                <a16:creationId xmlns:a16="http://schemas.microsoft.com/office/drawing/2014/main" id="{0173F26E-AC6F-FD4F-995F-CADED52CD4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707342" y="4827858"/>
            <a:ext cx="563563" cy="3937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5" name="Line 79">
            <a:extLst>
              <a:ext uri="{FF2B5EF4-FFF2-40B4-BE49-F238E27FC236}">
                <a16:creationId xmlns:a16="http://schemas.microsoft.com/office/drawing/2014/main" id="{3CEA4312-2D22-9340-9D8D-17C8CC88AE0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245505" y="4834208"/>
            <a:ext cx="149225" cy="38258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7" name="Line 95">
            <a:extLst>
              <a:ext uri="{FF2B5EF4-FFF2-40B4-BE49-F238E27FC236}">
                <a16:creationId xmlns:a16="http://schemas.microsoft.com/office/drawing/2014/main" id="{7E28B523-ED73-8C40-ACD2-43F86A8C48E6}"/>
              </a:ext>
            </a:extLst>
          </p:cNvPr>
          <p:cNvSpPr>
            <a:spLocks noChangeShapeType="1"/>
          </p:cNvSpPr>
          <p:nvPr/>
        </p:nvSpPr>
        <p:spPr bwMode="auto">
          <a:xfrm>
            <a:off x="9407430" y="3545158"/>
            <a:ext cx="0" cy="106203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8" name="Text Box 97">
            <a:extLst>
              <a:ext uri="{FF2B5EF4-FFF2-40B4-BE49-F238E27FC236}">
                <a16:creationId xmlns:a16="http://schemas.microsoft.com/office/drawing/2014/main" id="{C679E988-7156-B949-B8A6-F53CA81FBD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5480" y="4357958"/>
            <a:ext cx="11985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institutional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9" name="Text Box 98">
            <a:extLst>
              <a:ext uri="{FF2B5EF4-FFF2-40B4-BE49-F238E27FC236}">
                <a16:creationId xmlns:a16="http://schemas.microsoft.com/office/drawing/2014/main" id="{67295E16-B892-F14C-929B-3E20FB1090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83667" y="4738958"/>
            <a:ext cx="12906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Gbps LAN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70" name="Text Box 99">
            <a:extLst>
              <a:ext uri="{FF2B5EF4-FFF2-40B4-BE49-F238E27FC236}">
                <a16:creationId xmlns:a16="http://schemas.microsoft.com/office/drawing/2014/main" id="{6A31B9E8-42B5-DA4F-BEEB-38A1A2168C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9017" y="3734071"/>
            <a:ext cx="11906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1.54 Mbps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access link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90" name="Oval 137">
            <a:extLst>
              <a:ext uri="{FF2B5EF4-FFF2-40B4-BE49-F238E27FC236}">
                <a16:creationId xmlns:a16="http://schemas.microsoft.com/office/drawing/2014/main" id="{A9F8C12A-15DE-3145-8755-75410365A5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3717" y="4370340"/>
            <a:ext cx="940980" cy="509975"/>
          </a:xfrm>
          <a:prstGeom prst="ellips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alt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92" name="Group 139">
            <a:extLst>
              <a:ext uri="{FF2B5EF4-FFF2-40B4-BE49-F238E27FC236}">
                <a16:creationId xmlns:a16="http://schemas.microsoft.com/office/drawing/2014/main" id="{F9E9E22C-69D8-A847-9177-B4D5A14ECA28}"/>
              </a:ext>
            </a:extLst>
          </p:cNvPr>
          <p:cNvGrpSpPr>
            <a:grpSpLocks/>
          </p:cNvGrpSpPr>
          <p:nvPr/>
        </p:nvGrpSpPr>
        <p:grpSpPr bwMode="auto">
          <a:xfrm>
            <a:off x="7735792" y="2035446"/>
            <a:ext cx="377825" cy="576262"/>
            <a:chOff x="4140" y="429"/>
            <a:chExt cx="1425" cy="2396"/>
          </a:xfrm>
        </p:grpSpPr>
        <p:sp>
          <p:nvSpPr>
            <p:cNvPr id="293" name="Freeform 140">
              <a:extLst>
                <a:ext uri="{FF2B5EF4-FFF2-40B4-BE49-F238E27FC236}">
                  <a16:creationId xmlns:a16="http://schemas.microsoft.com/office/drawing/2014/main" id="{86EDF6AA-4B2E-6342-9BFA-CFF30B1C2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4" name="Rectangle 141">
              <a:extLst>
                <a:ext uri="{FF2B5EF4-FFF2-40B4-BE49-F238E27FC236}">
                  <a16:creationId xmlns:a16="http://schemas.microsoft.com/office/drawing/2014/main" id="{6B9D834D-0DEE-9248-AD7A-C2D336AEB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5" name="Freeform 142">
              <a:extLst>
                <a:ext uri="{FF2B5EF4-FFF2-40B4-BE49-F238E27FC236}">
                  <a16:creationId xmlns:a16="http://schemas.microsoft.com/office/drawing/2014/main" id="{29245DF3-F7D6-B840-B253-23D4A8D2C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6" name="Freeform 143">
              <a:extLst>
                <a:ext uri="{FF2B5EF4-FFF2-40B4-BE49-F238E27FC236}">
                  <a16:creationId xmlns:a16="http://schemas.microsoft.com/office/drawing/2014/main" id="{B747AC17-9BF4-BB41-A5DA-D229A9BA1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7" name="Rectangle 144">
              <a:extLst>
                <a:ext uri="{FF2B5EF4-FFF2-40B4-BE49-F238E27FC236}">
                  <a16:creationId xmlns:a16="http://schemas.microsoft.com/office/drawing/2014/main" id="{1B65D50E-A82B-7347-A7F6-556D3939D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8" name="Group 145">
              <a:extLst>
                <a:ext uri="{FF2B5EF4-FFF2-40B4-BE49-F238E27FC236}">
                  <a16:creationId xmlns:a16="http://schemas.microsoft.com/office/drawing/2014/main" id="{E47B5BD8-DFF7-9441-92CB-80BB05AB6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23" name="AutoShape 146">
                <a:extLst>
                  <a:ext uri="{FF2B5EF4-FFF2-40B4-BE49-F238E27FC236}">
                    <a16:creationId xmlns:a16="http://schemas.microsoft.com/office/drawing/2014/main" id="{B75BF63D-E7E0-6640-A10B-E09175442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4" name="AutoShape 147">
                <a:extLst>
                  <a:ext uri="{FF2B5EF4-FFF2-40B4-BE49-F238E27FC236}">
                    <a16:creationId xmlns:a16="http://schemas.microsoft.com/office/drawing/2014/main" id="{074358F6-E1DA-D042-B053-9C4C54023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9" name="Rectangle 148">
              <a:extLst>
                <a:ext uri="{FF2B5EF4-FFF2-40B4-BE49-F238E27FC236}">
                  <a16:creationId xmlns:a16="http://schemas.microsoft.com/office/drawing/2014/main" id="{DECDE972-9E25-674C-ACC1-43F55CD92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0" name="Group 149">
              <a:extLst>
                <a:ext uri="{FF2B5EF4-FFF2-40B4-BE49-F238E27FC236}">
                  <a16:creationId xmlns:a16="http://schemas.microsoft.com/office/drawing/2014/main" id="{82296A06-752A-254D-8846-4D0F3F43F2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1" name="AutoShape 150">
                <a:extLst>
                  <a:ext uri="{FF2B5EF4-FFF2-40B4-BE49-F238E27FC236}">
                    <a16:creationId xmlns:a16="http://schemas.microsoft.com/office/drawing/2014/main" id="{F5A8BC22-523A-4147-9575-B8F7D060F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2" name="AutoShape 151">
                <a:extLst>
                  <a:ext uri="{FF2B5EF4-FFF2-40B4-BE49-F238E27FC236}">
                    <a16:creationId xmlns:a16="http://schemas.microsoft.com/office/drawing/2014/main" id="{EAF2AC7F-A8C0-FC4F-8C37-5D458F19B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1" name="Rectangle 152">
              <a:extLst>
                <a:ext uri="{FF2B5EF4-FFF2-40B4-BE49-F238E27FC236}">
                  <a16:creationId xmlns:a16="http://schemas.microsoft.com/office/drawing/2014/main" id="{4F90A69C-CEC4-A24D-9C82-52BA6FC89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2" name="Rectangle 153">
              <a:extLst>
                <a:ext uri="{FF2B5EF4-FFF2-40B4-BE49-F238E27FC236}">
                  <a16:creationId xmlns:a16="http://schemas.microsoft.com/office/drawing/2014/main" id="{4EAFCA72-25B7-7747-916E-327595FFD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3" name="Group 154">
              <a:extLst>
                <a:ext uri="{FF2B5EF4-FFF2-40B4-BE49-F238E27FC236}">
                  <a16:creationId xmlns:a16="http://schemas.microsoft.com/office/drawing/2014/main" id="{8277CD38-8B7B-9748-AD3B-10D14BC1AA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9" name="AutoShape 155">
                <a:extLst>
                  <a:ext uri="{FF2B5EF4-FFF2-40B4-BE49-F238E27FC236}">
                    <a16:creationId xmlns:a16="http://schemas.microsoft.com/office/drawing/2014/main" id="{5B02472C-767E-8C4B-A1E5-693F9C4C2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0" name="AutoShape 156">
                <a:extLst>
                  <a:ext uri="{FF2B5EF4-FFF2-40B4-BE49-F238E27FC236}">
                    <a16:creationId xmlns:a16="http://schemas.microsoft.com/office/drawing/2014/main" id="{DA6E1AA2-450F-174D-A85C-5D39B60AB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4" name="Freeform 157">
              <a:extLst>
                <a:ext uri="{FF2B5EF4-FFF2-40B4-BE49-F238E27FC236}">
                  <a16:creationId xmlns:a16="http://schemas.microsoft.com/office/drawing/2014/main" id="{43557BDC-C555-5040-B5DB-5D425E9BF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5" name="Group 158">
              <a:extLst>
                <a:ext uri="{FF2B5EF4-FFF2-40B4-BE49-F238E27FC236}">
                  <a16:creationId xmlns:a16="http://schemas.microsoft.com/office/drawing/2014/main" id="{C333E870-3BD7-C645-AAC2-98508A7E36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7" name="AutoShape 159">
                <a:extLst>
                  <a:ext uri="{FF2B5EF4-FFF2-40B4-BE49-F238E27FC236}">
                    <a16:creationId xmlns:a16="http://schemas.microsoft.com/office/drawing/2014/main" id="{EFC968C4-6392-E247-9A44-0D21D80BC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8" name="AutoShape 160">
                <a:extLst>
                  <a:ext uri="{FF2B5EF4-FFF2-40B4-BE49-F238E27FC236}">
                    <a16:creationId xmlns:a16="http://schemas.microsoft.com/office/drawing/2014/main" id="{9315F821-D903-1C43-B0DF-C13E1CFC6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6" name="Rectangle 161">
              <a:extLst>
                <a:ext uri="{FF2B5EF4-FFF2-40B4-BE49-F238E27FC236}">
                  <a16:creationId xmlns:a16="http://schemas.microsoft.com/office/drawing/2014/main" id="{4A93E05B-231B-8F4E-AC44-1E61C8779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7" name="Freeform 162">
              <a:extLst>
                <a:ext uri="{FF2B5EF4-FFF2-40B4-BE49-F238E27FC236}">
                  <a16:creationId xmlns:a16="http://schemas.microsoft.com/office/drawing/2014/main" id="{A81021FA-3B4B-8540-B233-88280DF91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8" name="Freeform 163">
              <a:extLst>
                <a:ext uri="{FF2B5EF4-FFF2-40B4-BE49-F238E27FC236}">
                  <a16:creationId xmlns:a16="http://schemas.microsoft.com/office/drawing/2014/main" id="{B4BBCFA8-CE65-3B46-B8C0-90C8E2A9F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9" name="Oval 164">
              <a:extLst>
                <a:ext uri="{FF2B5EF4-FFF2-40B4-BE49-F238E27FC236}">
                  <a16:creationId xmlns:a16="http://schemas.microsoft.com/office/drawing/2014/main" id="{5BC0A35E-B59B-2747-AF4F-E2B7BF2E9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0" name="Freeform 165">
              <a:extLst>
                <a:ext uri="{FF2B5EF4-FFF2-40B4-BE49-F238E27FC236}">
                  <a16:creationId xmlns:a16="http://schemas.microsoft.com/office/drawing/2014/main" id="{18C56782-0533-9C40-9224-8F36130D8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1" name="AutoShape 166">
              <a:extLst>
                <a:ext uri="{FF2B5EF4-FFF2-40B4-BE49-F238E27FC236}">
                  <a16:creationId xmlns:a16="http://schemas.microsoft.com/office/drawing/2014/main" id="{B68A6AC7-4ED2-D44E-90B8-E63CF73BB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2" name="AutoShape 167">
              <a:extLst>
                <a:ext uri="{FF2B5EF4-FFF2-40B4-BE49-F238E27FC236}">
                  <a16:creationId xmlns:a16="http://schemas.microsoft.com/office/drawing/2014/main" id="{906EF179-00FE-3F4F-AD8D-E9B8F23DE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3" name="Oval 168">
              <a:extLst>
                <a:ext uri="{FF2B5EF4-FFF2-40B4-BE49-F238E27FC236}">
                  <a16:creationId xmlns:a16="http://schemas.microsoft.com/office/drawing/2014/main" id="{714D65B7-5EDC-2840-9C29-D308D9655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4" name="Oval 169">
              <a:extLst>
                <a:ext uri="{FF2B5EF4-FFF2-40B4-BE49-F238E27FC236}">
                  <a16:creationId xmlns:a16="http://schemas.microsoft.com/office/drawing/2014/main" id="{E64A117A-C67D-AB41-A8E7-4A508BB31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15" name="Oval 170">
              <a:extLst>
                <a:ext uri="{FF2B5EF4-FFF2-40B4-BE49-F238E27FC236}">
                  <a16:creationId xmlns:a16="http://schemas.microsoft.com/office/drawing/2014/main" id="{C59668D3-09F9-BD44-8596-C01818912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6" name="Rectangle 171">
              <a:extLst>
                <a:ext uri="{FF2B5EF4-FFF2-40B4-BE49-F238E27FC236}">
                  <a16:creationId xmlns:a16="http://schemas.microsoft.com/office/drawing/2014/main" id="{8E530C7C-3D86-3C4B-891E-CB9AC883F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25" name="Group 172">
            <a:extLst>
              <a:ext uri="{FF2B5EF4-FFF2-40B4-BE49-F238E27FC236}">
                <a16:creationId xmlns:a16="http://schemas.microsoft.com/office/drawing/2014/main" id="{F34C0BB9-9ECA-9B40-B10C-16DEDBDC16C3}"/>
              </a:ext>
            </a:extLst>
          </p:cNvPr>
          <p:cNvGrpSpPr>
            <a:grpSpLocks/>
          </p:cNvGrpSpPr>
          <p:nvPr/>
        </p:nvGrpSpPr>
        <p:grpSpPr bwMode="auto">
          <a:xfrm>
            <a:off x="7885017" y="5148533"/>
            <a:ext cx="525463" cy="557213"/>
            <a:chOff x="-44" y="1473"/>
            <a:chExt cx="981" cy="1105"/>
          </a:xfrm>
        </p:grpSpPr>
        <p:pic>
          <p:nvPicPr>
            <p:cNvPr id="326" name="Picture 173" descr="desktop_computer_stylized_medium">
              <a:extLst>
                <a:ext uri="{FF2B5EF4-FFF2-40B4-BE49-F238E27FC236}">
                  <a16:creationId xmlns:a16="http://schemas.microsoft.com/office/drawing/2014/main" id="{58DEA6BA-6A8A-414B-A5D1-8C42E963B5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7" name="Freeform 174">
              <a:extLst>
                <a:ext uri="{FF2B5EF4-FFF2-40B4-BE49-F238E27FC236}">
                  <a16:creationId xmlns:a16="http://schemas.microsoft.com/office/drawing/2014/main" id="{5636D377-DB0D-6F40-811F-10EE64604D6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28" name="Group 175">
            <a:extLst>
              <a:ext uri="{FF2B5EF4-FFF2-40B4-BE49-F238E27FC236}">
                <a16:creationId xmlns:a16="http://schemas.microsoft.com/office/drawing/2014/main" id="{7306AC90-5B34-3F4E-B626-0E34022A31C8}"/>
              </a:ext>
            </a:extLst>
          </p:cNvPr>
          <p:cNvGrpSpPr>
            <a:grpSpLocks/>
          </p:cNvGrpSpPr>
          <p:nvPr/>
        </p:nvGrpSpPr>
        <p:grpSpPr bwMode="auto">
          <a:xfrm>
            <a:off x="8650192" y="1557608"/>
            <a:ext cx="377825" cy="576263"/>
            <a:chOff x="4140" y="429"/>
            <a:chExt cx="1425" cy="2396"/>
          </a:xfrm>
        </p:grpSpPr>
        <p:sp>
          <p:nvSpPr>
            <p:cNvPr id="329" name="Freeform 176">
              <a:extLst>
                <a:ext uri="{FF2B5EF4-FFF2-40B4-BE49-F238E27FC236}">
                  <a16:creationId xmlns:a16="http://schemas.microsoft.com/office/drawing/2014/main" id="{F3CFDF78-3F2C-B047-99D5-2F35E0D1B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0" name="Rectangle 177">
              <a:extLst>
                <a:ext uri="{FF2B5EF4-FFF2-40B4-BE49-F238E27FC236}">
                  <a16:creationId xmlns:a16="http://schemas.microsoft.com/office/drawing/2014/main" id="{6D671750-A74B-B64E-8E68-C40948E6D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1" name="Freeform 178">
              <a:extLst>
                <a:ext uri="{FF2B5EF4-FFF2-40B4-BE49-F238E27FC236}">
                  <a16:creationId xmlns:a16="http://schemas.microsoft.com/office/drawing/2014/main" id="{9438FA78-1938-514C-80BF-10ED666E3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2" name="Freeform 179">
              <a:extLst>
                <a:ext uri="{FF2B5EF4-FFF2-40B4-BE49-F238E27FC236}">
                  <a16:creationId xmlns:a16="http://schemas.microsoft.com/office/drawing/2014/main" id="{FD23EFF2-90E8-9045-936A-06124249A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3" name="Rectangle 180">
              <a:extLst>
                <a:ext uri="{FF2B5EF4-FFF2-40B4-BE49-F238E27FC236}">
                  <a16:creationId xmlns:a16="http://schemas.microsoft.com/office/drawing/2014/main" id="{C3C9A679-FD27-EE4A-B715-049B9DDB6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4" name="Group 181">
              <a:extLst>
                <a:ext uri="{FF2B5EF4-FFF2-40B4-BE49-F238E27FC236}">
                  <a16:creationId xmlns:a16="http://schemas.microsoft.com/office/drawing/2014/main" id="{F5C3481D-451B-B142-A35C-15C582D38E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59" name="AutoShape 182">
                <a:extLst>
                  <a:ext uri="{FF2B5EF4-FFF2-40B4-BE49-F238E27FC236}">
                    <a16:creationId xmlns:a16="http://schemas.microsoft.com/office/drawing/2014/main" id="{2C243628-F48B-0247-9C77-CADC193BA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0" name="AutoShape 183">
                <a:extLst>
                  <a:ext uri="{FF2B5EF4-FFF2-40B4-BE49-F238E27FC236}">
                    <a16:creationId xmlns:a16="http://schemas.microsoft.com/office/drawing/2014/main" id="{C3D71DA0-C793-D949-906B-887E37FD0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5" name="Rectangle 184">
              <a:extLst>
                <a:ext uri="{FF2B5EF4-FFF2-40B4-BE49-F238E27FC236}">
                  <a16:creationId xmlns:a16="http://schemas.microsoft.com/office/drawing/2014/main" id="{246902F9-C4DC-454E-9DA0-3D5842DB3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6" name="Group 185">
              <a:extLst>
                <a:ext uri="{FF2B5EF4-FFF2-40B4-BE49-F238E27FC236}">
                  <a16:creationId xmlns:a16="http://schemas.microsoft.com/office/drawing/2014/main" id="{7667DA9A-FE8F-654A-8B9E-218AADDABF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57" name="AutoShape 186">
                <a:extLst>
                  <a:ext uri="{FF2B5EF4-FFF2-40B4-BE49-F238E27FC236}">
                    <a16:creationId xmlns:a16="http://schemas.microsoft.com/office/drawing/2014/main" id="{89170F11-7571-2B45-8719-95E83BC65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8" name="AutoShape 187">
                <a:extLst>
                  <a:ext uri="{FF2B5EF4-FFF2-40B4-BE49-F238E27FC236}">
                    <a16:creationId xmlns:a16="http://schemas.microsoft.com/office/drawing/2014/main" id="{E76D6632-4213-1A4C-994D-E58521FFA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7" name="Rectangle 188">
              <a:extLst>
                <a:ext uri="{FF2B5EF4-FFF2-40B4-BE49-F238E27FC236}">
                  <a16:creationId xmlns:a16="http://schemas.microsoft.com/office/drawing/2014/main" id="{042D5530-947C-8042-964E-981127ADC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" name="Rectangle 189">
              <a:extLst>
                <a:ext uri="{FF2B5EF4-FFF2-40B4-BE49-F238E27FC236}">
                  <a16:creationId xmlns:a16="http://schemas.microsoft.com/office/drawing/2014/main" id="{2F89380A-7E24-A848-A517-F0FC73692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9" name="Group 190">
              <a:extLst>
                <a:ext uri="{FF2B5EF4-FFF2-40B4-BE49-F238E27FC236}">
                  <a16:creationId xmlns:a16="http://schemas.microsoft.com/office/drawing/2014/main" id="{38C1848A-3B99-B348-91C8-29218555E8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55" name="AutoShape 191">
                <a:extLst>
                  <a:ext uri="{FF2B5EF4-FFF2-40B4-BE49-F238E27FC236}">
                    <a16:creationId xmlns:a16="http://schemas.microsoft.com/office/drawing/2014/main" id="{676776FA-ACE8-1B44-A3F2-EE744FFE1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6" name="AutoShape 192">
                <a:extLst>
                  <a:ext uri="{FF2B5EF4-FFF2-40B4-BE49-F238E27FC236}">
                    <a16:creationId xmlns:a16="http://schemas.microsoft.com/office/drawing/2014/main" id="{642A052A-BC62-D049-9EBF-AC2B9D28A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0" name="Freeform 193">
              <a:extLst>
                <a:ext uri="{FF2B5EF4-FFF2-40B4-BE49-F238E27FC236}">
                  <a16:creationId xmlns:a16="http://schemas.microsoft.com/office/drawing/2014/main" id="{20022731-282E-5349-BD84-5AC931894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1" name="Group 194">
              <a:extLst>
                <a:ext uri="{FF2B5EF4-FFF2-40B4-BE49-F238E27FC236}">
                  <a16:creationId xmlns:a16="http://schemas.microsoft.com/office/drawing/2014/main" id="{C8EEA896-B8C6-834F-9741-B4BC689404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53" name="AutoShape 195">
                <a:extLst>
                  <a:ext uri="{FF2B5EF4-FFF2-40B4-BE49-F238E27FC236}">
                    <a16:creationId xmlns:a16="http://schemas.microsoft.com/office/drawing/2014/main" id="{FAEB0127-5E88-8848-A1E8-FCDC82E85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4" name="AutoShape 196">
                <a:extLst>
                  <a:ext uri="{FF2B5EF4-FFF2-40B4-BE49-F238E27FC236}">
                    <a16:creationId xmlns:a16="http://schemas.microsoft.com/office/drawing/2014/main" id="{F6C14D4D-54BC-0347-8DE7-8C387B0DE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2" name="Rectangle 197">
              <a:extLst>
                <a:ext uri="{FF2B5EF4-FFF2-40B4-BE49-F238E27FC236}">
                  <a16:creationId xmlns:a16="http://schemas.microsoft.com/office/drawing/2014/main" id="{DE2B5795-02B3-824F-BFB7-9E4468C2E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3" name="Freeform 198">
              <a:extLst>
                <a:ext uri="{FF2B5EF4-FFF2-40B4-BE49-F238E27FC236}">
                  <a16:creationId xmlns:a16="http://schemas.microsoft.com/office/drawing/2014/main" id="{30654D98-FCC5-4940-8B89-40DEC14D2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4" name="Freeform 199">
              <a:extLst>
                <a:ext uri="{FF2B5EF4-FFF2-40B4-BE49-F238E27FC236}">
                  <a16:creationId xmlns:a16="http://schemas.microsoft.com/office/drawing/2014/main" id="{DB2F1485-9F89-A14E-B2B0-E716B66FE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5" name="Oval 200">
              <a:extLst>
                <a:ext uri="{FF2B5EF4-FFF2-40B4-BE49-F238E27FC236}">
                  <a16:creationId xmlns:a16="http://schemas.microsoft.com/office/drawing/2014/main" id="{0913F7BB-B350-6F4C-8E3C-B4373B6BB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6" name="Freeform 201">
              <a:extLst>
                <a:ext uri="{FF2B5EF4-FFF2-40B4-BE49-F238E27FC236}">
                  <a16:creationId xmlns:a16="http://schemas.microsoft.com/office/drawing/2014/main" id="{D806CA0F-D39E-1044-8994-B3481BAC5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7" name="AutoShape 202">
              <a:extLst>
                <a:ext uri="{FF2B5EF4-FFF2-40B4-BE49-F238E27FC236}">
                  <a16:creationId xmlns:a16="http://schemas.microsoft.com/office/drawing/2014/main" id="{653E2F84-88DD-4C48-9132-5E9C22D3C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" name="AutoShape 203">
              <a:extLst>
                <a:ext uri="{FF2B5EF4-FFF2-40B4-BE49-F238E27FC236}">
                  <a16:creationId xmlns:a16="http://schemas.microsoft.com/office/drawing/2014/main" id="{7C1622A3-9F30-FA42-9B80-C8BB00A05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9" name="Oval 204">
              <a:extLst>
                <a:ext uri="{FF2B5EF4-FFF2-40B4-BE49-F238E27FC236}">
                  <a16:creationId xmlns:a16="http://schemas.microsoft.com/office/drawing/2014/main" id="{432A4179-C51B-DE48-94FC-B7412F4DD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0" name="Oval 205">
              <a:extLst>
                <a:ext uri="{FF2B5EF4-FFF2-40B4-BE49-F238E27FC236}">
                  <a16:creationId xmlns:a16="http://schemas.microsoft.com/office/drawing/2014/main" id="{9EF71E96-D069-134D-9318-D85F7FF2C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51" name="Oval 206">
              <a:extLst>
                <a:ext uri="{FF2B5EF4-FFF2-40B4-BE49-F238E27FC236}">
                  <a16:creationId xmlns:a16="http://schemas.microsoft.com/office/drawing/2014/main" id="{3E78A6EB-9CEA-E74E-91AB-439D7171D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2" name="Rectangle 207">
              <a:extLst>
                <a:ext uri="{FF2B5EF4-FFF2-40B4-BE49-F238E27FC236}">
                  <a16:creationId xmlns:a16="http://schemas.microsoft.com/office/drawing/2014/main" id="{1A62E052-D07D-6743-8E2D-F67E3E528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61" name="Group 208">
            <a:extLst>
              <a:ext uri="{FF2B5EF4-FFF2-40B4-BE49-F238E27FC236}">
                <a16:creationId xmlns:a16="http://schemas.microsoft.com/office/drawing/2014/main" id="{6A05235C-3E77-6F4F-8ADA-6D04AB8484D1}"/>
              </a:ext>
            </a:extLst>
          </p:cNvPr>
          <p:cNvGrpSpPr>
            <a:grpSpLocks/>
          </p:cNvGrpSpPr>
          <p:nvPr/>
        </p:nvGrpSpPr>
        <p:grpSpPr bwMode="auto">
          <a:xfrm>
            <a:off x="9402667" y="1589358"/>
            <a:ext cx="377825" cy="576263"/>
            <a:chOff x="4140" y="429"/>
            <a:chExt cx="1425" cy="2396"/>
          </a:xfrm>
        </p:grpSpPr>
        <p:sp>
          <p:nvSpPr>
            <p:cNvPr id="362" name="Freeform 209">
              <a:extLst>
                <a:ext uri="{FF2B5EF4-FFF2-40B4-BE49-F238E27FC236}">
                  <a16:creationId xmlns:a16="http://schemas.microsoft.com/office/drawing/2014/main" id="{D166875E-AD19-804C-965F-CDAED7A64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3" name="Rectangle 210">
              <a:extLst>
                <a:ext uri="{FF2B5EF4-FFF2-40B4-BE49-F238E27FC236}">
                  <a16:creationId xmlns:a16="http://schemas.microsoft.com/office/drawing/2014/main" id="{EC5E264D-98A2-B44D-B995-4CB53C25E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4" name="Freeform 211">
              <a:extLst>
                <a:ext uri="{FF2B5EF4-FFF2-40B4-BE49-F238E27FC236}">
                  <a16:creationId xmlns:a16="http://schemas.microsoft.com/office/drawing/2014/main" id="{C1CF933D-FB73-3240-9F1D-5EED49E6A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5" name="Freeform 212">
              <a:extLst>
                <a:ext uri="{FF2B5EF4-FFF2-40B4-BE49-F238E27FC236}">
                  <a16:creationId xmlns:a16="http://schemas.microsoft.com/office/drawing/2014/main" id="{0FC67CB2-6BE1-1847-A437-D99084C5C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6" name="Rectangle 213">
              <a:extLst>
                <a:ext uri="{FF2B5EF4-FFF2-40B4-BE49-F238E27FC236}">
                  <a16:creationId xmlns:a16="http://schemas.microsoft.com/office/drawing/2014/main" id="{14B7D932-BBFC-B74D-816C-440DB3FEB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67" name="Group 214">
              <a:extLst>
                <a:ext uri="{FF2B5EF4-FFF2-40B4-BE49-F238E27FC236}">
                  <a16:creationId xmlns:a16="http://schemas.microsoft.com/office/drawing/2014/main" id="{904783F7-C673-AC48-8DEC-45B791D2E0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92" name="AutoShape 215">
                <a:extLst>
                  <a:ext uri="{FF2B5EF4-FFF2-40B4-BE49-F238E27FC236}">
                    <a16:creationId xmlns:a16="http://schemas.microsoft.com/office/drawing/2014/main" id="{259ABA3E-950D-BF40-AF00-89747854A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3" name="AutoShape 216">
                <a:extLst>
                  <a:ext uri="{FF2B5EF4-FFF2-40B4-BE49-F238E27FC236}">
                    <a16:creationId xmlns:a16="http://schemas.microsoft.com/office/drawing/2014/main" id="{D537C256-5556-E84D-BFD9-801601AF6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8" name="Rectangle 217">
              <a:extLst>
                <a:ext uri="{FF2B5EF4-FFF2-40B4-BE49-F238E27FC236}">
                  <a16:creationId xmlns:a16="http://schemas.microsoft.com/office/drawing/2014/main" id="{6A16D193-BA00-FA4C-84D3-5F7B5C031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69" name="Group 218">
              <a:extLst>
                <a:ext uri="{FF2B5EF4-FFF2-40B4-BE49-F238E27FC236}">
                  <a16:creationId xmlns:a16="http://schemas.microsoft.com/office/drawing/2014/main" id="{7151F57C-7772-D741-B346-9FD22AFEAC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90" name="AutoShape 219">
                <a:extLst>
                  <a:ext uri="{FF2B5EF4-FFF2-40B4-BE49-F238E27FC236}">
                    <a16:creationId xmlns:a16="http://schemas.microsoft.com/office/drawing/2014/main" id="{28A8406C-AFA4-F94B-A2C4-E4FFB185C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1" name="AutoShape 220">
                <a:extLst>
                  <a:ext uri="{FF2B5EF4-FFF2-40B4-BE49-F238E27FC236}">
                    <a16:creationId xmlns:a16="http://schemas.microsoft.com/office/drawing/2014/main" id="{9A186499-2183-C24F-89D0-ACB1D39A2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70" name="Rectangle 221">
              <a:extLst>
                <a:ext uri="{FF2B5EF4-FFF2-40B4-BE49-F238E27FC236}">
                  <a16:creationId xmlns:a16="http://schemas.microsoft.com/office/drawing/2014/main" id="{6959C99C-8685-CE45-B4A0-BEEBD9CE6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1" name="Rectangle 222">
              <a:extLst>
                <a:ext uri="{FF2B5EF4-FFF2-40B4-BE49-F238E27FC236}">
                  <a16:creationId xmlns:a16="http://schemas.microsoft.com/office/drawing/2014/main" id="{0CEC0CDC-F36A-E147-800E-4BFDDC412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72" name="Group 223">
              <a:extLst>
                <a:ext uri="{FF2B5EF4-FFF2-40B4-BE49-F238E27FC236}">
                  <a16:creationId xmlns:a16="http://schemas.microsoft.com/office/drawing/2014/main" id="{07BF1C14-2C6F-B94F-8289-1C37D6C61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88" name="AutoShape 224">
                <a:extLst>
                  <a:ext uri="{FF2B5EF4-FFF2-40B4-BE49-F238E27FC236}">
                    <a16:creationId xmlns:a16="http://schemas.microsoft.com/office/drawing/2014/main" id="{B660D864-E6AF-2A4B-AF6E-15E67C246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9" name="AutoShape 225">
                <a:extLst>
                  <a:ext uri="{FF2B5EF4-FFF2-40B4-BE49-F238E27FC236}">
                    <a16:creationId xmlns:a16="http://schemas.microsoft.com/office/drawing/2014/main" id="{A5592FCE-B8EB-CD42-BD69-D7E95DA3E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73" name="Freeform 226">
              <a:extLst>
                <a:ext uri="{FF2B5EF4-FFF2-40B4-BE49-F238E27FC236}">
                  <a16:creationId xmlns:a16="http://schemas.microsoft.com/office/drawing/2014/main" id="{176C9152-AD9C-0043-999D-97BF01B75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74" name="Group 227">
              <a:extLst>
                <a:ext uri="{FF2B5EF4-FFF2-40B4-BE49-F238E27FC236}">
                  <a16:creationId xmlns:a16="http://schemas.microsoft.com/office/drawing/2014/main" id="{DB7553BD-7EEF-1144-A10E-45052E753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86" name="AutoShape 228">
                <a:extLst>
                  <a:ext uri="{FF2B5EF4-FFF2-40B4-BE49-F238E27FC236}">
                    <a16:creationId xmlns:a16="http://schemas.microsoft.com/office/drawing/2014/main" id="{209B423B-7C84-A444-BC5D-A11FD1567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7" name="AutoShape 229">
                <a:extLst>
                  <a:ext uri="{FF2B5EF4-FFF2-40B4-BE49-F238E27FC236}">
                    <a16:creationId xmlns:a16="http://schemas.microsoft.com/office/drawing/2014/main" id="{5AE73D33-B566-9A49-9DC6-C5469487B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75" name="Rectangle 230">
              <a:extLst>
                <a:ext uri="{FF2B5EF4-FFF2-40B4-BE49-F238E27FC236}">
                  <a16:creationId xmlns:a16="http://schemas.microsoft.com/office/drawing/2014/main" id="{F54FB1FA-BA67-4B47-8CD0-DC612A86E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6" name="Freeform 231">
              <a:extLst>
                <a:ext uri="{FF2B5EF4-FFF2-40B4-BE49-F238E27FC236}">
                  <a16:creationId xmlns:a16="http://schemas.microsoft.com/office/drawing/2014/main" id="{A3240397-6B0C-654E-88F1-F3F3AD623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7" name="Freeform 232">
              <a:extLst>
                <a:ext uri="{FF2B5EF4-FFF2-40B4-BE49-F238E27FC236}">
                  <a16:creationId xmlns:a16="http://schemas.microsoft.com/office/drawing/2014/main" id="{1A86C13D-4B43-504E-B61C-E2C654775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8" name="Oval 233">
              <a:extLst>
                <a:ext uri="{FF2B5EF4-FFF2-40B4-BE49-F238E27FC236}">
                  <a16:creationId xmlns:a16="http://schemas.microsoft.com/office/drawing/2014/main" id="{A925E2BE-2521-064E-94A2-F5B3CE2A6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" name="Freeform 234">
              <a:extLst>
                <a:ext uri="{FF2B5EF4-FFF2-40B4-BE49-F238E27FC236}">
                  <a16:creationId xmlns:a16="http://schemas.microsoft.com/office/drawing/2014/main" id="{D0F8527B-9979-9843-B950-02EEB33AD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0" name="AutoShape 235">
              <a:extLst>
                <a:ext uri="{FF2B5EF4-FFF2-40B4-BE49-F238E27FC236}">
                  <a16:creationId xmlns:a16="http://schemas.microsoft.com/office/drawing/2014/main" id="{01246D65-1D83-514D-96A0-3F53F7E62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1" name="AutoShape 236">
              <a:extLst>
                <a:ext uri="{FF2B5EF4-FFF2-40B4-BE49-F238E27FC236}">
                  <a16:creationId xmlns:a16="http://schemas.microsoft.com/office/drawing/2014/main" id="{EE09E67D-74DE-8E41-B31D-30EBA899E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2" name="Oval 237">
              <a:extLst>
                <a:ext uri="{FF2B5EF4-FFF2-40B4-BE49-F238E27FC236}">
                  <a16:creationId xmlns:a16="http://schemas.microsoft.com/office/drawing/2014/main" id="{1BAA3765-A4A2-D249-B5E6-B37A65069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3" name="Oval 238">
              <a:extLst>
                <a:ext uri="{FF2B5EF4-FFF2-40B4-BE49-F238E27FC236}">
                  <a16:creationId xmlns:a16="http://schemas.microsoft.com/office/drawing/2014/main" id="{B5829A6B-5209-D644-82E1-A9C2A8D9A0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4" name="Oval 239">
              <a:extLst>
                <a:ext uri="{FF2B5EF4-FFF2-40B4-BE49-F238E27FC236}">
                  <a16:creationId xmlns:a16="http://schemas.microsoft.com/office/drawing/2014/main" id="{95394ED4-DC3D-F146-9AEE-0FC4AFC88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5" name="Rectangle 240">
              <a:extLst>
                <a:ext uri="{FF2B5EF4-FFF2-40B4-BE49-F238E27FC236}">
                  <a16:creationId xmlns:a16="http://schemas.microsoft.com/office/drawing/2014/main" id="{A039A534-5AD2-354C-8072-85670484B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94" name="Group 241">
            <a:extLst>
              <a:ext uri="{FF2B5EF4-FFF2-40B4-BE49-F238E27FC236}">
                <a16:creationId xmlns:a16="http://schemas.microsoft.com/office/drawing/2014/main" id="{9BE96710-6956-1941-96D5-89D2082B85BD}"/>
              </a:ext>
            </a:extLst>
          </p:cNvPr>
          <p:cNvGrpSpPr>
            <a:grpSpLocks/>
          </p:cNvGrpSpPr>
          <p:nvPr/>
        </p:nvGrpSpPr>
        <p:grpSpPr bwMode="auto">
          <a:xfrm>
            <a:off x="10012267" y="1741758"/>
            <a:ext cx="377825" cy="576263"/>
            <a:chOff x="4140" y="429"/>
            <a:chExt cx="1425" cy="2396"/>
          </a:xfrm>
        </p:grpSpPr>
        <p:sp>
          <p:nvSpPr>
            <p:cNvPr id="395" name="Freeform 242">
              <a:extLst>
                <a:ext uri="{FF2B5EF4-FFF2-40B4-BE49-F238E27FC236}">
                  <a16:creationId xmlns:a16="http://schemas.microsoft.com/office/drawing/2014/main" id="{98FED06C-86AC-174D-897A-AF88782AB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6" name="Rectangle 243">
              <a:extLst>
                <a:ext uri="{FF2B5EF4-FFF2-40B4-BE49-F238E27FC236}">
                  <a16:creationId xmlns:a16="http://schemas.microsoft.com/office/drawing/2014/main" id="{7BCB3493-2EA3-894F-95D3-4BD9689BC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7" name="Freeform 244">
              <a:extLst>
                <a:ext uri="{FF2B5EF4-FFF2-40B4-BE49-F238E27FC236}">
                  <a16:creationId xmlns:a16="http://schemas.microsoft.com/office/drawing/2014/main" id="{04E3D02B-467F-7F4F-8DC3-9D363101F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8" name="Freeform 245">
              <a:extLst>
                <a:ext uri="{FF2B5EF4-FFF2-40B4-BE49-F238E27FC236}">
                  <a16:creationId xmlns:a16="http://schemas.microsoft.com/office/drawing/2014/main" id="{DA94A9FA-D5B5-214A-8D37-34D4B61F6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" name="Rectangle 246">
              <a:extLst>
                <a:ext uri="{FF2B5EF4-FFF2-40B4-BE49-F238E27FC236}">
                  <a16:creationId xmlns:a16="http://schemas.microsoft.com/office/drawing/2014/main" id="{50539DB1-8D20-F44A-8958-354C5B49C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00" name="Group 247">
              <a:extLst>
                <a:ext uri="{FF2B5EF4-FFF2-40B4-BE49-F238E27FC236}">
                  <a16:creationId xmlns:a16="http://schemas.microsoft.com/office/drawing/2014/main" id="{ABC4B2B5-E127-B14E-8370-5BCDD85E29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25" name="AutoShape 248">
                <a:extLst>
                  <a:ext uri="{FF2B5EF4-FFF2-40B4-BE49-F238E27FC236}">
                    <a16:creationId xmlns:a16="http://schemas.microsoft.com/office/drawing/2014/main" id="{2544F03E-3822-9142-840A-4600BC492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6" name="AutoShape 249">
                <a:extLst>
                  <a:ext uri="{FF2B5EF4-FFF2-40B4-BE49-F238E27FC236}">
                    <a16:creationId xmlns:a16="http://schemas.microsoft.com/office/drawing/2014/main" id="{0D6C988D-2CAC-3A4A-8FAC-72B8697E7B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1" name="Rectangle 250">
              <a:extLst>
                <a:ext uri="{FF2B5EF4-FFF2-40B4-BE49-F238E27FC236}">
                  <a16:creationId xmlns:a16="http://schemas.microsoft.com/office/drawing/2014/main" id="{FA55D5A2-C0A3-7741-814B-310A28BDD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02" name="Group 251">
              <a:extLst>
                <a:ext uri="{FF2B5EF4-FFF2-40B4-BE49-F238E27FC236}">
                  <a16:creationId xmlns:a16="http://schemas.microsoft.com/office/drawing/2014/main" id="{DC8A3227-B450-FB4D-852D-DC7E66FF66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23" name="AutoShape 252">
                <a:extLst>
                  <a:ext uri="{FF2B5EF4-FFF2-40B4-BE49-F238E27FC236}">
                    <a16:creationId xmlns:a16="http://schemas.microsoft.com/office/drawing/2014/main" id="{07F021BE-923D-804C-AB1C-CB812D97B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4" name="AutoShape 253">
                <a:extLst>
                  <a:ext uri="{FF2B5EF4-FFF2-40B4-BE49-F238E27FC236}">
                    <a16:creationId xmlns:a16="http://schemas.microsoft.com/office/drawing/2014/main" id="{3A5C7537-D941-954D-9024-BF32F6D13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3" name="Rectangle 254">
              <a:extLst>
                <a:ext uri="{FF2B5EF4-FFF2-40B4-BE49-F238E27FC236}">
                  <a16:creationId xmlns:a16="http://schemas.microsoft.com/office/drawing/2014/main" id="{855ECB0D-BAD2-724F-8296-56F037E68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4" name="Rectangle 255">
              <a:extLst>
                <a:ext uri="{FF2B5EF4-FFF2-40B4-BE49-F238E27FC236}">
                  <a16:creationId xmlns:a16="http://schemas.microsoft.com/office/drawing/2014/main" id="{6D021B7D-23B8-4545-B682-3F0C4BAB5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05" name="Group 256">
              <a:extLst>
                <a:ext uri="{FF2B5EF4-FFF2-40B4-BE49-F238E27FC236}">
                  <a16:creationId xmlns:a16="http://schemas.microsoft.com/office/drawing/2014/main" id="{431DAF1F-4CC8-1C41-8EEC-05F7D5D78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21" name="AutoShape 257">
                <a:extLst>
                  <a:ext uri="{FF2B5EF4-FFF2-40B4-BE49-F238E27FC236}">
                    <a16:creationId xmlns:a16="http://schemas.microsoft.com/office/drawing/2014/main" id="{18C2CCBA-D707-A24B-A885-97D020E7B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2" name="AutoShape 258">
                <a:extLst>
                  <a:ext uri="{FF2B5EF4-FFF2-40B4-BE49-F238E27FC236}">
                    <a16:creationId xmlns:a16="http://schemas.microsoft.com/office/drawing/2014/main" id="{D7E10C1F-D1F0-7148-A44B-7FEC28811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6" name="Freeform 259">
              <a:extLst>
                <a:ext uri="{FF2B5EF4-FFF2-40B4-BE49-F238E27FC236}">
                  <a16:creationId xmlns:a16="http://schemas.microsoft.com/office/drawing/2014/main" id="{0365C11C-6E47-864E-8122-6C27C34F0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07" name="Group 260">
              <a:extLst>
                <a:ext uri="{FF2B5EF4-FFF2-40B4-BE49-F238E27FC236}">
                  <a16:creationId xmlns:a16="http://schemas.microsoft.com/office/drawing/2014/main" id="{27B41BB0-4231-F248-B65A-1A45AD2C9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19" name="AutoShape 261">
                <a:extLst>
                  <a:ext uri="{FF2B5EF4-FFF2-40B4-BE49-F238E27FC236}">
                    <a16:creationId xmlns:a16="http://schemas.microsoft.com/office/drawing/2014/main" id="{CEAEF38F-92BA-B54F-82FB-C23A106C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0" name="AutoShape 262">
                <a:extLst>
                  <a:ext uri="{FF2B5EF4-FFF2-40B4-BE49-F238E27FC236}">
                    <a16:creationId xmlns:a16="http://schemas.microsoft.com/office/drawing/2014/main" id="{77559B45-47D4-F047-A0E1-3FD4F7705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8" name="Rectangle 263">
              <a:extLst>
                <a:ext uri="{FF2B5EF4-FFF2-40B4-BE49-F238E27FC236}">
                  <a16:creationId xmlns:a16="http://schemas.microsoft.com/office/drawing/2014/main" id="{2BB4AB2F-1E19-ED46-91D0-686A5791A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" name="Freeform 264">
              <a:extLst>
                <a:ext uri="{FF2B5EF4-FFF2-40B4-BE49-F238E27FC236}">
                  <a16:creationId xmlns:a16="http://schemas.microsoft.com/office/drawing/2014/main" id="{EFA4165B-2B89-EA44-AAFD-284DDE325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" name="Freeform 265">
              <a:extLst>
                <a:ext uri="{FF2B5EF4-FFF2-40B4-BE49-F238E27FC236}">
                  <a16:creationId xmlns:a16="http://schemas.microsoft.com/office/drawing/2014/main" id="{BF31806F-E19D-6643-B3AB-FCD244912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1" name="Oval 266">
              <a:extLst>
                <a:ext uri="{FF2B5EF4-FFF2-40B4-BE49-F238E27FC236}">
                  <a16:creationId xmlns:a16="http://schemas.microsoft.com/office/drawing/2014/main" id="{297B65E1-F9B5-1942-BAE5-456457D2A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2" name="Freeform 267">
              <a:extLst>
                <a:ext uri="{FF2B5EF4-FFF2-40B4-BE49-F238E27FC236}">
                  <a16:creationId xmlns:a16="http://schemas.microsoft.com/office/drawing/2014/main" id="{D1451455-90D3-7B4E-9A6C-AC54A2B18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3" name="AutoShape 268">
              <a:extLst>
                <a:ext uri="{FF2B5EF4-FFF2-40B4-BE49-F238E27FC236}">
                  <a16:creationId xmlns:a16="http://schemas.microsoft.com/office/drawing/2014/main" id="{B96820D1-74F4-9A4F-81C3-99D80AA66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4" name="AutoShape 269">
              <a:extLst>
                <a:ext uri="{FF2B5EF4-FFF2-40B4-BE49-F238E27FC236}">
                  <a16:creationId xmlns:a16="http://schemas.microsoft.com/office/drawing/2014/main" id="{24247BD6-F113-7F46-93F5-34E742E7F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5" name="Oval 270">
              <a:extLst>
                <a:ext uri="{FF2B5EF4-FFF2-40B4-BE49-F238E27FC236}">
                  <a16:creationId xmlns:a16="http://schemas.microsoft.com/office/drawing/2014/main" id="{4716773C-A574-8342-86DD-F8046121F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6" name="Oval 271">
              <a:extLst>
                <a:ext uri="{FF2B5EF4-FFF2-40B4-BE49-F238E27FC236}">
                  <a16:creationId xmlns:a16="http://schemas.microsoft.com/office/drawing/2014/main" id="{9F959D50-71EC-0F46-8ED3-4FE4C63D6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17" name="Oval 272">
              <a:extLst>
                <a:ext uri="{FF2B5EF4-FFF2-40B4-BE49-F238E27FC236}">
                  <a16:creationId xmlns:a16="http://schemas.microsoft.com/office/drawing/2014/main" id="{E6997777-676B-9145-9B53-650C59909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8" name="Rectangle 273">
              <a:extLst>
                <a:ext uri="{FF2B5EF4-FFF2-40B4-BE49-F238E27FC236}">
                  <a16:creationId xmlns:a16="http://schemas.microsoft.com/office/drawing/2014/main" id="{80128537-C0E9-B945-A472-82EC596F1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27" name="Group 274">
            <a:extLst>
              <a:ext uri="{FF2B5EF4-FFF2-40B4-BE49-F238E27FC236}">
                <a16:creationId xmlns:a16="http://schemas.microsoft.com/office/drawing/2014/main" id="{637BEA6D-6926-F241-A7B7-63FD120295AA}"/>
              </a:ext>
            </a:extLst>
          </p:cNvPr>
          <p:cNvGrpSpPr>
            <a:grpSpLocks/>
          </p:cNvGrpSpPr>
          <p:nvPr/>
        </p:nvGrpSpPr>
        <p:grpSpPr bwMode="auto">
          <a:xfrm>
            <a:off x="10340880" y="2687908"/>
            <a:ext cx="377825" cy="576263"/>
            <a:chOff x="4140" y="429"/>
            <a:chExt cx="1425" cy="2396"/>
          </a:xfrm>
        </p:grpSpPr>
        <p:sp>
          <p:nvSpPr>
            <p:cNvPr id="428" name="Freeform 275">
              <a:extLst>
                <a:ext uri="{FF2B5EF4-FFF2-40B4-BE49-F238E27FC236}">
                  <a16:creationId xmlns:a16="http://schemas.microsoft.com/office/drawing/2014/main" id="{B73B5122-7AC1-A541-A7CB-7C92E34FE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9" name="Rectangle 276">
              <a:extLst>
                <a:ext uri="{FF2B5EF4-FFF2-40B4-BE49-F238E27FC236}">
                  <a16:creationId xmlns:a16="http://schemas.microsoft.com/office/drawing/2014/main" id="{618AFC31-125F-CC41-8835-357B8CF40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" name="Freeform 277">
              <a:extLst>
                <a:ext uri="{FF2B5EF4-FFF2-40B4-BE49-F238E27FC236}">
                  <a16:creationId xmlns:a16="http://schemas.microsoft.com/office/drawing/2014/main" id="{BA586EC9-AFB5-864C-A8D5-50566D382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" name="Freeform 278">
              <a:extLst>
                <a:ext uri="{FF2B5EF4-FFF2-40B4-BE49-F238E27FC236}">
                  <a16:creationId xmlns:a16="http://schemas.microsoft.com/office/drawing/2014/main" id="{988FA82D-26DD-2446-871B-4FBCD5FE6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2" name="Rectangle 279">
              <a:extLst>
                <a:ext uri="{FF2B5EF4-FFF2-40B4-BE49-F238E27FC236}">
                  <a16:creationId xmlns:a16="http://schemas.microsoft.com/office/drawing/2014/main" id="{E4B9CCE7-0279-6143-BB4D-1198F3326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33" name="Group 280">
              <a:extLst>
                <a:ext uri="{FF2B5EF4-FFF2-40B4-BE49-F238E27FC236}">
                  <a16:creationId xmlns:a16="http://schemas.microsoft.com/office/drawing/2014/main" id="{2924B866-539E-1244-B043-D51911A295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8" name="AutoShape 281">
                <a:extLst>
                  <a:ext uri="{FF2B5EF4-FFF2-40B4-BE49-F238E27FC236}">
                    <a16:creationId xmlns:a16="http://schemas.microsoft.com/office/drawing/2014/main" id="{BDE3646A-4204-5046-942C-15C165338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9" name="AutoShape 282">
                <a:extLst>
                  <a:ext uri="{FF2B5EF4-FFF2-40B4-BE49-F238E27FC236}">
                    <a16:creationId xmlns:a16="http://schemas.microsoft.com/office/drawing/2014/main" id="{6DE9F0CF-D5ED-704E-8142-3345FC3BB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34" name="Rectangle 283">
              <a:extLst>
                <a:ext uri="{FF2B5EF4-FFF2-40B4-BE49-F238E27FC236}">
                  <a16:creationId xmlns:a16="http://schemas.microsoft.com/office/drawing/2014/main" id="{657D3494-75CD-034E-9543-256927444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35" name="Group 284">
              <a:extLst>
                <a:ext uri="{FF2B5EF4-FFF2-40B4-BE49-F238E27FC236}">
                  <a16:creationId xmlns:a16="http://schemas.microsoft.com/office/drawing/2014/main" id="{3B21D6B8-9A13-CB4D-A567-07369736D7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6" name="AutoShape 285">
                <a:extLst>
                  <a:ext uri="{FF2B5EF4-FFF2-40B4-BE49-F238E27FC236}">
                    <a16:creationId xmlns:a16="http://schemas.microsoft.com/office/drawing/2014/main" id="{6F0CB466-469D-3F45-BE66-39F561D60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7" name="AutoShape 286">
                <a:extLst>
                  <a:ext uri="{FF2B5EF4-FFF2-40B4-BE49-F238E27FC236}">
                    <a16:creationId xmlns:a16="http://schemas.microsoft.com/office/drawing/2014/main" id="{29D719D4-E1C6-604A-8870-549D67683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36" name="Rectangle 287">
              <a:extLst>
                <a:ext uri="{FF2B5EF4-FFF2-40B4-BE49-F238E27FC236}">
                  <a16:creationId xmlns:a16="http://schemas.microsoft.com/office/drawing/2014/main" id="{0D71907F-6787-7144-A19B-418733EE1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7" name="Rectangle 288">
              <a:extLst>
                <a:ext uri="{FF2B5EF4-FFF2-40B4-BE49-F238E27FC236}">
                  <a16:creationId xmlns:a16="http://schemas.microsoft.com/office/drawing/2014/main" id="{35AED19C-A1F1-AC46-914C-8F5D6F4BC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38" name="Group 289">
              <a:extLst>
                <a:ext uri="{FF2B5EF4-FFF2-40B4-BE49-F238E27FC236}">
                  <a16:creationId xmlns:a16="http://schemas.microsoft.com/office/drawing/2014/main" id="{45D31D32-5A14-5742-954A-BA17509AC6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4" name="AutoShape 290">
                <a:extLst>
                  <a:ext uri="{FF2B5EF4-FFF2-40B4-BE49-F238E27FC236}">
                    <a16:creationId xmlns:a16="http://schemas.microsoft.com/office/drawing/2014/main" id="{FBB57FC3-B7A2-A541-9EC0-D57A59BBEF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5" name="AutoShape 291">
                <a:extLst>
                  <a:ext uri="{FF2B5EF4-FFF2-40B4-BE49-F238E27FC236}">
                    <a16:creationId xmlns:a16="http://schemas.microsoft.com/office/drawing/2014/main" id="{52BE3087-7497-914D-B468-02CDAA58D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39" name="Freeform 292">
              <a:extLst>
                <a:ext uri="{FF2B5EF4-FFF2-40B4-BE49-F238E27FC236}">
                  <a16:creationId xmlns:a16="http://schemas.microsoft.com/office/drawing/2014/main" id="{5070ED80-559E-4540-964B-D73009E42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40" name="Group 293">
              <a:extLst>
                <a:ext uri="{FF2B5EF4-FFF2-40B4-BE49-F238E27FC236}">
                  <a16:creationId xmlns:a16="http://schemas.microsoft.com/office/drawing/2014/main" id="{30993F73-047D-CD47-96E3-F759940430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52" name="AutoShape 294">
                <a:extLst>
                  <a:ext uri="{FF2B5EF4-FFF2-40B4-BE49-F238E27FC236}">
                    <a16:creationId xmlns:a16="http://schemas.microsoft.com/office/drawing/2014/main" id="{F253CC19-7627-6043-A479-C0AADFD1B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3" name="AutoShape 295">
                <a:extLst>
                  <a:ext uri="{FF2B5EF4-FFF2-40B4-BE49-F238E27FC236}">
                    <a16:creationId xmlns:a16="http://schemas.microsoft.com/office/drawing/2014/main" id="{9818C9E1-67F5-5D42-8D8A-BFA567194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41" name="Rectangle 296">
              <a:extLst>
                <a:ext uri="{FF2B5EF4-FFF2-40B4-BE49-F238E27FC236}">
                  <a16:creationId xmlns:a16="http://schemas.microsoft.com/office/drawing/2014/main" id="{D263AAA2-92D9-9A4A-9D5F-0CEC89CD0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2" name="Freeform 297">
              <a:extLst>
                <a:ext uri="{FF2B5EF4-FFF2-40B4-BE49-F238E27FC236}">
                  <a16:creationId xmlns:a16="http://schemas.microsoft.com/office/drawing/2014/main" id="{51AD4C3A-6939-3B47-91CC-E1A0D3A3E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3" name="Freeform 298">
              <a:extLst>
                <a:ext uri="{FF2B5EF4-FFF2-40B4-BE49-F238E27FC236}">
                  <a16:creationId xmlns:a16="http://schemas.microsoft.com/office/drawing/2014/main" id="{023E9D5F-D41C-8A48-B73A-4E4F43755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4" name="Oval 299">
              <a:extLst>
                <a:ext uri="{FF2B5EF4-FFF2-40B4-BE49-F238E27FC236}">
                  <a16:creationId xmlns:a16="http://schemas.microsoft.com/office/drawing/2014/main" id="{C4126737-BE73-B444-BC40-5B679E6E1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5" name="Freeform 300">
              <a:extLst>
                <a:ext uri="{FF2B5EF4-FFF2-40B4-BE49-F238E27FC236}">
                  <a16:creationId xmlns:a16="http://schemas.microsoft.com/office/drawing/2014/main" id="{567B6CFD-A1A1-094D-8F7C-5A9EF1AB0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6" name="AutoShape 301">
              <a:extLst>
                <a:ext uri="{FF2B5EF4-FFF2-40B4-BE49-F238E27FC236}">
                  <a16:creationId xmlns:a16="http://schemas.microsoft.com/office/drawing/2014/main" id="{3B7B7519-C492-8348-B873-C01A2103E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7" name="AutoShape 302">
              <a:extLst>
                <a:ext uri="{FF2B5EF4-FFF2-40B4-BE49-F238E27FC236}">
                  <a16:creationId xmlns:a16="http://schemas.microsoft.com/office/drawing/2014/main" id="{0AEDB1EF-7012-ED44-8FBC-F1B714A63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8" name="Oval 303">
              <a:extLst>
                <a:ext uri="{FF2B5EF4-FFF2-40B4-BE49-F238E27FC236}">
                  <a16:creationId xmlns:a16="http://schemas.microsoft.com/office/drawing/2014/main" id="{BA640DBB-C29F-A54E-BE9A-180B14269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9" name="Oval 304">
              <a:extLst>
                <a:ext uri="{FF2B5EF4-FFF2-40B4-BE49-F238E27FC236}">
                  <a16:creationId xmlns:a16="http://schemas.microsoft.com/office/drawing/2014/main" id="{2F7F78D4-9C68-A84C-8801-9C057B8C1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50" name="Oval 305">
              <a:extLst>
                <a:ext uri="{FF2B5EF4-FFF2-40B4-BE49-F238E27FC236}">
                  <a16:creationId xmlns:a16="http://schemas.microsoft.com/office/drawing/2014/main" id="{3D213A7E-B9E9-694B-8ED3-47609E49D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" name="Rectangle 306">
              <a:extLst>
                <a:ext uri="{FF2B5EF4-FFF2-40B4-BE49-F238E27FC236}">
                  <a16:creationId xmlns:a16="http://schemas.microsoft.com/office/drawing/2014/main" id="{4F8B5B78-3482-8142-BC2B-1825AA302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93" name="Group 340">
            <a:extLst>
              <a:ext uri="{FF2B5EF4-FFF2-40B4-BE49-F238E27FC236}">
                <a16:creationId xmlns:a16="http://schemas.microsoft.com/office/drawing/2014/main" id="{3B951C82-D444-224D-9348-99C19D9166DC}"/>
              </a:ext>
            </a:extLst>
          </p:cNvPr>
          <p:cNvGrpSpPr>
            <a:grpSpLocks/>
          </p:cNvGrpSpPr>
          <p:nvPr/>
        </p:nvGrpSpPr>
        <p:grpSpPr bwMode="auto">
          <a:xfrm>
            <a:off x="8396192" y="5170758"/>
            <a:ext cx="525463" cy="557213"/>
            <a:chOff x="-44" y="1473"/>
            <a:chExt cx="981" cy="1105"/>
          </a:xfrm>
        </p:grpSpPr>
        <p:pic>
          <p:nvPicPr>
            <p:cNvPr id="494" name="Picture 341" descr="desktop_computer_stylized_medium">
              <a:extLst>
                <a:ext uri="{FF2B5EF4-FFF2-40B4-BE49-F238E27FC236}">
                  <a16:creationId xmlns:a16="http://schemas.microsoft.com/office/drawing/2014/main" id="{A2EB07C0-0A48-8944-B12C-316C163FF0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342">
              <a:extLst>
                <a:ext uri="{FF2B5EF4-FFF2-40B4-BE49-F238E27FC236}">
                  <a16:creationId xmlns:a16="http://schemas.microsoft.com/office/drawing/2014/main" id="{2E93558C-0361-464A-9337-3AA86EC1D4B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96" name="Group 343">
            <a:extLst>
              <a:ext uri="{FF2B5EF4-FFF2-40B4-BE49-F238E27FC236}">
                <a16:creationId xmlns:a16="http://schemas.microsoft.com/office/drawing/2014/main" id="{B96E9301-59D5-4D4B-95C3-D8F5D00E370A}"/>
              </a:ext>
            </a:extLst>
          </p:cNvPr>
          <p:cNvGrpSpPr>
            <a:grpSpLocks/>
          </p:cNvGrpSpPr>
          <p:nvPr/>
        </p:nvGrpSpPr>
        <p:grpSpPr bwMode="auto">
          <a:xfrm>
            <a:off x="8920067" y="5159646"/>
            <a:ext cx="525463" cy="557212"/>
            <a:chOff x="-44" y="1473"/>
            <a:chExt cx="981" cy="1105"/>
          </a:xfrm>
        </p:grpSpPr>
        <p:pic>
          <p:nvPicPr>
            <p:cNvPr id="497" name="Picture 344" descr="desktop_computer_stylized_medium">
              <a:extLst>
                <a:ext uri="{FF2B5EF4-FFF2-40B4-BE49-F238E27FC236}">
                  <a16:creationId xmlns:a16="http://schemas.microsoft.com/office/drawing/2014/main" id="{A8402C6A-6509-0642-B84E-51B8097E13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8" name="Freeform 345">
              <a:extLst>
                <a:ext uri="{FF2B5EF4-FFF2-40B4-BE49-F238E27FC236}">
                  <a16:creationId xmlns:a16="http://schemas.microsoft.com/office/drawing/2014/main" id="{6E7E5B0F-1FE1-6A4B-BCDC-96E210FCE58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B2C32989-94BE-1349-908C-1DF72CEEA243}"/>
              </a:ext>
            </a:extLst>
          </p:cNvPr>
          <p:cNvGrpSpPr/>
          <p:nvPr/>
        </p:nvGrpSpPr>
        <p:grpSpPr>
          <a:xfrm>
            <a:off x="8967576" y="4437217"/>
            <a:ext cx="889089" cy="466491"/>
            <a:chOff x="7493876" y="2774731"/>
            <a:chExt cx="1481958" cy="894622"/>
          </a:xfrm>
        </p:grpSpPr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C2991A41-3005-6140-8488-3B5A28439B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12" name="Oval 511">
              <a:extLst>
                <a:ext uri="{FF2B5EF4-FFF2-40B4-BE49-F238E27FC236}">
                  <a16:creationId xmlns:a16="http://schemas.microsoft.com/office/drawing/2014/main" id="{49B8AB88-8810-704D-9300-A83DE18C86C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13" name="Group 512">
              <a:extLst>
                <a:ext uri="{FF2B5EF4-FFF2-40B4-BE49-F238E27FC236}">
                  <a16:creationId xmlns:a16="http://schemas.microsoft.com/office/drawing/2014/main" id="{9DCFAF85-9D5F-BD4E-92DB-E7931A4466B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14" name="Freeform 513">
                <a:extLst>
                  <a:ext uri="{FF2B5EF4-FFF2-40B4-BE49-F238E27FC236}">
                    <a16:creationId xmlns:a16="http://schemas.microsoft.com/office/drawing/2014/main" id="{EB001B67-F654-CF4C-934D-354F339EBA6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5" name="Freeform 514">
                <a:extLst>
                  <a:ext uri="{FF2B5EF4-FFF2-40B4-BE49-F238E27FC236}">
                    <a16:creationId xmlns:a16="http://schemas.microsoft.com/office/drawing/2014/main" id="{C0D4D273-34F9-9640-8CF6-6EF497AEF3E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6" name="Freeform 515">
                <a:extLst>
                  <a:ext uri="{FF2B5EF4-FFF2-40B4-BE49-F238E27FC236}">
                    <a16:creationId xmlns:a16="http://schemas.microsoft.com/office/drawing/2014/main" id="{14D9297A-8D94-304C-9142-46F6B69902F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7" name="Freeform 516">
                <a:extLst>
                  <a:ext uri="{FF2B5EF4-FFF2-40B4-BE49-F238E27FC236}">
                    <a16:creationId xmlns:a16="http://schemas.microsoft.com/office/drawing/2014/main" id="{18D26BD9-84B6-C74F-8936-105C5777BB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21" name="Group 520">
            <a:extLst>
              <a:ext uri="{FF2B5EF4-FFF2-40B4-BE49-F238E27FC236}">
                <a16:creationId xmlns:a16="http://schemas.microsoft.com/office/drawing/2014/main" id="{8E1A0307-E695-FC42-983B-9915B98768EC}"/>
              </a:ext>
            </a:extLst>
          </p:cNvPr>
          <p:cNvGrpSpPr/>
          <p:nvPr/>
        </p:nvGrpSpPr>
        <p:grpSpPr>
          <a:xfrm>
            <a:off x="8988913" y="3095664"/>
            <a:ext cx="889089" cy="466491"/>
            <a:chOff x="7493876" y="2774731"/>
            <a:chExt cx="1481958" cy="894622"/>
          </a:xfrm>
        </p:grpSpPr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DC9856E7-1969-524C-8F21-65D77697BD0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23" name="Oval 522">
              <a:extLst>
                <a:ext uri="{FF2B5EF4-FFF2-40B4-BE49-F238E27FC236}">
                  <a16:creationId xmlns:a16="http://schemas.microsoft.com/office/drawing/2014/main" id="{FFDA8F93-2C48-6A4A-9D27-9AECFC5B94B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24" name="Group 523">
              <a:extLst>
                <a:ext uri="{FF2B5EF4-FFF2-40B4-BE49-F238E27FC236}">
                  <a16:creationId xmlns:a16="http://schemas.microsoft.com/office/drawing/2014/main" id="{C7EC4B67-EB13-E647-A5CD-E91C5D1F40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6145C3A8-D719-B744-9DC6-51E7FB72118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92F9C394-34C8-3D42-ACE0-014520ED0D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3E34F096-DAE4-6D4F-9026-F07CB5FB9F7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8" name="Freeform 527">
                <a:extLst>
                  <a:ext uri="{FF2B5EF4-FFF2-40B4-BE49-F238E27FC236}">
                    <a16:creationId xmlns:a16="http://schemas.microsoft.com/office/drawing/2014/main" id="{3D175E3D-A4A7-3F4E-8C6B-A59321AD72E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sp>
        <p:nvSpPr>
          <p:cNvPr id="529" name="Rectangle 4">
            <a:extLst>
              <a:ext uri="{FF2B5EF4-FFF2-40B4-BE49-F238E27FC236}">
                <a16:creationId xmlns:a16="http://schemas.microsoft.com/office/drawing/2014/main" id="{3F40E6FA-56EE-4440-AD4E-B2DDBBC696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9733" y="4064001"/>
            <a:ext cx="6403933" cy="22979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45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Performance: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access link utilization 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.97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6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LAN utilization: .0015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6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end-end delay  =  Internet delay +</a:t>
            </a:r>
          </a:p>
          <a:p>
            <a:pPr marL="0" marR="0" lvl="0" indent="0" algn="l" defTabSz="914400" rtl="0" eaLnBrk="0" fontAlgn="base" latinLnBrk="0" hangingPunct="0">
              <a:lnSpc>
                <a:spcPct val="85000"/>
              </a:lnSpc>
              <a:spcBef>
                <a:spcPts val="0"/>
              </a:spcBef>
              <a:spcAft>
                <a:spcPct val="0"/>
              </a:spcAft>
              <a:buClr>
                <a:srgbClr val="000099"/>
              </a:buClr>
              <a:buSzPct val="100000"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                                    access link delay + LAN delay </a:t>
            </a:r>
          </a:p>
          <a:p>
            <a:pPr marL="0" marR="0" lvl="0" indent="0" algn="l" defTabSz="914400" rtl="0" eaLnBrk="0" fontAlgn="base" latinLnBrk="0" hangingPunct="0">
              <a:lnSpc>
                <a:spcPct val="85000"/>
              </a:lnSpc>
              <a:spcBef>
                <a:spcPts val="600"/>
              </a:spcBef>
              <a:spcAft>
                <a:spcPct val="0"/>
              </a:spcAft>
              <a:buClr>
                <a:srgbClr val="000099"/>
              </a:buClr>
              <a:buSzPct val="100000"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                                =  2 sec + minutes +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usecs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ＭＳ Ｐゴシック" charset="0"/>
              <a:cs typeface="Calibri" panose="020F0502020204030204" pitchFamily="34" charset="0"/>
            </a:endParaRP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ＭＳ Ｐゴシック" charset="0"/>
              <a:cs typeface="Calibri" panose="020F0502020204030204" pitchFamily="34" charset="0"/>
            </a:endParaRPr>
          </a:p>
        </p:txBody>
      </p:sp>
      <p:sp>
        <p:nvSpPr>
          <p:cNvPr id="530" name="Rectangle 4">
            <a:extLst>
              <a:ext uri="{FF2B5EF4-FFF2-40B4-BE49-F238E27FC236}">
                <a16:creationId xmlns:a16="http://schemas.microsoft.com/office/drawing/2014/main" id="{0F198874-EC24-3849-8C53-D24368598A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724" y="1362307"/>
            <a:ext cx="6123957" cy="2519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Scenario: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access link rate: 1.54 Mbps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RTT from institutional router to server: 2 sec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web object size: 100K bits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average request rate from browsers to origin servers: 15/sec</a:t>
            </a:r>
          </a:p>
          <a:p>
            <a:pPr marL="800100" marR="0" lvl="1" indent="-342900" algn="l" defTabSz="914400" rtl="0" eaLnBrk="0" fontAlgn="base" latinLnBrk="0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avg data rate to browsers: 1.50 Mbps</a:t>
            </a:r>
          </a:p>
        </p:txBody>
      </p:sp>
      <p:sp>
        <p:nvSpPr>
          <p:cNvPr id="214" name="Oval 137">
            <a:extLst>
              <a:ext uri="{FF2B5EF4-FFF2-40B4-BE49-F238E27FC236}">
                <a16:creationId xmlns:a16="http://schemas.microsoft.com/office/drawing/2014/main" id="{23716FFF-6EE9-1D40-8627-3412B2DC16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6250" y="5809673"/>
            <a:ext cx="1119350" cy="591127"/>
          </a:xfrm>
          <a:prstGeom prst="ellips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alt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91" name="Text Box 138">
            <a:extLst>
              <a:ext uri="{FF2B5EF4-FFF2-40B4-BE49-F238E27FC236}">
                <a16:creationId xmlns:a16="http://schemas.microsoft.com/office/drawing/2014/main" id="{99974D39-E173-B849-B8ED-599FAF902A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4698" y="4320866"/>
            <a:ext cx="2125703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9525" marR="0" lvl="0" indent="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20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problem: </a:t>
            </a:r>
            <a:r>
              <a: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large queueing delays at high utilization!</a:t>
            </a:r>
          </a:p>
        </p:txBody>
      </p:sp>
      <p:sp>
        <p:nvSpPr>
          <p:cNvPr id="216" name="Slide Number Placeholder 2">
            <a:extLst>
              <a:ext uri="{FF2B5EF4-FFF2-40B4-BE49-F238E27FC236}">
                <a16:creationId xmlns:a16="http://schemas.microsoft.com/office/drawing/2014/main" id="{FE5CDB2C-98A2-A94B-BF70-466F1E23168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615627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2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52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52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52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52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0" grpId="0" animBg="1"/>
      <p:bldP spid="214" grpId="0" animBg="1"/>
      <p:bldP spid="291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" name="Rectangle 4">
            <a:extLst>
              <a:ext uri="{FF2B5EF4-FFF2-40B4-BE49-F238E27FC236}">
                <a16:creationId xmlns:a16="http://schemas.microsoft.com/office/drawing/2014/main" id="{98A75405-209A-CD48-8E25-225D64187B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9733" y="4064001"/>
            <a:ext cx="6403933" cy="22979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45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Performance: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access link utilization 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.97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6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LAN utilization: .0015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6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end-end delay  =  Internet delay +</a:t>
            </a:r>
          </a:p>
          <a:p>
            <a:pPr marL="0" marR="0" lvl="0" indent="0" algn="l" defTabSz="914400" rtl="0" eaLnBrk="0" fontAlgn="base" latinLnBrk="0" hangingPunct="0">
              <a:lnSpc>
                <a:spcPct val="85000"/>
              </a:lnSpc>
              <a:spcBef>
                <a:spcPts val="0"/>
              </a:spcBef>
              <a:spcAft>
                <a:spcPct val="0"/>
              </a:spcAft>
              <a:buClr>
                <a:srgbClr val="000099"/>
              </a:buClr>
              <a:buSzPct val="100000"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                                    access link delay + LAN delay </a:t>
            </a:r>
          </a:p>
          <a:p>
            <a:pPr marL="0" marR="0" lvl="0" indent="0" algn="l" defTabSz="914400" rtl="0" eaLnBrk="0" fontAlgn="base" latinLnBrk="0" hangingPunct="0">
              <a:lnSpc>
                <a:spcPct val="85000"/>
              </a:lnSpc>
              <a:spcBef>
                <a:spcPts val="600"/>
              </a:spcBef>
              <a:spcAft>
                <a:spcPct val="0"/>
              </a:spcAft>
              <a:buClr>
                <a:srgbClr val="000099"/>
              </a:buClr>
              <a:buSzPct val="100000"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                                =  2 sec + minutes +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usecs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ＭＳ Ｐゴシック" charset="0"/>
              <a:cs typeface="Calibri" panose="020F0502020204030204" pitchFamily="34" charset="0"/>
            </a:endParaRP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ＭＳ Ｐゴシック" charset="0"/>
              <a:cs typeface="Calibri" panose="020F0502020204030204" pitchFamily="34" charset="0"/>
            </a:endParaRPr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Option 1: buy a faster access link</a:t>
            </a:r>
            <a:endParaRPr lang="en-US" sz="4400" dirty="0"/>
          </a:p>
        </p:txBody>
      </p:sp>
      <p:sp>
        <p:nvSpPr>
          <p:cNvPr id="254" name="Line 2">
            <a:extLst>
              <a:ext uri="{FF2B5EF4-FFF2-40B4-BE49-F238E27FC236}">
                <a16:creationId xmlns:a16="http://schemas.microsoft.com/office/drawing/2014/main" id="{774FD470-E109-844C-8A9E-6F5E6FD1EF6D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3455" y="2487883"/>
            <a:ext cx="285750" cy="11430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5" name="Text Box 50">
            <a:extLst>
              <a:ext uri="{FF2B5EF4-FFF2-40B4-BE49-F238E27FC236}">
                <a16:creationId xmlns:a16="http://schemas.microsoft.com/office/drawing/2014/main" id="{A32DDB4D-8BE1-2B43-89DB-1EA570D47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12330" y="1902096"/>
            <a:ext cx="933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origin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servers</a:t>
            </a:r>
          </a:p>
        </p:txBody>
      </p:sp>
      <p:sp>
        <p:nvSpPr>
          <p:cNvPr id="256" name="Line 51">
            <a:extLst>
              <a:ext uri="{FF2B5EF4-FFF2-40B4-BE49-F238E27FC236}">
                <a16:creationId xmlns:a16="http://schemas.microsoft.com/office/drawing/2014/main" id="{D0BFCD11-A1DC-B64D-A23A-23C7A76C3DB1}"/>
              </a:ext>
            </a:extLst>
          </p:cNvPr>
          <p:cNvSpPr>
            <a:spLocks noChangeShapeType="1"/>
          </p:cNvSpPr>
          <p:nvPr/>
        </p:nvSpPr>
        <p:spPr bwMode="auto">
          <a:xfrm>
            <a:off x="8893080" y="2106883"/>
            <a:ext cx="66675" cy="2762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7" name="Line 52">
            <a:extLst>
              <a:ext uri="{FF2B5EF4-FFF2-40B4-BE49-F238E27FC236}">
                <a16:creationId xmlns:a16="http://schemas.microsoft.com/office/drawing/2014/main" id="{E39DF75E-B023-5548-A7F0-9C4A8ADBD41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521730" y="2144983"/>
            <a:ext cx="9525" cy="2381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8" name="Line 53">
            <a:extLst>
              <a:ext uri="{FF2B5EF4-FFF2-40B4-BE49-F238E27FC236}">
                <a16:creationId xmlns:a16="http://schemas.microsoft.com/office/drawing/2014/main" id="{E3BFB499-7F23-164F-A225-CAAA7B80074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978930" y="2306908"/>
            <a:ext cx="133350" cy="20955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9" name="Line 54">
            <a:extLst>
              <a:ext uri="{FF2B5EF4-FFF2-40B4-BE49-F238E27FC236}">
                <a16:creationId xmlns:a16="http://schemas.microsoft.com/office/drawing/2014/main" id="{24D51B99-FE66-D84E-AF2C-706F58BCCC3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0140855" y="3068908"/>
            <a:ext cx="247650" cy="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0" name="Freeform 55">
            <a:extLst>
              <a:ext uri="{FF2B5EF4-FFF2-40B4-BE49-F238E27FC236}">
                <a16:creationId xmlns:a16="http://schemas.microsoft.com/office/drawing/2014/main" id="{0AF0F7C2-E293-2A4E-B4A0-9966DF5B5243}"/>
              </a:ext>
            </a:extLst>
          </p:cNvPr>
          <p:cNvSpPr>
            <a:spLocks/>
          </p:cNvSpPr>
          <p:nvPr/>
        </p:nvSpPr>
        <p:spPr bwMode="auto">
          <a:xfrm>
            <a:off x="8158067" y="2111064"/>
            <a:ext cx="2174875" cy="1581150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1" name="Text Box 70">
            <a:extLst>
              <a:ext uri="{FF2B5EF4-FFF2-40B4-BE49-F238E27FC236}">
                <a16:creationId xmlns:a16="http://schemas.microsoft.com/office/drawing/2014/main" id="{6E272ACE-5938-0646-A38F-6031C9F458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74030" y="2432321"/>
            <a:ext cx="9318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public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Internet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2" name="Freeform 71">
            <a:extLst>
              <a:ext uri="{FF2B5EF4-FFF2-40B4-BE49-F238E27FC236}">
                <a16:creationId xmlns:a16="http://schemas.microsoft.com/office/drawing/2014/main" id="{A7C4DEB4-E3E6-8547-B127-1273B3D3EA69}"/>
              </a:ext>
            </a:extLst>
          </p:cNvPr>
          <p:cNvSpPr>
            <a:spLocks/>
          </p:cNvSpPr>
          <p:nvPr/>
        </p:nvSpPr>
        <p:spPr bwMode="auto">
          <a:xfrm>
            <a:off x="7762780" y="4516708"/>
            <a:ext cx="2965450" cy="1390650"/>
          </a:xfrm>
          <a:custGeom>
            <a:avLst/>
            <a:gdLst>
              <a:gd name="T0" fmla="*/ 2147483647 w 1868"/>
              <a:gd name="T1" fmla="*/ 2147483647 h 876"/>
              <a:gd name="T2" fmla="*/ 2147483647 w 1868"/>
              <a:gd name="T3" fmla="*/ 2147483647 h 876"/>
              <a:gd name="T4" fmla="*/ 2147483647 w 1868"/>
              <a:gd name="T5" fmla="*/ 2147483647 h 876"/>
              <a:gd name="T6" fmla="*/ 2147483647 w 1868"/>
              <a:gd name="T7" fmla="*/ 2147483647 h 876"/>
              <a:gd name="T8" fmla="*/ 2147483647 w 1868"/>
              <a:gd name="T9" fmla="*/ 2147483647 h 876"/>
              <a:gd name="T10" fmla="*/ 2147483647 w 1868"/>
              <a:gd name="T11" fmla="*/ 2147483647 h 876"/>
              <a:gd name="T12" fmla="*/ 2147483647 w 1868"/>
              <a:gd name="T13" fmla="*/ 2147483647 h 876"/>
              <a:gd name="T14" fmla="*/ 2147483647 w 1868"/>
              <a:gd name="T15" fmla="*/ 2147483647 h 876"/>
              <a:gd name="T16" fmla="*/ 2147483647 w 1868"/>
              <a:gd name="T17" fmla="*/ 2147483647 h 876"/>
              <a:gd name="T18" fmla="*/ 2147483647 w 1868"/>
              <a:gd name="T19" fmla="*/ 2147483647 h 876"/>
              <a:gd name="T20" fmla="*/ 2147483647 w 1868"/>
              <a:gd name="T21" fmla="*/ 2147483647 h 8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68"/>
              <a:gd name="T34" fmla="*/ 0 h 876"/>
              <a:gd name="T35" fmla="*/ 1868 w 1868"/>
              <a:gd name="T36" fmla="*/ 876 h 87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68" h="876">
                <a:moveTo>
                  <a:pt x="31" y="327"/>
                </a:moveTo>
                <a:cubicBezTo>
                  <a:pt x="20" y="237"/>
                  <a:pt x="0" y="189"/>
                  <a:pt x="103" y="137"/>
                </a:cubicBezTo>
                <a:cubicBezTo>
                  <a:pt x="206" y="85"/>
                  <a:pt x="476" y="34"/>
                  <a:pt x="649" y="17"/>
                </a:cubicBezTo>
                <a:cubicBezTo>
                  <a:pt x="822" y="0"/>
                  <a:pt x="955" y="18"/>
                  <a:pt x="1141" y="35"/>
                </a:cubicBezTo>
                <a:cubicBezTo>
                  <a:pt x="1327" y="52"/>
                  <a:pt x="1658" y="3"/>
                  <a:pt x="1763" y="121"/>
                </a:cubicBezTo>
                <a:cubicBezTo>
                  <a:pt x="1868" y="239"/>
                  <a:pt x="1840" y="621"/>
                  <a:pt x="1774" y="741"/>
                </a:cubicBezTo>
                <a:cubicBezTo>
                  <a:pt x="1708" y="861"/>
                  <a:pt x="1534" y="827"/>
                  <a:pt x="1369" y="845"/>
                </a:cubicBezTo>
                <a:cubicBezTo>
                  <a:pt x="1204" y="863"/>
                  <a:pt x="935" y="851"/>
                  <a:pt x="781" y="851"/>
                </a:cubicBezTo>
                <a:cubicBezTo>
                  <a:pt x="627" y="851"/>
                  <a:pt x="549" y="876"/>
                  <a:pt x="447" y="847"/>
                </a:cubicBezTo>
                <a:cubicBezTo>
                  <a:pt x="345" y="818"/>
                  <a:pt x="237" y="762"/>
                  <a:pt x="168" y="676"/>
                </a:cubicBezTo>
                <a:cubicBezTo>
                  <a:pt x="98" y="589"/>
                  <a:pt x="29" y="468"/>
                  <a:pt x="31" y="327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3" name="Line 77">
            <a:extLst>
              <a:ext uri="{FF2B5EF4-FFF2-40B4-BE49-F238E27FC236}">
                <a16:creationId xmlns:a16="http://schemas.microsoft.com/office/drawing/2014/main" id="{0E1C7AA0-FA95-B844-83B1-903DF41A68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97755" y="4780233"/>
            <a:ext cx="855662" cy="4318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4" name="Line 78">
            <a:extLst>
              <a:ext uri="{FF2B5EF4-FFF2-40B4-BE49-F238E27FC236}">
                <a16:creationId xmlns:a16="http://schemas.microsoft.com/office/drawing/2014/main" id="{0173F26E-AC6F-FD4F-995F-CADED52CD4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707342" y="4827858"/>
            <a:ext cx="563563" cy="3937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5" name="Line 79">
            <a:extLst>
              <a:ext uri="{FF2B5EF4-FFF2-40B4-BE49-F238E27FC236}">
                <a16:creationId xmlns:a16="http://schemas.microsoft.com/office/drawing/2014/main" id="{3CEA4312-2D22-9340-9D8D-17C8CC88AE0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245505" y="4834208"/>
            <a:ext cx="149225" cy="38258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7" name="Line 95">
            <a:extLst>
              <a:ext uri="{FF2B5EF4-FFF2-40B4-BE49-F238E27FC236}">
                <a16:creationId xmlns:a16="http://schemas.microsoft.com/office/drawing/2014/main" id="{7E28B523-ED73-8C40-ACD2-43F86A8C48E6}"/>
              </a:ext>
            </a:extLst>
          </p:cNvPr>
          <p:cNvSpPr>
            <a:spLocks noChangeShapeType="1"/>
          </p:cNvSpPr>
          <p:nvPr/>
        </p:nvSpPr>
        <p:spPr bwMode="auto">
          <a:xfrm>
            <a:off x="9407430" y="3545158"/>
            <a:ext cx="0" cy="106203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8" name="Text Box 97">
            <a:extLst>
              <a:ext uri="{FF2B5EF4-FFF2-40B4-BE49-F238E27FC236}">
                <a16:creationId xmlns:a16="http://schemas.microsoft.com/office/drawing/2014/main" id="{C679E988-7156-B949-B8A6-F53CA81FBD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5480" y="4357958"/>
            <a:ext cx="11985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institutional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9" name="Text Box 98">
            <a:extLst>
              <a:ext uri="{FF2B5EF4-FFF2-40B4-BE49-F238E27FC236}">
                <a16:creationId xmlns:a16="http://schemas.microsoft.com/office/drawing/2014/main" id="{67295E16-B892-F14C-929B-3E20FB1090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83667" y="4738958"/>
            <a:ext cx="12906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Gbps LAN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70" name="Text Box 99">
            <a:extLst>
              <a:ext uri="{FF2B5EF4-FFF2-40B4-BE49-F238E27FC236}">
                <a16:creationId xmlns:a16="http://schemas.microsoft.com/office/drawing/2014/main" id="{6A31B9E8-42B5-DA4F-BEEB-38A1A2168C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9017" y="3734071"/>
            <a:ext cx="11906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1.54 Mbps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access link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92" name="Group 139">
            <a:extLst>
              <a:ext uri="{FF2B5EF4-FFF2-40B4-BE49-F238E27FC236}">
                <a16:creationId xmlns:a16="http://schemas.microsoft.com/office/drawing/2014/main" id="{F9E9E22C-69D8-A847-9177-B4D5A14ECA28}"/>
              </a:ext>
            </a:extLst>
          </p:cNvPr>
          <p:cNvGrpSpPr>
            <a:grpSpLocks/>
          </p:cNvGrpSpPr>
          <p:nvPr/>
        </p:nvGrpSpPr>
        <p:grpSpPr bwMode="auto">
          <a:xfrm>
            <a:off x="7735792" y="2035446"/>
            <a:ext cx="377825" cy="576262"/>
            <a:chOff x="4140" y="429"/>
            <a:chExt cx="1425" cy="2396"/>
          </a:xfrm>
        </p:grpSpPr>
        <p:sp>
          <p:nvSpPr>
            <p:cNvPr id="293" name="Freeform 140">
              <a:extLst>
                <a:ext uri="{FF2B5EF4-FFF2-40B4-BE49-F238E27FC236}">
                  <a16:creationId xmlns:a16="http://schemas.microsoft.com/office/drawing/2014/main" id="{86EDF6AA-4B2E-6342-9BFA-CFF30B1C2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4" name="Rectangle 141">
              <a:extLst>
                <a:ext uri="{FF2B5EF4-FFF2-40B4-BE49-F238E27FC236}">
                  <a16:creationId xmlns:a16="http://schemas.microsoft.com/office/drawing/2014/main" id="{6B9D834D-0DEE-9248-AD7A-C2D336AEB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5" name="Freeform 142">
              <a:extLst>
                <a:ext uri="{FF2B5EF4-FFF2-40B4-BE49-F238E27FC236}">
                  <a16:creationId xmlns:a16="http://schemas.microsoft.com/office/drawing/2014/main" id="{29245DF3-F7D6-B840-B253-23D4A8D2C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6" name="Freeform 143">
              <a:extLst>
                <a:ext uri="{FF2B5EF4-FFF2-40B4-BE49-F238E27FC236}">
                  <a16:creationId xmlns:a16="http://schemas.microsoft.com/office/drawing/2014/main" id="{B747AC17-9BF4-BB41-A5DA-D229A9BA1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7" name="Rectangle 144">
              <a:extLst>
                <a:ext uri="{FF2B5EF4-FFF2-40B4-BE49-F238E27FC236}">
                  <a16:creationId xmlns:a16="http://schemas.microsoft.com/office/drawing/2014/main" id="{1B65D50E-A82B-7347-A7F6-556D3939D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8" name="Group 145">
              <a:extLst>
                <a:ext uri="{FF2B5EF4-FFF2-40B4-BE49-F238E27FC236}">
                  <a16:creationId xmlns:a16="http://schemas.microsoft.com/office/drawing/2014/main" id="{E47B5BD8-DFF7-9441-92CB-80BB05AB6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23" name="AutoShape 146">
                <a:extLst>
                  <a:ext uri="{FF2B5EF4-FFF2-40B4-BE49-F238E27FC236}">
                    <a16:creationId xmlns:a16="http://schemas.microsoft.com/office/drawing/2014/main" id="{B75BF63D-E7E0-6640-A10B-E09175442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4" name="AutoShape 147">
                <a:extLst>
                  <a:ext uri="{FF2B5EF4-FFF2-40B4-BE49-F238E27FC236}">
                    <a16:creationId xmlns:a16="http://schemas.microsoft.com/office/drawing/2014/main" id="{074358F6-E1DA-D042-B053-9C4C54023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9" name="Rectangle 148">
              <a:extLst>
                <a:ext uri="{FF2B5EF4-FFF2-40B4-BE49-F238E27FC236}">
                  <a16:creationId xmlns:a16="http://schemas.microsoft.com/office/drawing/2014/main" id="{DECDE972-9E25-674C-ACC1-43F55CD92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0" name="Group 149">
              <a:extLst>
                <a:ext uri="{FF2B5EF4-FFF2-40B4-BE49-F238E27FC236}">
                  <a16:creationId xmlns:a16="http://schemas.microsoft.com/office/drawing/2014/main" id="{82296A06-752A-254D-8846-4D0F3F43F2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1" name="AutoShape 150">
                <a:extLst>
                  <a:ext uri="{FF2B5EF4-FFF2-40B4-BE49-F238E27FC236}">
                    <a16:creationId xmlns:a16="http://schemas.microsoft.com/office/drawing/2014/main" id="{F5A8BC22-523A-4147-9575-B8F7D060F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2" name="AutoShape 151">
                <a:extLst>
                  <a:ext uri="{FF2B5EF4-FFF2-40B4-BE49-F238E27FC236}">
                    <a16:creationId xmlns:a16="http://schemas.microsoft.com/office/drawing/2014/main" id="{EAF2AC7F-A8C0-FC4F-8C37-5D458F19B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1" name="Rectangle 152">
              <a:extLst>
                <a:ext uri="{FF2B5EF4-FFF2-40B4-BE49-F238E27FC236}">
                  <a16:creationId xmlns:a16="http://schemas.microsoft.com/office/drawing/2014/main" id="{4F90A69C-CEC4-A24D-9C82-52BA6FC89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2" name="Rectangle 153">
              <a:extLst>
                <a:ext uri="{FF2B5EF4-FFF2-40B4-BE49-F238E27FC236}">
                  <a16:creationId xmlns:a16="http://schemas.microsoft.com/office/drawing/2014/main" id="{4EAFCA72-25B7-7747-916E-327595FFD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3" name="Group 154">
              <a:extLst>
                <a:ext uri="{FF2B5EF4-FFF2-40B4-BE49-F238E27FC236}">
                  <a16:creationId xmlns:a16="http://schemas.microsoft.com/office/drawing/2014/main" id="{8277CD38-8B7B-9748-AD3B-10D14BC1AA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9" name="AutoShape 155">
                <a:extLst>
                  <a:ext uri="{FF2B5EF4-FFF2-40B4-BE49-F238E27FC236}">
                    <a16:creationId xmlns:a16="http://schemas.microsoft.com/office/drawing/2014/main" id="{5B02472C-767E-8C4B-A1E5-693F9C4C2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0" name="AutoShape 156">
                <a:extLst>
                  <a:ext uri="{FF2B5EF4-FFF2-40B4-BE49-F238E27FC236}">
                    <a16:creationId xmlns:a16="http://schemas.microsoft.com/office/drawing/2014/main" id="{DA6E1AA2-450F-174D-A85C-5D39B60AB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4" name="Freeform 157">
              <a:extLst>
                <a:ext uri="{FF2B5EF4-FFF2-40B4-BE49-F238E27FC236}">
                  <a16:creationId xmlns:a16="http://schemas.microsoft.com/office/drawing/2014/main" id="{43557BDC-C555-5040-B5DB-5D425E9BF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5" name="Group 158">
              <a:extLst>
                <a:ext uri="{FF2B5EF4-FFF2-40B4-BE49-F238E27FC236}">
                  <a16:creationId xmlns:a16="http://schemas.microsoft.com/office/drawing/2014/main" id="{C333E870-3BD7-C645-AAC2-98508A7E36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7" name="AutoShape 159">
                <a:extLst>
                  <a:ext uri="{FF2B5EF4-FFF2-40B4-BE49-F238E27FC236}">
                    <a16:creationId xmlns:a16="http://schemas.microsoft.com/office/drawing/2014/main" id="{EFC968C4-6392-E247-9A44-0D21D80BC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8" name="AutoShape 160">
                <a:extLst>
                  <a:ext uri="{FF2B5EF4-FFF2-40B4-BE49-F238E27FC236}">
                    <a16:creationId xmlns:a16="http://schemas.microsoft.com/office/drawing/2014/main" id="{9315F821-D903-1C43-B0DF-C13E1CFC6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6" name="Rectangle 161">
              <a:extLst>
                <a:ext uri="{FF2B5EF4-FFF2-40B4-BE49-F238E27FC236}">
                  <a16:creationId xmlns:a16="http://schemas.microsoft.com/office/drawing/2014/main" id="{4A93E05B-231B-8F4E-AC44-1E61C8779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7" name="Freeform 162">
              <a:extLst>
                <a:ext uri="{FF2B5EF4-FFF2-40B4-BE49-F238E27FC236}">
                  <a16:creationId xmlns:a16="http://schemas.microsoft.com/office/drawing/2014/main" id="{A81021FA-3B4B-8540-B233-88280DF91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8" name="Freeform 163">
              <a:extLst>
                <a:ext uri="{FF2B5EF4-FFF2-40B4-BE49-F238E27FC236}">
                  <a16:creationId xmlns:a16="http://schemas.microsoft.com/office/drawing/2014/main" id="{B4BBCFA8-CE65-3B46-B8C0-90C8E2A9F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9" name="Oval 164">
              <a:extLst>
                <a:ext uri="{FF2B5EF4-FFF2-40B4-BE49-F238E27FC236}">
                  <a16:creationId xmlns:a16="http://schemas.microsoft.com/office/drawing/2014/main" id="{5BC0A35E-B59B-2747-AF4F-E2B7BF2E9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0" name="Freeform 165">
              <a:extLst>
                <a:ext uri="{FF2B5EF4-FFF2-40B4-BE49-F238E27FC236}">
                  <a16:creationId xmlns:a16="http://schemas.microsoft.com/office/drawing/2014/main" id="{18C56782-0533-9C40-9224-8F36130D8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1" name="AutoShape 166">
              <a:extLst>
                <a:ext uri="{FF2B5EF4-FFF2-40B4-BE49-F238E27FC236}">
                  <a16:creationId xmlns:a16="http://schemas.microsoft.com/office/drawing/2014/main" id="{B68A6AC7-4ED2-D44E-90B8-E63CF73BB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2" name="AutoShape 167">
              <a:extLst>
                <a:ext uri="{FF2B5EF4-FFF2-40B4-BE49-F238E27FC236}">
                  <a16:creationId xmlns:a16="http://schemas.microsoft.com/office/drawing/2014/main" id="{906EF179-00FE-3F4F-AD8D-E9B8F23DE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3" name="Oval 168">
              <a:extLst>
                <a:ext uri="{FF2B5EF4-FFF2-40B4-BE49-F238E27FC236}">
                  <a16:creationId xmlns:a16="http://schemas.microsoft.com/office/drawing/2014/main" id="{714D65B7-5EDC-2840-9C29-D308D9655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4" name="Oval 169">
              <a:extLst>
                <a:ext uri="{FF2B5EF4-FFF2-40B4-BE49-F238E27FC236}">
                  <a16:creationId xmlns:a16="http://schemas.microsoft.com/office/drawing/2014/main" id="{E64A117A-C67D-AB41-A8E7-4A508BB31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15" name="Oval 170">
              <a:extLst>
                <a:ext uri="{FF2B5EF4-FFF2-40B4-BE49-F238E27FC236}">
                  <a16:creationId xmlns:a16="http://schemas.microsoft.com/office/drawing/2014/main" id="{C59668D3-09F9-BD44-8596-C01818912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6" name="Rectangle 171">
              <a:extLst>
                <a:ext uri="{FF2B5EF4-FFF2-40B4-BE49-F238E27FC236}">
                  <a16:creationId xmlns:a16="http://schemas.microsoft.com/office/drawing/2014/main" id="{8E530C7C-3D86-3C4B-891E-CB9AC883F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25" name="Group 172">
            <a:extLst>
              <a:ext uri="{FF2B5EF4-FFF2-40B4-BE49-F238E27FC236}">
                <a16:creationId xmlns:a16="http://schemas.microsoft.com/office/drawing/2014/main" id="{F34C0BB9-9ECA-9B40-B10C-16DEDBDC16C3}"/>
              </a:ext>
            </a:extLst>
          </p:cNvPr>
          <p:cNvGrpSpPr>
            <a:grpSpLocks/>
          </p:cNvGrpSpPr>
          <p:nvPr/>
        </p:nvGrpSpPr>
        <p:grpSpPr bwMode="auto">
          <a:xfrm>
            <a:off x="7885017" y="5148533"/>
            <a:ext cx="525463" cy="557213"/>
            <a:chOff x="-44" y="1473"/>
            <a:chExt cx="981" cy="1105"/>
          </a:xfrm>
        </p:grpSpPr>
        <p:pic>
          <p:nvPicPr>
            <p:cNvPr id="326" name="Picture 173" descr="desktop_computer_stylized_medium">
              <a:extLst>
                <a:ext uri="{FF2B5EF4-FFF2-40B4-BE49-F238E27FC236}">
                  <a16:creationId xmlns:a16="http://schemas.microsoft.com/office/drawing/2014/main" id="{58DEA6BA-6A8A-414B-A5D1-8C42E963B5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7" name="Freeform 174">
              <a:extLst>
                <a:ext uri="{FF2B5EF4-FFF2-40B4-BE49-F238E27FC236}">
                  <a16:creationId xmlns:a16="http://schemas.microsoft.com/office/drawing/2014/main" id="{5636D377-DB0D-6F40-811F-10EE64604D6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28" name="Group 175">
            <a:extLst>
              <a:ext uri="{FF2B5EF4-FFF2-40B4-BE49-F238E27FC236}">
                <a16:creationId xmlns:a16="http://schemas.microsoft.com/office/drawing/2014/main" id="{7306AC90-5B34-3F4E-B626-0E34022A31C8}"/>
              </a:ext>
            </a:extLst>
          </p:cNvPr>
          <p:cNvGrpSpPr>
            <a:grpSpLocks/>
          </p:cNvGrpSpPr>
          <p:nvPr/>
        </p:nvGrpSpPr>
        <p:grpSpPr bwMode="auto">
          <a:xfrm>
            <a:off x="8650192" y="1557608"/>
            <a:ext cx="377825" cy="576263"/>
            <a:chOff x="4140" y="429"/>
            <a:chExt cx="1425" cy="2396"/>
          </a:xfrm>
        </p:grpSpPr>
        <p:sp>
          <p:nvSpPr>
            <p:cNvPr id="329" name="Freeform 176">
              <a:extLst>
                <a:ext uri="{FF2B5EF4-FFF2-40B4-BE49-F238E27FC236}">
                  <a16:creationId xmlns:a16="http://schemas.microsoft.com/office/drawing/2014/main" id="{F3CFDF78-3F2C-B047-99D5-2F35E0D1B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0" name="Rectangle 177">
              <a:extLst>
                <a:ext uri="{FF2B5EF4-FFF2-40B4-BE49-F238E27FC236}">
                  <a16:creationId xmlns:a16="http://schemas.microsoft.com/office/drawing/2014/main" id="{6D671750-A74B-B64E-8E68-C40948E6D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1" name="Freeform 178">
              <a:extLst>
                <a:ext uri="{FF2B5EF4-FFF2-40B4-BE49-F238E27FC236}">
                  <a16:creationId xmlns:a16="http://schemas.microsoft.com/office/drawing/2014/main" id="{9438FA78-1938-514C-80BF-10ED666E3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2" name="Freeform 179">
              <a:extLst>
                <a:ext uri="{FF2B5EF4-FFF2-40B4-BE49-F238E27FC236}">
                  <a16:creationId xmlns:a16="http://schemas.microsoft.com/office/drawing/2014/main" id="{FD23EFF2-90E8-9045-936A-06124249A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3" name="Rectangle 180">
              <a:extLst>
                <a:ext uri="{FF2B5EF4-FFF2-40B4-BE49-F238E27FC236}">
                  <a16:creationId xmlns:a16="http://schemas.microsoft.com/office/drawing/2014/main" id="{C3C9A679-FD27-EE4A-B715-049B9DDB6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4" name="Group 181">
              <a:extLst>
                <a:ext uri="{FF2B5EF4-FFF2-40B4-BE49-F238E27FC236}">
                  <a16:creationId xmlns:a16="http://schemas.microsoft.com/office/drawing/2014/main" id="{F5C3481D-451B-B142-A35C-15C582D38E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59" name="AutoShape 182">
                <a:extLst>
                  <a:ext uri="{FF2B5EF4-FFF2-40B4-BE49-F238E27FC236}">
                    <a16:creationId xmlns:a16="http://schemas.microsoft.com/office/drawing/2014/main" id="{2C243628-F48B-0247-9C77-CADC193BA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0" name="AutoShape 183">
                <a:extLst>
                  <a:ext uri="{FF2B5EF4-FFF2-40B4-BE49-F238E27FC236}">
                    <a16:creationId xmlns:a16="http://schemas.microsoft.com/office/drawing/2014/main" id="{C3D71DA0-C793-D949-906B-887E37FD0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5" name="Rectangle 184">
              <a:extLst>
                <a:ext uri="{FF2B5EF4-FFF2-40B4-BE49-F238E27FC236}">
                  <a16:creationId xmlns:a16="http://schemas.microsoft.com/office/drawing/2014/main" id="{246902F9-C4DC-454E-9DA0-3D5842DB3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6" name="Group 185">
              <a:extLst>
                <a:ext uri="{FF2B5EF4-FFF2-40B4-BE49-F238E27FC236}">
                  <a16:creationId xmlns:a16="http://schemas.microsoft.com/office/drawing/2014/main" id="{7667DA9A-FE8F-654A-8B9E-218AADDABF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57" name="AutoShape 186">
                <a:extLst>
                  <a:ext uri="{FF2B5EF4-FFF2-40B4-BE49-F238E27FC236}">
                    <a16:creationId xmlns:a16="http://schemas.microsoft.com/office/drawing/2014/main" id="{89170F11-7571-2B45-8719-95E83BC65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8" name="AutoShape 187">
                <a:extLst>
                  <a:ext uri="{FF2B5EF4-FFF2-40B4-BE49-F238E27FC236}">
                    <a16:creationId xmlns:a16="http://schemas.microsoft.com/office/drawing/2014/main" id="{E76D6632-4213-1A4C-994D-E58521FFA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7" name="Rectangle 188">
              <a:extLst>
                <a:ext uri="{FF2B5EF4-FFF2-40B4-BE49-F238E27FC236}">
                  <a16:creationId xmlns:a16="http://schemas.microsoft.com/office/drawing/2014/main" id="{042D5530-947C-8042-964E-981127ADC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" name="Rectangle 189">
              <a:extLst>
                <a:ext uri="{FF2B5EF4-FFF2-40B4-BE49-F238E27FC236}">
                  <a16:creationId xmlns:a16="http://schemas.microsoft.com/office/drawing/2014/main" id="{2F89380A-7E24-A848-A517-F0FC73692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9" name="Group 190">
              <a:extLst>
                <a:ext uri="{FF2B5EF4-FFF2-40B4-BE49-F238E27FC236}">
                  <a16:creationId xmlns:a16="http://schemas.microsoft.com/office/drawing/2014/main" id="{38C1848A-3B99-B348-91C8-29218555E8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55" name="AutoShape 191">
                <a:extLst>
                  <a:ext uri="{FF2B5EF4-FFF2-40B4-BE49-F238E27FC236}">
                    <a16:creationId xmlns:a16="http://schemas.microsoft.com/office/drawing/2014/main" id="{676776FA-ACE8-1B44-A3F2-EE744FFE1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6" name="AutoShape 192">
                <a:extLst>
                  <a:ext uri="{FF2B5EF4-FFF2-40B4-BE49-F238E27FC236}">
                    <a16:creationId xmlns:a16="http://schemas.microsoft.com/office/drawing/2014/main" id="{642A052A-BC62-D049-9EBF-AC2B9D28A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0" name="Freeform 193">
              <a:extLst>
                <a:ext uri="{FF2B5EF4-FFF2-40B4-BE49-F238E27FC236}">
                  <a16:creationId xmlns:a16="http://schemas.microsoft.com/office/drawing/2014/main" id="{20022731-282E-5349-BD84-5AC931894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1" name="Group 194">
              <a:extLst>
                <a:ext uri="{FF2B5EF4-FFF2-40B4-BE49-F238E27FC236}">
                  <a16:creationId xmlns:a16="http://schemas.microsoft.com/office/drawing/2014/main" id="{C8EEA896-B8C6-834F-9741-B4BC689404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53" name="AutoShape 195">
                <a:extLst>
                  <a:ext uri="{FF2B5EF4-FFF2-40B4-BE49-F238E27FC236}">
                    <a16:creationId xmlns:a16="http://schemas.microsoft.com/office/drawing/2014/main" id="{FAEB0127-5E88-8848-A1E8-FCDC82E85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4" name="AutoShape 196">
                <a:extLst>
                  <a:ext uri="{FF2B5EF4-FFF2-40B4-BE49-F238E27FC236}">
                    <a16:creationId xmlns:a16="http://schemas.microsoft.com/office/drawing/2014/main" id="{F6C14D4D-54BC-0347-8DE7-8C387B0DE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2" name="Rectangle 197">
              <a:extLst>
                <a:ext uri="{FF2B5EF4-FFF2-40B4-BE49-F238E27FC236}">
                  <a16:creationId xmlns:a16="http://schemas.microsoft.com/office/drawing/2014/main" id="{DE2B5795-02B3-824F-BFB7-9E4468C2E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3" name="Freeform 198">
              <a:extLst>
                <a:ext uri="{FF2B5EF4-FFF2-40B4-BE49-F238E27FC236}">
                  <a16:creationId xmlns:a16="http://schemas.microsoft.com/office/drawing/2014/main" id="{30654D98-FCC5-4940-8B89-40DEC14D2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4" name="Freeform 199">
              <a:extLst>
                <a:ext uri="{FF2B5EF4-FFF2-40B4-BE49-F238E27FC236}">
                  <a16:creationId xmlns:a16="http://schemas.microsoft.com/office/drawing/2014/main" id="{DB2F1485-9F89-A14E-B2B0-E716B66FE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5" name="Oval 200">
              <a:extLst>
                <a:ext uri="{FF2B5EF4-FFF2-40B4-BE49-F238E27FC236}">
                  <a16:creationId xmlns:a16="http://schemas.microsoft.com/office/drawing/2014/main" id="{0913F7BB-B350-6F4C-8E3C-B4373B6BB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6" name="Freeform 201">
              <a:extLst>
                <a:ext uri="{FF2B5EF4-FFF2-40B4-BE49-F238E27FC236}">
                  <a16:creationId xmlns:a16="http://schemas.microsoft.com/office/drawing/2014/main" id="{D806CA0F-D39E-1044-8994-B3481BAC5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7" name="AutoShape 202">
              <a:extLst>
                <a:ext uri="{FF2B5EF4-FFF2-40B4-BE49-F238E27FC236}">
                  <a16:creationId xmlns:a16="http://schemas.microsoft.com/office/drawing/2014/main" id="{653E2F84-88DD-4C48-9132-5E9C22D3C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" name="AutoShape 203">
              <a:extLst>
                <a:ext uri="{FF2B5EF4-FFF2-40B4-BE49-F238E27FC236}">
                  <a16:creationId xmlns:a16="http://schemas.microsoft.com/office/drawing/2014/main" id="{7C1622A3-9F30-FA42-9B80-C8BB00A05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9" name="Oval 204">
              <a:extLst>
                <a:ext uri="{FF2B5EF4-FFF2-40B4-BE49-F238E27FC236}">
                  <a16:creationId xmlns:a16="http://schemas.microsoft.com/office/drawing/2014/main" id="{432A4179-C51B-DE48-94FC-B7412F4DD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0" name="Oval 205">
              <a:extLst>
                <a:ext uri="{FF2B5EF4-FFF2-40B4-BE49-F238E27FC236}">
                  <a16:creationId xmlns:a16="http://schemas.microsoft.com/office/drawing/2014/main" id="{9EF71E96-D069-134D-9318-D85F7FF2C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51" name="Oval 206">
              <a:extLst>
                <a:ext uri="{FF2B5EF4-FFF2-40B4-BE49-F238E27FC236}">
                  <a16:creationId xmlns:a16="http://schemas.microsoft.com/office/drawing/2014/main" id="{3E78A6EB-9CEA-E74E-91AB-439D7171D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2" name="Rectangle 207">
              <a:extLst>
                <a:ext uri="{FF2B5EF4-FFF2-40B4-BE49-F238E27FC236}">
                  <a16:creationId xmlns:a16="http://schemas.microsoft.com/office/drawing/2014/main" id="{1A62E052-D07D-6743-8E2D-F67E3E528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61" name="Group 208">
            <a:extLst>
              <a:ext uri="{FF2B5EF4-FFF2-40B4-BE49-F238E27FC236}">
                <a16:creationId xmlns:a16="http://schemas.microsoft.com/office/drawing/2014/main" id="{6A05235C-3E77-6F4F-8ADA-6D04AB8484D1}"/>
              </a:ext>
            </a:extLst>
          </p:cNvPr>
          <p:cNvGrpSpPr>
            <a:grpSpLocks/>
          </p:cNvGrpSpPr>
          <p:nvPr/>
        </p:nvGrpSpPr>
        <p:grpSpPr bwMode="auto">
          <a:xfrm>
            <a:off x="9402667" y="1589358"/>
            <a:ext cx="377825" cy="576263"/>
            <a:chOff x="4140" y="429"/>
            <a:chExt cx="1425" cy="2396"/>
          </a:xfrm>
        </p:grpSpPr>
        <p:sp>
          <p:nvSpPr>
            <p:cNvPr id="362" name="Freeform 209">
              <a:extLst>
                <a:ext uri="{FF2B5EF4-FFF2-40B4-BE49-F238E27FC236}">
                  <a16:creationId xmlns:a16="http://schemas.microsoft.com/office/drawing/2014/main" id="{D166875E-AD19-804C-965F-CDAED7A64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3" name="Rectangle 210">
              <a:extLst>
                <a:ext uri="{FF2B5EF4-FFF2-40B4-BE49-F238E27FC236}">
                  <a16:creationId xmlns:a16="http://schemas.microsoft.com/office/drawing/2014/main" id="{EC5E264D-98A2-B44D-B995-4CB53C25E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4" name="Freeform 211">
              <a:extLst>
                <a:ext uri="{FF2B5EF4-FFF2-40B4-BE49-F238E27FC236}">
                  <a16:creationId xmlns:a16="http://schemas.microsoft.com/office/drawing/2014/main" id="{C1CF933D-FB73-3240-9F1D-5EED49E6A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5" name="Freeform 212">
              <a:extLst>
                <a:ext uri="{FF2B5EF4-FFF2-40B4-BE49-F238E27FC236}">
                  <a16:creationId xmlns:a16="http://schemas.microsoft.com/office/drawing/2014/main" id="{0FC67CB2-6BE1-1847-A437-D99084C5C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6" name="Rectangle 213">
              <a:extLst>
                <a:ext uri="{FF2B5EF4-FFF2-40B4-BE49-F238E27FC236}">
                  <a16:creationId xmlns:a16="http://schemas.microsoft.com/office/drawing/2014/main" id="{14B7D932-BBFC-B74D-816C-440DB3FEB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67" name="Group 214">
              <a:extLst>
                <a:ext uri="{FF2B5EF4-FFF2-40B4-BE49-F238E27FC236}">
                  <a16:creationId xmlns:a16="http://schemas.microsoft.com/office/drawing/2014/main" id="{904783F7-C673-AC48-8DEC-45B791D2E0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92" name="AutoShape 215">
                <a:extLst>
                  <a:ext uri="{FF2B5EF4-FFF2-40B4-BE49-F238E27FC236}">
                    <a16:creationId xmlns:a16="http://schemas.microsoft.com/office/drawing/2014/main" id="{259ABA3E-950D-BF40-AF00-89747854A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3" name="AutoShape 216">
                <a:extLst>
                  <a:ext uri="{FF2B5EF4-FFF2-40B4-BE49-F238E27FC236}">
                    <a16:creationId xmlns:a16="http://schemas.microsoft.com/office/drawing/2014/main" id="{D537C256-5556-E84D-BFD9-801601AF6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8" name="Rectangle 217">
              <a:extLst>
                <a:ext uri="{FF2B5EF4-FFF2-40B4-BE49-F238E27FC236}">
                  <a16:creationId xmlns:a16="http://schemas.microsoft.com/office/drawing/2014/main" id="{6A16D193-BA00-FA4C-84D3-5F7B5C031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69" name="Group 218">
              <a:extLst>
                <a:ext uri="{FF2B5EF4-FFF2-40B4-BE49-F238E27FC236}">
                  <a16:creationId xmlns:a16="http://schemas.microsoft.com/office/drawing/2014/main" id="{7151F57C-7772-D741-B346-9FD22AFEAC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90" name="AutoShape 219">
                <a:extLst>
                  <a:ext uri="{FF2B5EF4-FFF2-40B4-BE49-F238E27FC236}">
                    <a16:creationId xmlns:a16="http://schemas.microsoft.com/office/drawing/2014/main" id="{28A8406C-AFA4-F94B-A2C4-E4FFB185C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1" name="AutoShape 220">
                <a:extLst>
                  <a:ext uri="{FF2B5EF4-FFF2-40B4-BE49-F238E27FC236}">
                    <a16:creationId xmlns:a16="http://schemas.microsoft.com/office/drawing/2014/main" id="{9A186499-2183-C24F-89D0-ACB1D39A2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70" name="Rectangle 221">
              <a:extLst>
                <a:ext uri="{FF2B5EF4-FFF2-40B4-BE49-F238E27FC236}">
                  <a16:creationId xmlns:a16="http://schemas.microsoft.com/office/drawing/2014/main" id="{6959C99C-8685-CE45-B4A0-BEEBD9CE6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1" name="Rectangle 222">
              <a:extLst>
                <a:ext uri="{FF2B5EF4-FFF2-40B4-BE49-F238E27FC236}">
                  <a16:creationId xmlns:a16="http://schemas.microsoft.com/office/drawing/2014/main" id="{0CEC0CDC-F36A-E147-800E-4BFDDC412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72" name="Group 223">
              <a:extLst>
                <a:ext uri="{FF2B5EF4-FFF2-40B4-BE49-F238E27FC236}">
                  <a16:creationId xmlns:a16="http://schemas.microsoft.com/office/drawing/2014/main" id="{07BF1C14-2C6F-B94F-8289-1C37D6C61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88" name="AutoShape 224">
                <a:extLst>
                  <a:ext uri="{FF2B5EF4-FFF2-40B4-BE49-F238E27FC236}">
                    <a16:creationId xmlns:a16="http://schemas.microsoft.com/office/drawing/2014/main" id="{B660D864-E6AF-2A4B-AF6E-15E67C246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9" name="AutoShape 225">
                <a:extLst>
                  <a:ext uri="{FF2B5EF4-FFF2-40B4-BE49-F238E27FC236}">
                    <a16:creationId xmlns:a16="http://schemas.microsoft.com/office/drawing/2014/main" id="{A5592FCE-B8EB-CD42-BD69-D7E95DA3E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73" name="Freeform 226">
              <a:extLst>
                <a:ext uri="{FF2B5EF4-FFF2-40B4-BE49-F238E27FC236}">
                  <a16:creationId xmlns:a16="http://schemas.microsoft.com/office/drawing/2014/main" id="{176C9152-AD9C-0043-999D-97BF01B75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74" name="Group 227">
              <a:extLst>
                <a:ext uri="{FF2B5EF4-FFF2-40B4-BE49-F238E27FC236}">
                  <a16:creationId xmlns:a16="http://schemas.microsoft.com/office/drawing/2014/main" id="{DB7553BD-7EEF-1144-A10E-45052E753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86" name="AutoShape 228">
                <a:extLst>
                  <a:ext uri="{FF2B5EF4-FFF2-40B4-BE49-F238E27FC236}">
                    <a16:creationId xmlns:a16="http://schemas.microsoft.com/office/drawing/2014/main" id="{209B423B-7C84-A444-BC5D-A11FD1567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7" name="AutoShape 229">
                <a:extLst>
                  <a:ext uri="{FF2B5EF4-FFF2-40B4-BE49-F238E27FC236}">
                    <a16:creationId xmlns:a16="http://schemas.microsoft.com/office/drawing/2014/main" id="{5AE73D33-B566-9A49-9DC6-C5469487B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75" name="Rectangle 230">
              <a:extLst>
                <a:ext uri="{FF2B5EF4-FFF2-40B4-BE49-F238E27FC236}">
                  <a16:creationId xmlns:a16="http://schemas.microsoft.com/office/drawing/2014/main" id="{F54FB1FA-BA67-4B47-8CD0-DC612A86E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6" name="Freeform 231">
              <a:extLst>
                <a:ext uri="{FF2B5EF4-FFF2-40B4-BE49-F238E27FC236}">
                  <a16:creationId xmlns:a16="http://schemas.microsoft.com/office/drawing/2014/main" id="{A3240397-6B0C-654E-88F1-F3F3AD623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7" name="Freeform 232">
              <a:extLst>
                <a:ext uri="{FF2B5EF4-FFF2-40B4-BE49-F238E27FC236}">
                  <a16:creationId xmlns:a16="http://schemas.microsoft.com/office/drawing/2014/main" id="{1A86C13D-4B43-504E-B61C-E2C654775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8" name="Oval 233">
              <a:extLst>
                <a:ext uri="{FF2B5EF4-FFF2-40B4-BE49-F238E27FC236}">
                  <a16:creationId xmlns:a16="http://schemas.microsoft.com/office/drawing/2014/main" id="{A925E2BE-2521-064E-94A2-F5B3CE2A6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" name="Freeform 234">
              <a:extLst>
                <a:ext uri="{FF2B5EF4-FFF2-40B4-BE49-F238E27FC236}">
                  <a16:creationId xmlns:a16="http://schemas.microsoft.com/office/drawing/2014/main" id="{D0F8527B-9979-9843-B950-02EEB33AD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0" name="AutoShape 235">
              <a:extLst>
                <a:ext uri="{FF2B5EF4-FFF2-40B4-BE49-F238E27FC236}">
                  <a16:creationId xmlns:a16="http://schemas.microsoft.com/office/drawing/2014/main" id="{01246D65-1D83-514D-96A0-3F53F7E62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1" name="AutoShape 236">
              <a:extLst>
                <a:ext uri="{FF2B5EF4-FFF2-40B4-BE49-F238E27FC236}">
                  <a16:creationId xmlns:a16="http://schemas.microsoft.com/office/drawing/2014/main" id="{EE09E67D-74DE-8E41-B31D-30EBA899E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2" name="Oval 237">
              <a:extLst>
                <a:ext uri="{FF2B5EF4-FFF2-40B4-BE49-F238E27FC236}">
                  <a16:creationId xmlns:a16="http://schemas.microsoft.com/office/drawing/2014/main" id="{1BAA3765-A4A2-D249-B5E6-B37A65069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3" name="Oval 238">
              <a:extLst>
                <a:ext uri="{FF2B5EF4-FFF2-40B4-BE49-F238E27FC236}">
                  <a16:creationId xmlns:a16="http://schemas.microsoft.com/office/drawing/2014/main" id="{B5829A6B-5209-D644-82E1-A9C2A8D9A0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4" name="Oval 239">
              <a:extLst>
                <a:ext uri="{FF2B5EF4-FFF2-40B4-BE49-F238E27FC236}">
                  <a16:creationId xmlns:a16="http://schemas.microsoft.com/office/drawing/2014/main" id="{95394ED4-DC3D-F146-9AEE-0FC4AFC88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5" name="Rectangle 240">
              <a:extLst>
                <a:ext uri="{FF2B5EF4-FFF2-40B4-BE49-F238E27FC236}">
                  <a16:creationId xmlns:a16="http://schemas.microsoft.com/office/drawing/2014/main" id="{A039A534-5AD2-354C-8072-85670484B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94" name="Group 241">
            <a:extLst>
              <a:ext uri="{FF2B5EF4-FFF2-40B4-BE49-F238E27FC236}">
                <a16:creationId xmlns:a16="http://schemas.microsoft.com/office/drawing/2014/main" id="{9BE96710-6956-1941-96D5-89D2082B85BD}"/>
              </a:ext>
            </a:extLst>
          </p:cNvPr>
          <p:cNvGrpSpPr>
            <a:grpSpLocks/>
          </p:cNvGrpSpPr>
          <p:nvPr/>
        </p:nvGrpSpPr>
        <p:grpSpPr bwMode="auto">
          <a:xfrm>
            <a:off x="10012267" y="1741758"/>
            <a:ext cx="377825" cy="576263"/>
            <a:chOff x="4140" y="429"/>
            <a:chExt cx="1425" cy="2396"/>
          </a:xfrm>
        </p:grpSpPr>
        <p:sp>
          <p:nvSpPr>
            <p:cNvPr id="395" name="Freeform 242">
              <a:extLst>
                <a:ext uri="{FF2B5EF4-FFF2-40B4-BE49-F238E27FC236}">
                  <a16:creationId xmlns:a16="http://schemas.microsoft.com/office/drawing/2014/main" id="{98FED06C-86AC-174D-897A-AF88782AB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6" name="Rectangle 243">
              <a:extLst>
                <a:ext uri="{FF2B5EF4-FFF2-40B4-BE49-F238E27FC236}">
                  <a16:creationId xmlns:a16="http://schemas.microsoft.com/office/drawing/2014/main" id="{7BCB3493-2EA3-894F-95D3-4BD9689BC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7" name="Freeform 244">
              <a:extLst>
                <a:ext uri="{FF2B5EF4-FFF2-40B4-BE49-F238E27FC236}">
                  <a16:creationId xmlns:a16="http://schemas.microsoft.com/office/drawing/2014/main" id="{04E3D02B-467F-7F4F-8DC3-9D363101F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8" name="Freeform 245">
              <a:extLst>
                <a:ext uri="{FF2B5EF4-FFF2-40B4-BE49-F238E27FC236}">
                  <a16:creationId xmlns:a16="http://schemas.microsoft.com/office/drawing/2014/main" id="{DA94A9FA-D5B5-214A-8D37-34D4B61F6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" name="Rectangle 246">
              <a:extLst>
                <a:ext uri="{FF2B5EF4-FFF2-40B4-BE49-F238E27FC236}">
                  <a16:creationId xmlns:a16="http://schemas.microsoft.com/office/drawing/2014/main" id="{50539DB1-8D20-F44A-8958-354C5B49C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00" name="Group 247">
              <a:extLst>
                <a:ext uri="{FF2B5EF4-FFF2-40B4-BE49-F238E27FC236}">
                  <a16:creationId xmlns:a16="http://schemas.microsoft.com/office/drawing/2014/main" id="{ABC4B2B5-E127-B14E-8370-5BCDD85E29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25" name="AutoShape 248">
                <a:extLst>
                  <a:ext uri="{FF2B5EF4-FFF2-40B4-BE49-F238E27FC236}">
                    <a16:creationId xmlns:a16="http://schemas.microsoft.com/office/drawing/2014/main" id="{2544F03E-3822-9142-840A-4600BC492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6" name="AutoShape 249">
                <a:extLst>
                  <a:ext uri="{FF2B5EF4-FFF2-40B4-BE49-F238E27FC236}">
                    <a16:creationId xmlns:a16="http://schemas.microsoft.com/office/drawing/2014/main" id="{0D6C988D-2CAC-3A4A-8FAC-72B8697E7B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1" name="Rectangle 250">
              <a:extLst>
                <a:ext uri="{FF2B5EF4-FFF2-40B4-BE49-F238E27FC236}">
                  <a16:creationId xmlns:a16="http://schemas.microsoft.com/office/drawing/2014/main" id="{FA55D5A2-C0A3-7741-814B-310A28BDD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02" name="Group 251">
              <a:extLst>
                <a:ext uri="{FF2B5EF4-FFF2-40B4-BE49-F238E27FC236}">
                  <a16:creationId xmlns:a16="http://schemas.microsoft.com/office/drawing/2014/main" id="{DC8A3227-B450-FB4D-852D-DC7E66FF66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23" name="AutoShape 252">
                <a:extLst>
                  <a:ext uri="{FF2B5EF4-FFF2-40B4-BE49-F238E27FC236}">
                    <a16:creationId xmlns:a16="http://schemas.microsoft.com/office/drawing/2014/main" id="{07F021BE-923D-804C-AB1C-CB812D97B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4" name="AutoShape 253">
                <a:extLst>
                  <a:ext uri="{FF2B5EF4-FFF2-40B4-BE49-F238E27FC236}">
                    <a16:creationId xmlns:a16="http://schemas.microsoft.com/office/drawing/2014/main" id="{3A5C7537-D941-954D-9024-BF32F6D13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3" name="Rectangle 254">
              <a:extLst>
                <a:ext uri="{FF2B5EF4-FFF2-40B4-BE49-F238E27FC236}">
                  <a16:creationId xmlns:a16="http://schemas.microsoft.com/office/drawing/2014/main" id="{855ECB0D-BAD2-724F-8296-56F037E68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4" name="Rectangle 255">
              <a:extLst>
                <a:ext uri="{FF2B5EF4-FFF2-40B4-BE49-F238E27FC236}">
                  <a16:creationId xmlns:a16="http://schemas.microsoft.com/office/drawing/2014/main" id="{6D021B7D-23B8-4545-B682-3F0C4BAB5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05" name="Group 256">
              <a:extLst>
                <a:ext uri="{FF2B5EF4-FFF2-40B4-BE49-F238E27FC236}">
                  <a16:creationId xmlns:a16="http://schemas.microsoft.com/office/drawing/2014/main" id="{431DAF1F-4CC8-1C41-8EEC-05F7D5D78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21" name="AutoShape 257">
                <a:extLst>
                  <a:ext uri="{FF2B5EF4-FFF2-40B4-BE49-F238E27FC236}">
                    <a16:creationId xmlns:a16="http://schemas.microsoft.com/office/drawing/2014/main" id="{18C2CCBA-D707-A24B-A885-97D020E7B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2" name="AutoShape 258">
                <a:extLst>
                  <a:ext uri="{FF2B5EF4-FFF2-40B4-BE49-F238E27FC236}">
                    <a16:creationId xmlns:a16="http://schemas.microsoft.com/office/drawing/2014/main" id="{D7E10C1F-D1F0-7148-A44B-7FEC28811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6" name="Freeform 259">
              <a:extLst>
                <a:ext uri="{FF2B5EF4-FFF2-40B4-BE49-F238E27FC236}">
                  <a16:creationId xmlns:a16="http://schemas.microsoft.com/office/drawing/2014/main" id="{0365C11C-6E47-864E-8122-6C27C34F0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07" name="Group 260">
              <a:extLst>
                <a:ext uri="{FF2B5EF4-FFF2-40B4-BE49-F238E27FC236}">
                  <a16:creationId xmlns:a16="http://schemas.microsoft.com/office/drawing/2014/main" id="{27B41BB0-4231-F248-B65A-1A45AD2C9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19" name="AutoShape 261">
                <a:extLst>
                  <a:ext uri="{FF2B5EF4-FFF2-40B4-BE49-F238E27FC236}">
                    <a16:creationId xmlns:a16="http://schemas.microsoft.com/office/drawing/2014/main" id="{CEAEF38F-92BA-B54F-82FB-C23A106C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0" name="AutoShape 262">
                <a:extLst>
                  <a:ext uri="{FF2B5EF4-FFF2-40B4-BE49-F238E27FC236}">
                    <a16:creationId xmlns:a16="http://schemas.microsoft.com/office/drawing/2014/main" id="{77559B45-47D4-F047-A0E1-3FD4F7705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8" name="Rectangle 263">
              <a:extLst>
                <a:ext uri="{FF2B5EF4-FFF2-40B4-BE49-F238E27FC236}">
                  <a16:creationId xmlns:a16="http://schemas.microsoft.com/office/drawing/2014/main" id="{2BB4AB2F-1E19-ED46-91D0-686A5791A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" name="Freeform 264">
              <a:extLst>
                <a:ext uri="{FF2B5EF4-FFF2-40B4-BE49-F238E27FC236}">
                  <a16:creationId xmlns:a16="http://schemas.microsoft.com/office/drawing/2014/main" id="{EFA4165B-2B89-EA44-AAFD-284DDE325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" name="Freeform 265">
              <a:extLst>
                <a:ext uri="{FF2B5EF4-FFF2-40B4-BE49-F238E27FC236}">
                  <a16:creationId xmlns:a16="http://schemas.microsoft.com/office/drawing/2014/main" id="{BF31806F-E19D-6643-B3AB-FCD244912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1" name="Oval 266">
              <a:extLst>
                <a:ext uri="{FF2B5EF4-FFF2-40B4-BE49-F238E27FC236}">
                  <a16:creationId xmlns:a16="http://schemas.microsoft.com/office/drawing/2014/main" id="{297B65E1-F9B5-1942-BAE5-456457D2A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2" name="Freeform 267">
              <a:extLst>
                <a:ext uri="{FF2B5EF4-FFF2-40B4-BE49-F238E27FC236}">
                  <a16:creationId xmlns:a16="http://schemas.microsoft.com/office/drawing/2014/main" id="{D1451455-90D3-7B4E-9A6C-AC54A2B18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3" name="AutoShape 268">
              <a:extLst>
                <a:ext uri="{FF2B5EF4-FFF2-40B4-BE49-F238E27FC236}">
                  <a16:creationId xmlns:a16="http://schemas.microsoft.com/office/drawing/2014/main" id="{B96820D1-74F4-9A4F-81C3-99D80AA66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4" name="AutoShape 269">
              <a:extLst>
                <a:ext uri="{FF2B5EF4-FFF2-40B4-BE49-F238E27FC236}">
                  <a16:creationId xmlns:a16="http://schemas.microsoft.com/office/drawing/2014/main" id="{24247BD6-F113-7F46-93F5-34E742E7F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5" name="Oval 270">
              <a:extLst>
                <a:ext uri="{FF2B5EF4-FFF2-40B4-BE49-F238E27FC236}">
                  <a16:creationId xmlns:a16="http://schemas.microsoft.com/office/drawing/2014/main" id="{4716773C-A574-8342-86DD-F8046121F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6" name="Oval 271">
              <a:extLst>
                <a:ext uri="{FF2B5EF4-FFF2-40B4-BE49-F238E27FC236}">
                  <a16:creationId xmlns:a16="http://schemas.microsoft.com/office/drawing/2014/main" id="{9F959D50-71EC-0F46-8ED3-4FE4C63D6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17" name="Oval 272">
              <a:extLst>
                <a:ext uri="{FF2B5EF4-FFF2-40B4-BE49-F238E27FC236}">
                  <a16:creationId xmlns:a16="http://schemas.microsoft.com/office/drawing/2014/main" id="{E6997777-676B-9145-9B53-650C59909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8" name="Rectangle 273">
              <a:extLst>
                <a:ext uri="{FF2B5EF4-FFF2-40B4-BE49-F238E27FC236}">
                  <a16:creationId xmlns:a16="http://schemas.microsoft.com/office/drawing/2014/main" id="{80128537-C0E9-B945-A472-82EC596F1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27" name="Group 274">
            <a:extLst>
              <a:ext uri="{FF2B5EF4-FFF2-40B4-BE49-F238E27FC236}">
                <a16:creationId xmlns:a16="http://schemas.microsoft.com/office/drawing/2014/main" id="{637BEA6D-6926-F241-A7B7-63FD120295AA}"/>
              </a:ext>
            </a:extLst>
          </p:cNvPr>
          <p:cNvGrpSpPr>
            <a:grpSpLocks/>
          </p:cNvGrpSpPr>
          <p:nvPr/>
        </p:nvGrpSpPr>
        <p:grpSpPr bwMode="auto">
          <a:xfrm>
            <a:off x="10340880" y="2687908"/>
            <a:ext cx="377825" cy="576263"/>
            <a:chOff x="4140" y="429"/>
            <a:chExt cx="1425" cy="2396"/>
          </a:xfrm>
        </p:grpSpPr>
        <p:sp>
          <p:nvSpPr>
            <p:cNvPr id="428" name="Freeform 275">
              <a:extLst>
                <a:ext uri="{FF2B5EF4-FFF2-40B4-BE49-F238E27FC236}">
                  <a16:creationId xmlns:a16="http://schemas.microsoft.com/office/drawing/2014/main" id="{B73B5122-7AC1-A541-A7CB-7C92E34FE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9" name="Rectangle 276">
              <a:extLst>
                <a:ext uri="{FF2B5EF4-FFF2-40B4-BE49-F238E27FC236}">
                  <a16:creationId xmlns:a16="http://schemas.microsoft.com/office/drawing/2014/main" id="{618AFC31-125F-CC41-8835-357B8CF40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" name="Freeform 277">
              <a:extLst>
                <a:ext uri="{FF2B5EF4-FFF2-40B4-BE49-F238E27FC236}">
                  <a16:creationId xmlns:a16="http://schemas.microsoft.com/office/drawing/2014/main" id="{BA586EC9-AFB5-864C-A8D5-50566D382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" name="Freeform 278">
              <a:extLst>
                <a:ext uri="{FF2B5EF4-FFF2-40B4-BE49-F238E27FC236}">
                  <a16:creationId xmlns:a16="http://schemas.microsoft.com/office/drawing/2014/main" id="{988FA82D-26DD-2446-871B-4FBCD5FE6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2" name="Rectangle 279">
              <a:extLst>
                <a:ext uri="{FF2B5EF4-FFF2-40B4-BE49-F238E27FC236}">
                  <a16:creationId xmlns:a16="http://schemas.microsoft.com/office/drawing/2014/main" id="{E4B9CCE7-0279-6143-BB4D-1198F3326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33" name="Group 280">
              <a:extLst>
                <a:ext uri="{FF2B5EF4-FFF2-40B4-BE49-F238E27FC236}">
                  <a16:creationId xmlns:a16="http://schemas.microsoft.com/office/drawing/2014/main" id="{2924B866-539E-1244-B043-D51911A295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8" name="AutoShape 281">
                <a:extLst>
                  <a:ext uri="{FF2B5EF4-FFF2-40B4-BE49-F238E27FC236}">
                    <a16:creationId xmlns:a16="http://schemas.microsoft.com/office/drawing/2014/main" id="{BDE3646A-4204-5046-942C-15C165338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9" name="AutoShape 282">
                <a:extLst>
                  <a:ext uri="{FF2B5EF4-FFF2-40B4-BE49-F238E27FC236}">
                    <a16:creationId xmlns:a16="http://schemas.microsoft.com/office/drawing/2014/main" id="{6DE9F0CF-D5ED-704E-8142-3345FC3BB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34" name="Rectangle 283">
              <a:extLst>
                <a:ext uri="{FF2B5EF4-FFF2-40B4-BE49-F238E27FC236}">
                  <a16:creationId xmlns:a16="http://schemas.microsoft.com/office/drawing/2014/main" id="{657D3494-75CD-034E-9543-256927444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35" name="Group 284">
              <a:extLst>
                <a:ext uri="{FF2B5EF4-FFF2-40B4-BE49-F238E27FC236}">
                  <a16:creationId xmlns:a16="http://schemas.microsoft.com/office/drawing/2014/main" id="{3B21D6B8-9A13-CB4D-A567-07369736D7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6" name="AutoShape 285">
                <a:extLst>
                  <a:ext uri="{FF2B5EF4-FFF2-40B4-BE49-F238E27FC236}">
                    <a16:creationId xmlns:a16="http://schemas.microsoft.com/office/drawing/2014/main" id="{6F0CB466-469D-3F45-BE66-39F561D60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7" name="AutoShape 286">
                <a:extLst>
                  <a:ext uri="{FF2B5EF4-FFF2-40B4-BE49-F238E27FC236}">
                    <a16:creationId xmlns:a16="http://schemas.microsoft.com/office/drawing/2014/main" id="{29D719D4-E1C6-604A-8870-549D67683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36" name="Rectangle 287">
              <a:extLst>
                <a:ext uri="{FF2B5EF4-FFF2-40B4-BE49-F238E27FC236}">
                  <a16:creationId xmlns:a16="http://schemas.microsoft.com/office/drawing/2014/main" id="{0D71907F-6787-7144-A19B-418733EE1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7" name="Rectangle 288">
              <a:extLst>
                <a:ext uri="{FF2B5EF4-FFF2-40B4-BE49-F238E27FC236}">
                  <a16:creationId xmlns:a16="http://schemas.microsoft.com/office/drawing/2014/main" id="{35AED19C-A1F1-AC46-914C-8F5D6F4BC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38" name="Group 289">
              <a:extLst>
                <a:ext uri="{FF2B5EF4-FFF2-40B4-BE49-F238E27FC236}">
                  <a16:creationId xmlns:a16="http://schemas.microsoft.com/office/drawing/2014/main" id="{45D31D32-5A14-5742-954A-BA17509AC6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4" name="AutoShape 290">
                <a:extLst>
                  <a:ext uri="{FF2B5EF4-FFF2-40B4-BE49-F238E27FC236}">
                    <a16:creationId xmlns:a16="http://schemas.microsoft.com/office/drawing/2014/main" id="{FBB57FC3-B7A2-A541-9EC0-D57A59BBEF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5" name="AutoShape 291">
                <a:extLst>
                  <a:ext uri="{FF2B5EF4-FFF2-40B4-BE49-F238E27FC236}">
                    <a16:creationId xmlns:a16="http://schemas.microsoft.com/office/drawing/2014/main" id="{52BE3087-7497-914D-B468-02CDAA58D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39" name="Freeform 292">
              <a:extLst>
                <a:ext uri="{FF2B5EF4-FFF2-40B4-BE49-F238E27FC236}">
                  <a16:creationId xmlns:a16="http://schemas.microsoft.com/office/drawing/2014/main" id="{5070ED80-559E-4540-964B-D73009E42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40" name="Group 293">
              <a:extLst>
                <a:ext uri="{FF2B5EF4-FFF2-40B4-BE49-F238E27FC236}">
                  <a16:creationId xmlns:a16="http://schemas.microsoft.com/office/drawing/2014/main" id="{30993F73-047D-CD47-96E3-F759940430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52" name="AutoShape 294">
                <a:extLst>
                  <a:ext uri="{FF2B5EF4-FFF2-40B4-BE49-F238E27FC236}">
                    <a16:creationId xmlns:a16="http://schemas.microsoft.com/office/drawing/2014/main" id="{F253CC19-7627-6043-A479-C0AADFD1B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3" name="AutoShape 295">
                <a:extLst>
                  <a:ext uri="{FF2B5EF4-FFF2-40B4-BE49-F238E27FC236}">
                    <a16:creationId xmlns:a16="http://schemas.microsoft.com/office/drawing/2014/main" id="{9818C9E1-67F5-5D42-8D8A-BFA567194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41" name="Rectangle 296">
              <a:extLst>
                <a:ext uri="{FF2B5EF4-FFF2-40B4-BE49-F238E27FC236}">
                  <a16:creationId xmlns:a16="http://schemas.microsoft.com/office/drawing/2014/main" id="{D263AAA2-92D9-9A4A-9D5F-0CEC89CD0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2" name="Freeform 297">
              <a:extLst>
                <a:ext uri="{FF2B5EF4-FFF2-40B4-BE49-F238E27FC236}">
                  <a16:creationId xmlns:a16="http://schemas.microsoft.com/office/drawing/2014/main" id="{51AD4C3A-6939-3B47-91CC-E1A0D3A3E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3" name="Freeform 298">
              <a:extLst>
                <a:ext uri="{FF2B5EF4-FFF2-40B4-BE49-F238E27FC236}">
                  <a16:creationId xmlns:a16="http://schemas.microsoft.com/office/drawing/2014/main" id="{023E9D5F-D41C-8A48-B73A-4E4F43755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4" name="Oval 299">
              <a:extLst>
                <a:ext uri="{FF2B5EF4-FFF2-40B4-BE49-F238E27FC236}">
                  <a16:creationId xmlns:a16="http://schemas.microsoft.com/office/drawing/2014/main" id="{C4126737-BE73-B444-BC40-5B679E6E1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5" name="Freeform 300">
              <a:extLst>
                <a:ext uri="{FF2B5EF4-FFF2-40B4-BE49-F238E27FC236}">
                  <a16:creationId xmlns:a16="http://schemas.microsoft.com/office/drawing/2014/main" id="{567B6CFD-A1A1-094D-8F7C-5A9EF1AB0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6" name="AutoShape 301">
              <a:extLst>
                <a:ext uri="{FF2B5EF4-FFF2-40B4-BE49-F238E27FC236}">
                  <a16:creationId xmlns:a16="http://schemas.microsoft.com/office/drawing/2014/main" id="{3B7B7519-C492-8348-B873-C01A2103E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7" name="AutoShape 302">
              <a:extLst>
                <a:ext uri="{FF2B5EF4-FFF2-40B4-BE49-F238E27FC236}">
                  <a16:creationId xmlns:a16="http://schemas.microsoft.com/office/drawing/2014/main" id="{0AEDB1EF-7012-ED44-8FBC-F1B714A63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8" name="Oval 303">
              <a:extLst>
                <a:ext uri="{FF2B5EF4-FFF2-40B4-BE49-F238E27FC236}">
                  <a16:creationId xmlns:a16="http://schemas.microsoft.com/office/drawing/2014/main" id="{BA640DBB-C29F-A54E-BE9A-180B14269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9" name="Oval 304">
              <a:extLst>
                <a:ext uri="{FF2B5EF4-FFF2-40B4-BE49-F238E27FC236}">
                  <a16:creationId xmlns:a16="http://schemas.microsoft.com/office/drawing/2014/main" id="{2F7F78D4-9C68-A84C-8801-9C057B8C1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50" name="Oval 305">
              <a:extLst>
                <a:ext uri="{FF2B5EF4-FFF2-40B4-BE49-F238E27FC236}">
                  <a16:creationId xmlns:a16="http://schemas.microsoft.com/office/drawing/2014/main" id="{3D213A7E-B9E9-694B-8ED3-47609E49D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" name="Rectangle 306">
              <a:extLst>
                <a:ext uri="{FF2B5EF4-FFF2-40B4-BE49-F238E27FC236}">
                  <a16:creationId xmlns:a16="http://schemas.microsoft.com/office/drawing/2014/main" id="{4F8B5B78-3482-8142-BC2B-1825AA302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93" name="Group 340">
            <a:extLst>
              <a:ext uri="{FF2B5EF4-FFF2-40B4-BE49-F238E27FC236}">
                <a16:creationId xmlns:a16="http://schemas.microsoft.com/office/drawing/2014/main" id="{3B951C82-D444-224D-9348-99C19D9166DC}"/>
              </a:ext>
            </a:extLst>
          </p:cNvPr>
          <p:cNvGrpSpPr>
            <a:grpSpLocks/>
          </p:cNvGrpSpPr>
          <p:nvPr/>
        </p:nvGrpSpPr>
        <p:grpSpPr bwMode="auto">
          <a:xfrm>
            <a:off x="8396192" y="5170758"/>
            <a:ext cx="525463" cy="557213"/>
            <a:chOff x="-44" y="1473"/>
            <a:chExt cx="981" cy="1105"/>
          </a:xfrm>
        </p:grpSpPr>
        <p:pic>
          <p:nvPicPr>
            <p:cNvPr id="494" name="Picture 341" descr="desktop_computer_stylized_medium">
              <a:extLst>
                <a:ext uri="{FF2B5EF4-FFF2-40B4-BE49-F238E27FC236}">
                  <a16:creationId xmlns:a16="http://schemas.microsoft.com/office/drawing/2014/main" id="{A2EB07C0-0A48-8944-B12C-316C163FF0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342">
              <a:extLst>
                <a:ext uri="{FF2B5EF4-FFF2-40B4-BE49-F238E27FC236}">
                  <a16:creationId xmlns:a16="http://schemas.microsoft.com/office/drawing/2014/main" id="{2E93558C-0361-464A-9337-3AA86EC1D4B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96" name="Group 343">
            <a:extLst>
              <a:ext uri="{FF2B5EF4-FFF2-40B4-BE49-F238E27FC236}">
                <a16:creationId xmlns:a16="http://schemas.microsoft.com/office/drawing/2014/main" id="{B96E9301-59D5-4D4B-95C3-D8F5D00E370A}"/>
              </a:ext>
            </a:extLst>
          </p:cNvPr>
          <p:cNvGrpSpPr>
            <a:grpSpLocks/>
          </p:cNvGrpSpPr>
          <p:nvPr/>
        </p:nvGrpSpPr>
        <p:grpSpPr bwMode="auto">
          <a:xfrm>
            <a:off x="8920067" y="5159646"/>
            <a:ext cx="525463" cy="557212"/>
            <a:chOff x="-44" y="1473"/>
            <a:chExt cx="981" cy="1105"/>
          </a:xfrm>
        </p:grpSpPr>
        <p:pic>
          <p:nvPicPr>
            <p:cNvPr id="497" name="Picture 344" descr="desktop_computer_stylized_medium">
              <a:extLst>
                <a:ext uri="{FF2B5EF4-FFF2-40B4-BE49-F238E27FC236}">
                  <a16:creationId xmlns:a16="http://schemas.microsoft.com/office/drawing/2014/main" id="{A8402C6A-6509-0642-B84E-51B8097E13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8" name="Freeform 345">
              <a:extLst>
                <a:ext uri="{FF2B5EF4-FFF2-40B4-BE49-F238E27FC236}">
                  <a16:creationId xmlns:a16="http://schemas.microsoft.com/office/drawing/2014/main" id="{6E7E5B0F-1FE1-6A4B-BCDC-96E210FCE58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B2C32989-94BE-1349-908C-1DF72CEEA243}"/>
              </a:ext>
            </a:extLst>
          </p:cNvPr>
          <p:cNvGrpSpPr/>
          <p:nvPr/>
        </p:nvGrpSpPr>
        <p:grpSpPr>
          <a:xfrm>
            <a:off x="8967576" y="4437217"/>
            <a:ext cx="889089" cy="466491"/>
            <a:chOff x="7493876" y="2774731"/>
            <a:chExt cx="1481958" cy="894622"/>
          </a:xfrm>
        </p:grpSpPr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C2991A41-3005-6140-8488-3B5A28439B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12" name="Oval 511">
              <a:extLst>
                <a:ext uri="{FF2B5EF4-FFF2-40B4-BE49-F238E27FC236}">
                  <a16:creationId xmlns:a16="http://schemas.microsoft.com/office/drawing/2014/main" id="{49B8AB88-8810-704D-9300-A83DE18C86C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13" name="Group 512">
              <a:extLst>
                <a:ext uri="{FF2B5EF4-FFF2-40B4-BE49-F238E27FC236}">
                  <a16:creationId xmlns:a16="http://schemas.microsoft.com/office/drawing/2014/main" id="{9DCFAF85-9D5F-BD4E-92DB-E7931A4466B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14" name="Freeform 513">
                <a:extLst>
                  <a:ext uri="{FF2B5EF4-FFF2-40B4-BE49-F238E27FC236}">
                    <a16:creationId xmlns:a16="http://schemas.microsoft.com/office/drawing/2014/main" id="{EB001B67-F654-CF4C-934D-354F339EBA6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5" name="Freeform 514">
                <a:extLst>
                  <a:ext uri="{FF2B5EF4-FFF2-40B4-BE49-F238E27FC236}">
                    <a16:creationId xmlns:a16="http://schemas.microsoft.com/office/drawing/2014/main" id="{C0D4D273-34F9-9640-8CF6-6EF497AEF3E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6" name="Freeform 515">
                <a:extLst>
                  <a:ext uri="{FF2B5EF4-FFF2-40B4-BE49-F238E27FC236}">
                    <a16:creationId xmlns:a16="http://schemas.microsoft.com/office/drawing/2014/main" id="{14D9297A-8D94-304C-9142-46F6B69902F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7" name="Freeform 516">
                <a:extLst>
                  <a:ext uri="{FF2B5EF4-FFF2-40B4-BE49-F238E27FC236}">
                    <a16:creationId xmlns:a16="http://schemas.microsoft.com/office/drawing/2014/main" id="{18D26BD9-84B6-C74F-8936-105C5777BB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21" name="Group 520">
            <a:extLst>
              <a:ext uri="{FF2B5EF4-FFF2-40B4-BE49-F238E27FC236}">
                <a16:creationId xmlns:a16="http://schemas.microsoft.com/office/drawing/2014/main" id="{8E1A0307-E695-FC42-983B-9915B98768EC}"/>
              </a:ext>
            </a:extLst>
          </p:cNvPr>
          <p:cNvGrpSpPr/>
          <p:nvPr/>
        </p:nvGrpSpPr>
        <p:grpSpPr>
          <a:xfrm>
            <a:off x="8988913" y="3095664"/>
            <a:ext cx="889089" cy="466491"/>
            <a:chOff x="7493876" y="2774731"/>
            <a:chExt cx="1481958" cy="894622"/>
          </a:xfrm>
        </p:grpSpPr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DC9856E7-1969-524C-8F21-65D77697BD0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23" name="Oval 522">
              <a:extLst>
                <a:ext uri="{FF2B5EF4-FFF2-40B4-BE49-F238E27FC236}">
                  <a16:creationId xmlns:a16="http://schemas.microsoft.com/office/drawing/2014/main" id="{FFDA8F93-2C48-6A4A-9D27-9AECFC5B94B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24" name="Group 523">
              <a:extLst>
                <a:ext uri="{FF2B5EF4-FFF2-40B4-BE49-F238E27FC236}">
                  <a16:creationId xmlns:a16="http://schemas.microsoft.com/office/drawing/2014/main" id="{C7EC4B67-EB13-E647-A5CD-E91C5D1F40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6145C3A8-D719-B744-9DC6-51E7FB72118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92F9C394-34C8-3D42-ACE0-014520ED0D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3E34F096-DAE4-6D4F-9026-F07CB5FB9F7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8" name="Freeform 527">
                <a:extLst>
                  <a:ext uri="{FF2B5EF4-FFF2-40B4-BE49-F238E27FC236}">
                    <a16:creationId xmlns:a16="http://schemas.microsoft.com/office/drawing/2014/main" id="{3D175E3D-A4A7-3F4E-8C6B-A59321AD72E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sp>
        <p:nvSpPr>
          <p:cNvPr id="530" name="Rectangle 4">
            <a:extLst>
              <a:ext uri="{FF2B5EF4-FFF2-40B4-BE49-F238E27FC236}">
                <a16:creationId xmlns:a16="http://schemas.microsoft.com/office/drawing/2014/main" id="{0F198874-EC24-3849-8C53-D24368598A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724" y="1362307"/>
            <a:ext cx="6123957" cy="2519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Scenario: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access link rate: 1.54 Mbps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RTT from institutional router to server: 2 sec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web object size: 100K bits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average request rate from browsers to origin servers: 15/sec</a:t>
            </a:r>
          </a:p>
          <a:p>
            <a:pPr marL="800100" marR="0" lvl="1" indent="-342900" algn="l" defTabSz="914400" rtl="0" eaLnBrk="0" fontAlgn="base" latinLnBrk="0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avg data rate to browsers: 1.50 Mbps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2FF3AF6D-4CBE-BE4A-AF26-B6F34DC9EF33}"/>
              </a:ext>
            </a:extLst>
          </p:cNvPr>
          <p:cNvGrpSpPr/>
          <p:nvPr/>
        </p:nvGrpSpPr>
        <p:grpSpPr>
          <a:xfrm>
            <a:off x="3269205" y="1370475"/>
            <a:ext cx="7974440" cy="2642996"/>
            <a:chOff x="3269205" y="1370475"/>
            <a:chExt cx="7974440" cy="2642996"/>
          </a:xfrm>
        </p:grpSpPr>
        <p:grpSp>
          <p:nvGrpSpPr>
            <p:cNvPr id="214" name="Group 213">
              <a:extLst>
                <a:ext uri="{FF2B5EF4-FFF2-40B4-BE49-F238E27FC236}">
                  <a16:creationId xmlns:a16="http://schemas.microsoft.com/office/drawing/2014/main" id="{9AFA7B76-427C-134D-90BC-D4693AEF2136}"/>
                </a:ext>
              </a:extLst>
            </p:cNvPr>
            <p:cNvGrpSpPr/>
            <p:nvPr/>
          </p:nvGrpSpPr>
          <p:grpSpPr>
            <a:xfrm>
              <a:off x="3269205" y="1370475"/>
              <a:ext cx="2248984" cy="736408"/>
              <a:chOff x="4785771" y="3827302"/>
              <a:chExt cx="2248984" cy="736408"/>
            </a:xfrm>
          </p:grpSpPr>
          <p:sp>
            <p:nvSpPr>
              <p:cNvPr id="215" name="Text Box 52">
                <a:extLst>
                  <a:ext uri="{FF2B5EF4-FFF2-40B4-BE49-F238E27FC236}">
                    <a16:creationId xmlns:a16="http://schemas.microsoft.com/office/drawing/2014/main" id="{D9BA6C4C-0CF0-8742-ACB2-5841143818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49268" y="3827302"/>
                <a:ext cx="1585487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154 Mbps</a:t>
                </a:r>
              </a:p>
            </p:txBody>
          </p:sp>
          <p:sp>
            <p:nvSpPr>
              <p:cNvPr id="216" name="Rectangle 215">
                <a:extLst>
                  <a:ext uri="{FF2B5EF4-FFF2-40B4-BE49-F238E27FC236}">
                    <a16:creationId xmlns:a16="http://schemas.microsoft.com/office/drawing/2014/main" id="{1FA396C6-E0DB-E54B-9564-C46EF025F0E3}"/>
                  </a:ext>
                </a:extLst>
              </p:cNvPr>
              <p:cNvSpPr/>
              <p:nvPr/>
            </p:nvSpPr>
            <p:spPr>
              <a:xfrm>
                <a:off x="4785771" y="4223523"/>
                <a:ext cx="611420" cy="340187"/>
              </a:xfrm>
              <a:prstGeom prst="rect">
                <a:avLst/>
              </a:prstGeom>
              <a:solidFill>
                <a:schemeClr val="bg1">
                  <a:alpha val="6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7" name="Line 51">
                <a:extLst>
                  <a:ext uri="{FF2B5EF4-FFF2-40B4-BE49-F238E27FC236}">
                    <a16:creationId xmlns:a16="http://schemas.microsoft.com/office/drawing/2014/main" id="{5DC119B0-D3C1-9741-8399-6E949D9619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28478" y="4140660"/>
                <a:ext cx="680225" cy="423048"/>
              </a:xfrm>
              <a:prstGeom prst="line">
                <a:avLst/>
              </a:prstGeom>
              <a:noFill/>
              <a:ln w="38100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18" name="Group 217">
              <a:extLst>
                <a:ext uri="{FF2B5EF4-FFF2-40B4-BE49-F238E27FC236}">
                  <a16:creationId xmlns:a16="http://schemas.microsoft.com/office/drawing/2014/main" id="{43EB18F1-EB9B-AB4E-9315-D47FB051A2D9}"/>
                </a:ext>
              </a:extLst>
            </p:cNvPr>
            <p:cNvGrpSpPr/>
            <p:nvPr/>
          </p:nvGrpSpPr>
          <p:grpSpPr>
            <a:xfrm>
              <a:off x="9113107" y="3496571"/>
              <a:ext cx="2130538" cy="516900"/>
              <a:chOff x="4352719" y="3567941"/>
              <a:chExt cx="2130538" cy="516900"/>
            </a:xfrm>
          </p:grpSpPr>
          <p:sp>
            <p:nvSpPr>
              <p:cNvPr id="219" name="Text Box 52">
                <a:extLst>
                  <a:ext uri="{FF2B5EF4-FFF2-40B4-BE49-F238E27FC236}">
                    <a16:creationId xmlns:a16="http://schemas.microsoft.com/office/drawing/2014/main" id="{414BD24A-A827-744B-8CF6-F9EAA2D920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7770" y="3567941"/>
                <a:ext cx="1585487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154 Mbps</a:t>
                </a:r>
              </a:p>
            </p:txBody>
          </p:sp>
          <p:sp>
            <p:nvSpPr>
              <p:cNvPr id="220" name="Rectangle 219">
                <a:extLst>
                  <a:ext uri="{FF2B5EF4-FFF2-40B4-BE49-F238E27FC236}">
                    <a16:creationId xmlns:a16="http://schemas.microsoft.com/office/drawing/2014/main" id="{C3E3E743-58A9-D543-ABF2-E8D950F0D5C4}"/>
                  </a:ext>
                </a:extLst>
              </p:cNvPr>
              <p:cNvSpPr/>
              <p:nvPr/>
            </p:nvSpPr>
            <p:spPr>
              <a:xfrm>
                <a:off x="4352719" y="3822059"/>
                <a:ext cx="527164" cy="262782"/>
              </a:xfrm>
              <a:prstGeom prst="rect">
                <a:avLst/>
              </a:prstGeom>
              <a:solidFill>
                <a:schemeClr val="bg1">
                  <a:alpha val="6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1" name="Line 51">
                <a:extLst>
                  <a:ext uri="{FF2B5EF4-FFF2-40B4-BE49-F238E27FC236}">
                    <a16:creationId xmlns:a16="http://schemas.microsoft.com/office/drawing/2014/main" id="{C012F3C8-BFC0-0C46-8D2D-992B1C38C6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59229" y="3805441"/>
                <a:ext cx="554004" cy="237118"/>
              </a:xfrm>
              <a:prstGeom prst="line">
                <a:avLst/>
              </a:prstGeom>
              <a:noFill/>
              <a:ln w="38100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173CBB2E-654A-474B-8238-296B81F89068}"/>
              </a:ext>
            </a:extLst>
          </p:cNvPr>
          <p:cNvGrpSpPr/>
          <p:nvPr/>
        </p:nvGrpSpPr>
        <p:grpSpPr>
          <a:xfrm>
            <a:off x="4067394" y="4387359"/>
            <a:ext cx="2583033" cy="461665"/>
            <a:chOff x="4114801" y="3880785"/>
            <a:chExt cx="2583033" cy="461665"/>
          </a:xfrm>
        </p:grpSpPr>
        <p:sp>
          <p:nvSpPr>
            <p:cNvPr id="223" name="Text Box 52">
              <a:extLst>
                <a:ext uri="{FF2B5EF4-FFF2-40B4-BE49-F238E27FC236}">
                  <a16:creationId xmlns:a16="http://schemas.microsoft.com/office/drawing/2014/main" id="{FA193B58-E942-8A47-9F5D-3A2B58608D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12347" y="3880785"/>
              <a:ext cx="158548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.0097</a:t>
              </a:r>
            </a:p>
          </p:txBody>
        </p:sp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84682AEF-F684-9F45-A3DA-FEDE9ED18429}"/>
                </a:ext>
              </a:extLst>
            </p:cNvPr>
            <p:cNvSpPr/>
            <p:nvPr/>
          </p:nvSpPr>
          <p:spPr>
            <a:xfrm>
              <a:off x="4114801" y="3955100"/>
              <a:ext cx="498412" cy="340187"/>
            </a:xfrm>
            <a:prstGeom prst="rect">
              <a:avLst/>
            </a:prstGeom>
            <a:solidFill>
              <a:schemeClr val="bg1">
                <a:alpha val="6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25" name="Line 51">
              <a:extLst>
                <a:ext uri="{FF2B5EF4-FFF2-40B4-BE49-F238E27FC236}">
                  <a16:creationId xmlns:a16="http://schemas.microsoft.com/office/drawing/2014/main" id="{8F3A165F-08A0-9D4B-B82D-B603502A13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4070" y="4117024"/>
              <a:ext cx="936703" cy="1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598125F6-3C0E-B64C-9CC2-9EFB4DA6980E}"/>
              </a:ext>
            </a:extLst>
          </p:cNvPr>
          <p:cNvGrpSpPr/>
          <p:nvPr/>
        </p:nvGrpSpPr>
        <p:grpSpPr>
          <a:xfrm>
            <a:off x="4351868" y="5927346"/>
            <a:ext cx="3101886" cy="698305"/>
            <a:chOff x="3557204" y="3415545"/>
            <a:chExt cx="3101886" cy="698305"/>
          </a:xfrm>
        </p:grpSpPr>
        <p:sp>
          <p:nvSpPr>
            <p:cNvPr id="227" name="Text Box 52">
              <a:extLst>
                <a:ext uri="{FF2B5EF4-FFF2-40B4-BE49-F238E27FC236}">
                  <a16:creationId xmlns:a16="http://schemas.microsoft.com/office/drawing/2014/main" id="{5B815C0E-E9AF-964A-AB0C-F8220D77B6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5973" y="3652185"/>
              <a:ext cx="110311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msecs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4EE7EB05-EB77-DA46-8D82-2C1B89B59FCD}"/>
                </a:ext>
              </a:extLst>
            </p:cNvPr>
            <p:cNvSpPr/>
            <p:nvPr/>
          </p:nvSpPr>
          <p:spPr>
            <a:xfrm>
              <a:off x="3557204" y="3415545"/>
              <a:ext cx="1041334" cy="337988"/>
            </a:xfrm>
            <a:prstGeom prst="rect">
              <a:avLst/>
            </a:prstGeom>
            <a:solidFill>
              <a:schemeClr val="bg1">
                <a:alpha val="6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29" name="Line 51">
              <a:extLst>
                <a:ext uri="{FF2B5EF4-FFF2-40B4-BE49-F238E27FC236}">
                  <a16:creationId xmlns:a16="http://schemas.microsoft.com/office/drawing/2014/main" id="{45B58613-BF72-9847-A603-92F5F10A9D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2316" y="3504654"/>
              <a:ext cx="1983056" cy="4616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230" name="Text Box 83">
            <a:extLst>
              <a:ext uri="{FF2B5EF4-FFF2-40B4-BE49-F238E27FC236}">
                <a16:creationId xmlns:a16="http://schemas.microsoft.com/office/drawing/2014/main" id="{3A71517F-2630-E14F-B4A5-B7AD1A3332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0724" y="6212256"/>
            <a:ext cx="456573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Cost: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faster access link (expensive!)</a:t>
            </a:r>
          </a:p>
        </p:txBody>
      </p:sp>
      <p:sp>
        <p:nvSpPr>
          <p:cNvPr id="231" name="Slide Number Placeholder 2">
            <a:extLst>
              <a:ext uri="{FF2B5EF4-FFF2-40B4-BE49-F238E27FC236}">
                <a16:creationId xmlns:a16="http://schemas.microsoft.com/office/drawing/2014/main" id="{FF0ECF32-52FF-7941-8B38-AE471D68A41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99315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0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9" name="Rectangle 4">
            <a:extLst>
              <a:ext uri="{FF2B5EF4-FFF2-40B4-BE49-F238E27FC236}">
                <a16:creationId xmlns:a16="http://schemas.microsoft.com/office/drawing/2014/main" id="{3F40E6FA-56EE-4440-AD4E-B2DDBBC696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2868" y="4719957"/>
            <a:ext cx="6361287" cy="23024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45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Performance: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LAN utilization: .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?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access link utilization 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?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average end-end delay  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?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</a:t>
            </a:r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Option 2: install a web cache</a:t>
            </a:r>
            <a:endParaRPr lang="en-US" sz="4400" dirty="0"/>
          </a:p>
        </p:txBody>
      </p:sp>
      <p:sp>
        <p:nvSpPr>
          <p:cNvPr id="254" name="Line 2">
            <a:extLst>
              <a:ext uri="{FF2B5EF4-FFF2-40B4-BE49-F238E27FC236}">
                <a16:creationId xmlns:a16="http://schemas.microsoft.com/office/drawing/2014/main" id="{774FD470-E109-844C-8A9E-6F5E6FD1EF6D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3455" y="2487883"/>
            <a:ext cx="285750" cy="11430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5" name="Text Box 50">
            <a:extLst>
              <a:ext uri="{FF2B5EF4-FFF2-40B4-BE49-F238E27FC236}">
                <a16:creationId xmlns:a16="http://schemas.microsoft.com/office/drawing/2014/main" id="{A32DDB4D-8BE1-2B43-89DB-1EA570D47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12330" y="1902096"/>
            <a:ext cx="933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origin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servers</a:t>
            </a:r>
          </a:p>
        </p:txBody>
      </p:sp>
      <p:sp>
        <p:nvSpPr>
          <p:cNvPr id="256" name="Line 51">
            <a:extLst>
              <a:ext uri="{FF2B5EF4-FFF2-40B4-BE49-F238E27FC236}">
                <a16:creationId xmlns:a16="http://schemas.microsoft.com/office/drawing/2014/main" id="{D0BFCD11-A1DC-B64D-A23A-23C7A76C3DB1}"/>
              </a:ext>
            </a:extLst>
          </p:cNvPr>
          <p:cNvSpPr>
            <a:spLocks noChangeShapeType="1"/>
          </p:cNvSpPr>
          <p:nvPr/>
        </p:nvSpPr>
        <p:spPr bwMode="auto">
          <a:xfrm>
            <a:off x="8893080" y="2106883"/>
            <a:ext cx="66675" cy="2762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7" name="Line 52">
            <a:extLst>
              <a:ext uri="{FF2B5EF4-FFF2-40B4-BE49-F238E27FC236}">
                <a16:creationId xmlns:a16="http://schemas.microsoft.com/office/drawing/2014/main" id="{E39DF75E-B023-5548-A7F0-9C4A8ADBD41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521730" y="2144983"/>
            <a:ext cx="9525" cy="2381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8" name="Line 53">
            <a:extLst>
              <a:ext uri="{FF2B5EF4-FFF2-40B4-BE49-F238E27FC236}">
                <a16:creationId xmlns:a16="http://schemas.microsoft.com/office/drawing/2014/main" id="{E3BFB499-7F23-164F-A225-CAAA7B80074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978930" y="2306908"/>
            <a:ext cx="133350" cy="20955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9" name="Line 54">
            <a:extLst>
              <a:ext uri="{FF2B5EF4-FFF2-40B4-BE49-F238E27FC236}">
                <a16:creationId xmlns:a16="http://schemas.microsoft.com/office/drawing/2014/main" id="{24D51B99-FE66-D84E-AF2C-706F58BCCC3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0140855" y="3068908"/>
            <a:ext cx="247650" cy="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0" name="Freeform 55">
            <a:extLst>
              <a:ext uri="{FF2B5EF4-FFF2-40B4-BE49-F238E27FC236}">
                <a16:creationId xmlns:a16="http://schemas.microsoft.com/office/drawing/2014/main" id="{0AF0F7C2-E293-2A4E-B4A0-9966DF5B5243}"/>
              </a:ext>
            </a:extLst>
          </p:cNvPr>
          <p:cNvSpPr>
            <a:spLocks/>
          </p:cNvSpPr>
          <p:nvPr/>
        </p:nvSpPr>
        <p:spPr bwMode="auto">
          <a:xfrm>
            <a:off x="8158067" y="2111064"/>
            <a:ext cx="2174875" cy="1581150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1" name="Text Box 70">
            <a:extLst>
              <a:ext uri="{FF2B5EF4-FFF2-40B4-BE49-F238E27FC236}">
                <a16:creationId xmlns:a16="http://schemas.microsoft.com/office/drawing/2014/main" id="{6E272ACE-5938-0646-A38F-6031C9F458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74030" y="2432321"/>
            <a:ext cx="9318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public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Internet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2" name="Freeform 71">
            <a:extLst>
              <a:ext uri="{FF2B5EF4-FFF2-40B4-BE49-F238E27FC236}">
                <a16:creationId xmlns:a16="http://schemas.microsoft.com/office/drawing/2014/main" id="{A7C4DEB4-E3E6-8547-B127-1273B3D3EA69}"/>
              </a:ext>
            </a:extLst>
          </p:cNvPr>
          <p:cNvSpPr>
            <a:spLocks/>
          </p:cNvSpPr>
          <p:nvPr/>
        </p:nvSpPr>
        <p:spPr bwMode="auto">
          <a:xfrm>
            <a:off x="7763006" y="4514213"/>
            <a:ext cx="2965450" cy="1390650"/>
          </a:xfrm>
          <a:custGeom>
            <a:avLst/>
            <a:gdLst>
              <a:gd name="T0" fmla="*/ 2147483647 w 1868"/>
              <a:gd name="T1" fmla="*/ 2147483647 h 876"/>
              <a:gd name="T2" fmla="*/ 2147483647 w 1868"/>
              <a:gd name="T3" fmla="*/ 2147483647 h 876"/>
              <a:gd name="T4" fmla="*/ 2147483647 w 1868"/>
              <a:gd name="T5" fmla="*/ 2147483647 h 876"/>
              <a:gd name="T6" fmla="*/ 2147483647 w 1868"/>
              <a:gd name="T7" fmla="*/ 2147483647 h 876"/>
              <a:gd name="T8" fmla="*/ 2147483647 w 1868"/>
              <a:gd name="T9" fmla="*/ 2147483647 h 876"/>
              <a:gd name="T10" fmla="*/ 2147483647 w 1868"/>
              <a:gd name="T11" fmla="*/ 2147483647 h 876"/>
              <a:gd name="T12" fmla="*/ 2147483647 w 1868"/>
              <a:gd name="T13" fmla="*/ 2147483647 h 876"/>
              <a:gd name="T14" fmla="*/ 2147483647 w 1868"/>
              <a:gd name="T15" fmla="*/ 2147483647 h 876"/>
              <a:gd name="T16" fmla="*/ 2147483647 w 1868"/>
              <a:gd name="T17" fmla="*/ 2147483647 h 876"/>
              <a:gd name="T18" fmla="*/ 2147483647 w 1868"/>
              <a:gd name="T19" fmla="*/ 2147483647 h 876"/>
              <a:gd name="T20" fmla="*/ 2147483647 w 1868"/>
              <a:gd name="T21" fmla="*/ 2147483647 h 8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68"/>
              <a:gd name="T34" fmla="*/ 0 h 876"/>
              <a:gd name="T35" fmla="*/ 1868 w 1868"/>
              <a:gd name="T36" fmla="*/ 876 h 87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68" h="876">
                <a:moveTo>
                  <a:pt x="31" y="327"/>
                </a:moveTo>
                <a:cubicBezTo>
                  <a:pt x="20" y="237"/>
                  <a:pt x="0" y="189"/>
                  <a:pt x="103" y="137"/>
                </a:cubicBezTo>
                <a:cubicBezTo>
                  <a:pt x="206" y="85"/>
                  <a:pt x="476" y="34"/>
                  <a:pt x="649" y="17"/>
                </a:cubicBezTo>
                <a:cubicBezTo>
                  <a:pt x="822" y="0"/>
                  <a:pt x="955" y="18"/>
                  <a:pt x="1141" y="35"/>
                </a:cubicBezTo>
                <a:cubicBezTo>
                  <a:pt x="1327" y="52"/>
                  <a:pt x="1658" y="3"/>
                  <a:pt x="1763" y="121"/>
                </a:cubicBezTo>
                <a:cubicBezTo>
                  <a:pt x="1868" y="239"/>
                  <a:pt x="1840" y="621"/>
                  <a:pt x="1774" y="741"/>
                </a:cubicBezTo>
                <a:cubicBezTo>
                  <a:pt x="1708" y="861"/>
                  <a:pt x="1534" y="827"/>
                  <a:pt x="1369" y="845"/>
                </a:cubicBezTo>
                <a:cubicBezTo>
                  <a:pt x="1204" y="863"/>
                  <a:pt x="935" y="851"/>
                  <a:pt x="781" y="851"/>
                </a:cubicBezTo>
                <a:cubicBezTo>
                  <a:pt x="627" y="851"/>
                  <a:pt x="549" y="876"/>
                  <a:pt x="447" y="847"/>
                </a:cubicBezTo>
                <a:cubicBezTo>
                  <a:pt x="345" y="818"/>
                  <a:pt x="237" y="762"/>
                  <a:pt x="168" y="676"/>
                </a:cubicBezTo>
                <a:cubicBezTo>
                  <a:pt x="98" y="589"/>
                  <a:pt x="29" y="468"/>
                  <a:pt x="31" y="327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3" name="Line 77">
            <a:extLst>
              <a:ext uri="{FF2B5EF4-FFF2-40B4-BE49-F238E27FC236}">
                <a16:creationId xmlns:a16="http://schemas.microsoft.com/office/drawing/2014/main" id="{0E1C7AA0-FA95-B844-83B1-903DF41A68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97755" y="4780233"/>
            <a:ext cx="855662" cy="4318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4" name="Line 78">
            <a:extLst>
              <a:ext uri="{FF2B5EF4-FFF2-40B4-BE49-F238E27FC236}">
                <a16:creationId xmlns:a16="http://schemas.microsoft.com/office/drawing/2014/main" id="{0173F26E-AC6F-FD4F-995F-CADED52CD4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707342" y="4827858"/>
            <a:ext cx="563563" cy="3937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5" name="Line 79">
            <a:extLst>
              <a:ext uri="{FF2B5EF4-FFF2-40B4-BE49-F238E27FC236}">
                <a16:creationId xmlns:a16="http://schemas.microsoft.com/office/drawing/2014/main" id="{3CEA4312-2D22-9340-9D8D-17C8CC88AE0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245505" y="4834208"/>
            <a:ext cx="149225" cy="38258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7" name="Line 95">
            <a:extLst>
              <a:ext uri="{FF2B5EF4-FFF2-40B4-BE49-F238E27FC236}">
                <a16:creationId xmlns:a16="http://schemas.microsoft.com/office/drawing/2014/main" id="{7E28B523-ED73-8C40-ACD2-43F86A8C48E6}"/>
              </a:ext>
            </a:extLst>
          </p:cNvPr>
          <p:cNvSpPr>
            <a:spLocks noChangeShapeType="1"/>
          </p:cNvSpPr>
          <p:nvPr/>
        </p:nvSpPr>
        <p:spPr bwMode="auto">
          <a:xfrm>
            <a:off x="9407430" y="3545158"/>
            <a:ext cx="0" cy="106203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8" name="Text Box 97">
            <a:extLst>
              <a:ext uri="{FF2B5EF4-FFF2-40B4-BE49-F238E27FC236}">
                <a16:creationId xmlns:a16="http://schemas.microsoft.com/office/drawing/2014/main" id="{C679E988-7156-B949-B8A6-F53CA81FBD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5480" y="4357958"/>
            <a:ext cx="11985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institutional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9" name="Text Box 98">
            <a:extLst>
              <a:ext uri="{FF2B5EF4-FFF2-40B4-BE49-F238E27FC236}">
                <a16:creationId xmlns:a16="http://schemas.microsoft.com/office/drawing/2014/main" id="{67295E16-B892-F14C-929B-3E20FB1090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83667" y="4738958"/>
            <a:ext cx="12906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Gbps LAN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70" name="Text Box 99">
            <a:extLst>
              <a:ext uri="{FF2B5EF4-FFF2-40B4-BE49-F238E27FC236}">
                <a16:creationId xmlns:a16="http://schemas.microsoft.com/office/drawing/2014/main" id="{6A31B9E8-42B5-DA4F-BEEB-38A1A2168C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9017" y="3734071"/>
            <a:ext cx="11906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1.54 Mbps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access link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92" name="Group 139">
            <a:extLst>
              <a:ext uri="{FF2B5EF4-FFF2-40B4-BE49-F238E27FC236}">
                <a16:creationId xmlns:a16="http://schemas.microsoft.com/office/drawing/2014/main" id="{F9E9E22C-69D8-A847-9177-B4D5A14ECA28}"/>
              </a:ext>
            </a:extLst>
          </p:cNvPr>
          <p:cNvGrpSpPr>
            <a:grpSpLocks/>
          </p:cNvGrpSpPr>
          <p:nvPr/>
        </p:nvGrpSpPr>
        <p:grpSpPr bwMode="auto">
          <a:xfrm>
            <a:off x="7735792" y="2035446"/>
            <a:ext cx="377825" cy="576262"/>
            <a:chOff x="4140" y="429"/>
            <a:chExt cx="1425" cy="2396"/>
          </a:xfrm>
        </p:grpSpPr>
        <p:sp>
          <p:nvSpPr>
            <p:cNvPr id="293" name="Freeform 140">
              <a:extLst>
                <a:ext uri="{FF2B5EF4-FFF2-40B4-BE49-F238E27FC236}">
                  <a16:creationId xmlns:a16="http://schemas.microsoft.com/office/drawing/2014/main" id="{86EDF6AA-4B2E-6342-9BFA-CFF30B1C2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4" name="Rectangle 141">
              <a:extLst>
                <a:ext uri="{FF2B5EF4-FFF2-40B4-BE49-F238E27FC236}">
                  <a16:creationId xmlns:a16="http://schemas.microsoft.com/office/drawing/2014/main" id="{6B9D834D-0DEE-9248-AD7A-C2D336AEB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5" name="Freeform 142">
              <a:extLst>
                <a:ext uri="{FF2B5EF4-FFF2-40B4-BE49-F238E27FC236}">
                  <a16:creationId xmlns:a16="http://schemas.microsoft.com/office/drawing/2014/main" id="{29245DF3-F7D6-B840-B253-23D4A8D2C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6" name="Freeform 143">
              <a:extLst>
                <a:ext uri="{FF2B5EF4-FFF2-40B4-BE49-F238E27FC236}">
                  <a16:creationId xmlns:a16="http://schemas.microsoft.com/office/drawing/2014/main" id="{B747AC17-9BF4-BB41-A5DA-D229A9BA1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7" name="Rectangle 144">
              <a:extLst>
                <a:ext uri="{FF2B5EF4-FFF2-40B4-BE49-F238E27FC236}">
                  <a16:creationId xmlns:a16="http://schemas.microsoft.com/office/drawing/2014/main" id="{1B65D50E-A82B-7347-A7F6-556D3939D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8" name="Group 145">
              <a:extLst>
                <a:ext uri="{FF2B5EF4-FFF2-40B4-BE49-F238E27FC236}">
                  <a16:creationId xmlns:a16="http://schemas.microsoft.com/office/drawing/2014/main" id="{E47B5BD8-DFF7-9441-92CB-80BB05AB6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23" name="AutoShape 146">
                <a:extLst>
                  <a:ext uri="{FF2B5EF4-FFF2-40B4-BE49-F238E27FC236}">
                    <a16:creationId xmlns:a16="http://schemas.microsoft.com/office/drawing/2014/main" id="{B75BF63D-E7E0-6640-A10B-E09175442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4" name="AutoShape 147">
                <a:extLst>
                  <a:ext uri="{FF2B5EF4-FFF2-40B4-BE49-F238E27FC236}">
                    <a16:creationId xmlns:a16="http://schemas.microsoft.com/office/drawing/2014/main" id="{074358F6-E1DA-D042-B053-9C4C54023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9" name="Rectangle 148">
              <a:extLst>
                <a:ext uri="{FF2B5EF4-FFF2-40B4-BE49-F238E27FC236}">
                  <a16:creationId xmlns:a16="http://schemas.microsoft.com/office/drawing/2014/main" id="{DECDE972-9E25-674C-ACC1-43F55CD92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0" name="Group 149">
              <a:extLst>
                <a:ext uri="{FF2B5EF4-FFF2-40B4-BE49-F238E27FC236}">
                  <a16:creationId xmlns:a16="http://schemas.microsoft.com/office/drawing/2014/main" id="{82296A06-752A-254D-8846-4D0F3F43F2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1" name="AutoShape 150">
                <a:extLst>
                  <a:ext uri="{FF2B5EF4-FFF2-40B4-BE49-F238E27FC236}">
                    <a16:creationId xmlns:a16="http://schemas.microsoft.com/office/drawing/2014/main" id="{F5A8BC22-523A-4147-9575-B8F7D060F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2" name="AutoShape 151">
                <a:extLst>
                  <a:ext uri="{FF2B5EF4-FFF2-40B4-BE49-F238E27FC236}">
                    <a16:creationId xmlns:a16="http://schemas.microsoft.com/office/drawing/2014/main" id="{EAF2AC7F-A8C0-FC4F-8C37-5D458F19B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1" name="Rectangle 152">
              <a:extLst>
                <a:ext uri="{FF2B5EF4-FFF2-40B4-BE49-F238E27FC236}">
                  <a16:creationId xmlns:a16="http://schemas.microsoft.com/office/drawing/2014/main" id="{4F90A69C-CEC4-A24D-9C82-52BA6FC89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2" name="Rectangle 153">
              <a:extLst>
                <a:ext uri="{FF2B5EF4-FFF2-40B4-BE49-F238E27FC236}">
                  <a16:creationId xmlns:a16="http://schemas.microsoft.com/office/drawing/2014/main" id="{4EAFCA72-25B7-7747-916E-327595FFD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3" name="Group 154">
              <a:extLst>
                <a:ext uri="{FF2B5EF4-FFF2-40B4-BE49-F238E27FC236}">
                  <a16:creationId xmlns:a16="http://schemas.microsoft.com/office/drawing/2014/main" id="{8277CD38-8B7B-9748-AD3B-10D14BC1AA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9" name="AutoShape 155">
                <a:extLst>
                  <a:ext uri="{FF2B5EF4-FFF2-40B4-BE49-F238E27FC236}">
                    <a16:creationId xmlns:a16="http://schemas.microsoft.com/office/drawing/2014/main" id="{5B02472C-767E-8C4B-A1E5-693F9C4C2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0" name="AutoShape 156">
                <a:extLst>
                  <a:ext uri="{FF2B5EF4-FFF2-40B4-BE49-F238E27FC236}">
                    <a16:creationId xmlns:a16="http://schemas.microsoft.com/office/drawing/2014/main" id="{DA6E1AA2-450F-174D-A85C-5D39B60AB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4" name="Freeform 157">
              <a:extLst>
                <a:ext uri="{FF2B5EF4-FFF2-40B4-BE49-F238E27FC236}">
                  <a16:creationId xmlns:a16="http://schemas.microsoft.com/office/drawing/2014/main" id="{43557BDC-C555-5040-B5DB-5D425E9BF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5" name="Group 158">
              <a:extLst>
                <a:ext uri="{FF2B5EF4-FFF2-40B4-BE49-F238E27FC236}">
                  <a16:creationId xmlns:a16="http://schemas.microsoft.com/office/drawing/2014/main" id="{C333E870-3BD7-C645-AAC2-98508A7E36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7" name="AutoShape 159">
                <a:extLst>
                  <a:ext uri="{FF2B5EF4-FFF2-40B4-BE49-F238E27FC236}">
                    <a16:creationId xmlns:a16="http://schemas.microsoft.com/office/drawing/2014/main" id="{EFC968C4-6392-E247-9A44-0D21D80BC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8" name="AutoShape 160">
                <a:extLst>
                  <a:ext uri="{FF2B5EF4-FFF2-40B4-BE49-F238E27FC236}">
                    <a16:creationId xmlns:a16="http://schemas.microsoft.com/office/drawing/2014/main" id="{9315F821-D903-1C43-B0DF-C13E1CFC6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6" name="Rectangle 161">
              <a:extLst>
                <a:ext uri="{FF2B5EF4-FFF2-40B4-BE49-F238E27FC236}">
                  <a16:creationId xmlns:a16="http://schemas.microsoft.com/office/drawing/2014/main" id="{4A93E05B-231B-8F4E-AC44-1E61C8779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7" name="Freeform 162">
              <a:extLst>
                <a:ext uri="{FF2B5EF4-FFF2-40B4-BE49-F238E27FC236}">
                  <a16:creationId xmlns:a16="http://schemas.microsoft.com/office/drawing/2014/main" id="{A81021FA-3B4B-8540-B233-88280DF91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8" name="Freeform 163">
              <a:extLst>
                <a:ext uri="{FF2B5EF4-FFF2-40B4-BE49-F238E27FC236}">
                  <a16:creationId xmlns:a16="http://schemas.microsoft.com/office/drawing/2014/main" id="{B4BBCFA8-CE65-3B46-B8C0-90C8E2A9F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9" name="Oval 164">
              <a:extLst>
                <a:ext uri="{FF2B5EF4-FFF2-40B4-BE49-F238E27FC236}">
                  <a16:creationId xmlns:a16="http://schemas.microsoft.com/office/drawing/2014/main" id="{5BC0A35E-B59B-2747-AF4F-E2B7BF2E9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0" name="Freeform 165">
              <a:extLst>
                <a:ext uri="{FF2B5EF4-FFF2-40B4-BE49-F238E27FC236}">
                  <a16:creationId xmlns:a16="http://schemas.microsoft.com/office/drawing/2014/main" id="{18C56782-0533-9C40-9224-8F36130D8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1" name="AutoShape 166">
              <a:extLst>
                <a:ext uri="{FF2B5EF4-FFF2-40B4-BE49-F238E27FC236}">
                  <a16:creationId xmlns:a16="http://schemas.microsoft.com/office/drawing/2014/main" id="{B68A6AC7-4ED2-D44E-90B8-E63CF73BB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2" name="AutoShape 167">
              <a:extLst>
                <a:ext uri="{FF2B5EF4-FFF2-40B4-BE49-F238E27FC236}">
                  <a16:creationId xmlns:a16="http://schemas.microsoft.com/office/drawing/2014/main" id="{906EF179-00FE-3F4F-AD8D-E9B8F23DE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3" name="Oval 168">
              <a:extLst>
                <a:ext uri="{FF2B5EF4-FFF2-40B4-BE49-F238E27FC236}">
                  <a16:creationId xmlns:a16="http://schemas.microsoft.com/office/drawing/2014/main" id="{714D65B7-5EDC-2840-9C29-D308D9655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4" name="Oval 169">
              <a:extLst>
                <a:ext uri="{FF2B5EF4-FFF2-40B4-BE49-F238E27FC236}">
                  <a16:creationId xmlns:a16="http://schemas.microsoft.com/office/drawing/2014/main" id="{E64A117A-C67D-AB41-A8E7-4A508BB31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15" name="Oval 170">
              <a:extLst>
                <a:ext uri="{FF2B5EF4-FFF2-40B4-BE49-F238E27FC236}">
                  <a16:creationId xmlns:a16="http://schemas.microsoft.com/office/drawing/2014/main" id="{C59668D3-09F9-BD44-8596-C01818912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6" name="Rectangle 171">
              <a:extLst>
                <a:ext uri="{FF2B5EF4-FFF2-40B4-BE49-F238E27FC236}">
                  <a16:creationId xmlns:a16="http://schemas.microsoft.com/office/drawing/2014/main" id="{8E530C7C-3D86-3C4B-891E-CB9AC883F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25" name="Group 172">
            <a:extLst>
              <a:ext uri="{FF2B5EF4-FFF2-40B4-BE49-F238E27FC236}">
                <a16:creationId xmlns:a16="http://schemas.microsoft.com/office/drawing/2014/main" id="{F34C0BB9-9ECA-9B40-B10C-16DEDBDC16C3}"/>
              </a:ext>
            </a:extLst>
          </p:cNvPr>
          <p:cNvGrpSpPr>
            <a:grpSpLocks/>
          </p:cNvGrpSpPr>
          <p:nvPr/>
        </p:nvGrpSpPr>
        <p:grpSpPr bwMode="auto">
          <a:xfrm>
            <a:off x="7885017" y="5148533"/>
            <a:ext cx="525463" cy="557213"/>
            <a:chOff x="-44" y="1473"/>
            <a:chExt cx="981" cy="1105"/>
          </a:xfrm>
        </p:grpSpPr>
        <p:pic>
          <p:nvPicPr>
            <p:cNvPr id="326" name="Picture 173" descr="desktop_computer_stylized_medium">
              <a:extLst>
                <a:ext uri="{FF2B5EF4-FFF2-40B4-BE49-F238E27FC236}">
                  <a16:creationId xmlns:a16="http://schemas.microsoft.com/office/drawing/2014/main" id="{58DEA6BA-6A8A-414B-A5D1-8C42E963B5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7" name="Freeform 174">
              <a:extLst>
                <a:ext uri="{FF2B5EF4-FFF2-40B4-BE49-F238E27FC236}">
                  <a16:creationId xmlns:a16="http://schemas.microsoft.com/office/drawing/2014/main" id="{5636D377-DB0D-6F40-811F-10EE64604D6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28" name="Group 175">
            <a:extLst>
              <a:ext uri="{FF2B5EF4-FFF2-40B4-BE49-F238E27FC236}">
                <a16:creationId xmlns:a16="http://schemas.microsoft.com/office/drawing/2014/main" id="{7306AC90-5B34-3F4E-B626-0E34022A31C8}"/>
              </a:ext>
            </a:extLst>
          </p:cNvPr>
          <p:cNvGrpSpPr>
            <a:grpSpLocks/>
          </p:cNvGrpSpPr>
          <p:nvPr/>
        </p:nvGrpSpPr>
        <p:grpSpPr bwMode="auto">
          <a:xfrm>
            <a:off x="8650192" y="1557608"/>
            <a:ext cx="377825" cy="576263"/>
            <a:chOff x="4140" y="429"/>
            <a:chExt cx="1425" cy="2396"/>
          </a:xfrm>
        </p:grpSpPr>
        <p:sp>
          <p:nvSpPr>
            <p:cNvPr id="329" name="Freeform 176">
              <a:extLst>
                <a:ext uri="{FF2B5EF4-FFF2-40B4-BE49-F238E27FC236}">
                  <a16:creationId xmlns:a16="http://schemas.microsoft.com/office/drawing/2014/main" id="{F3CFDF78-3F2C-B047-99D5-2F35E0D1B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0" name="Rectangle 177">
              <a:extLst>
                <a:ext uri="{FF2B5EF4-FFF2-40B4-BE49-F238E27FC236}">
                  <a16:creationId xmlns:a16="http://schemas.microsoft.com/office/drawing/2014/main" id="{6D671750-A74B-B64E-8E68-C40948E6D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1" name="Freeform 178">
              <a:extLst>
                <a:ext uri="{FF2B5EF4-FFF2-40B4-BE49-F238E27FC236}">
                  <a16:creationId xmlns:a16="http://schemas.microsoft.com/office/drawing/2014/main" id="{9438FA78-1938-514C-80BF-10ED666E3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2" name="Freeform 179">
              <a:extLst>
                <a:ext uri="{FF2B5EF4-FFF2-40B4-BE49-F238E27FC236}">
                  <a16:creationId xmlns:a16="http://schemas.microsoft.com/office/drawing/2014/main" id="{FD23EFF2-90E8-9045-936A-06124249A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3" name="Rectangle 180">
              <a:extLst>
                <a:ext uri="{FF2B5EF4-FFF2-40B4-BE49-F238E27FC236}">
                  <a16:creationId xmlns:a16="http://schemas.microsoft.com/office/drawing/2014/main" id="{C3C9A679-FD27-EE4A-B715-049B9DDB6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4" name="Group 181">
              <a:extLst>
                <a:ext uri="{FF2B5EF4-FFF2-40B4-BE49-F238E27FC236}">
                  <a16:creationId xmlns:a16="http://schemas.microsoft.com/office/drawing/2014/main" id="{F5C3481D-451B-B142-A35C-15C582D38E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59" name="AutoShape 182">
                <a:extLst>
                  <a:ext uri="{FF2B5EF4-FFF2-40B4-BE49-F238E27FC236}">
                    <a16:creationId xmlns:a16="http://schemas.microsoft.com/office/drawing/2014/main" id="{2C243628-F48B-0247-9C77-CADC193BA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0" name="AutoShape 183">
                <a:extLst>
                  <a:ext uri="{FF2B5EF4-FFF2-40B4-BE49-F238E27FC236}">
                    <a16:creationId xmlns:a16="http://schemas.microsoft.com/office/drawing/2014/main" id="{C3D71DA0-C793-D949-906B-887E37FD0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5" name="Rectangle 184">
              <a:extLst>
                <a:ext uri="{FF2B5EF4-FFF2-40B4-BE49-F238E27FC236}">
                  <a16:creationId xmlns:a16="http://schemas.microsoft.com/office/drawing/2014/main" id="{246902F9-C4DC-454E-9DA0-3D5842DB3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6" name="Group 185">
              <a:extLst>
                <a:ext uri="{FF2B5EF4-FFF2-40B4-BE49-F238E27FC236}">
                  <a16:creationId xmlns:a16="http://schemas.microsoft.com/office/drawing/2014/main" id="{7667DA9A-FE8F-654A-8B9E-218AADDABF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57" name="AutoShape 186">
                <a:extLst>
                  <a:ext uri="{FF2B5EF4-FFF2-40B4-BE49-F238E27FC236}">
                    <a16:creationId xmlns:a16="http://schemas.microsoft.com/office/drawing/2014/main" id="{89170F11-7571-2B45-8719-95E83BC65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8" name="AutoShape 187">
                <a:extLst>
                  <a:ext uri="{FF2B5EF4-FFF2-40B4-BE49-F238E27FC236}">
                    <a16:creationId xmlns:a16="http://schemas.microsoft.com/office/drawing/2014/main" id="{E76D6632-4213-1A4C-994D-E58521FFA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7" name="Rectangle 188">
              <a:extLst>
                <a:ext uri="{FF2B5EF4-FFF2-40B4-BE49-F238E27FC236}">
                  <a16:creationId xmlns:a16="http://schemas.microsoft.com/office/drawing/2014/main" id="{042D5530-947C-8042-964E-981127ADC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" name="Rectangle 189">
              <a:extLst>
                <a:ext uri="{FF2B5EF4-FFF2-40B4-BE49-F238E27FC236}">
                  <a16:creationId xmlns:a16="http://schemas.microsoft.com/office/drawing/2014/main" id="{2F89380A-7E24-A848-A517-F0FC73692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9" name="Group 190">
              <a:extLst>
                <a:ext uri="{FF2B5EF4-FFF2-40B4-BE49-F238E27FC236}">
                  <a16:creationId xmlns:a16="http://schemas.microsoft.com/office/drawing/2014/main" id="{38C1848A-3B99-B348-91C8-29218555E8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55" name="AutoShape 191">
                <a:extLst>
                  <a:ext uri="{FF2B5EF4-FFF2-40B4-BE49-F238E27FC236}">
                    <a16:creationId xmlns:a16="http://schemas.microsoft.com/office/drawing/2014/main" id="{676776FA-ACE8-1B44-A3F2-EE744FFE1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6" name="AutoShape 192">
                <a:extLst>
                  <a:ext uri="{FF2B5EF4-FFF2-40B4-BE49-F238E27FC236}">
                    <a16:creationId xmlns:a16="http://schemas.microsoft.com/office/drawing/2014/main" id="{642A052A-BC62-D049-9EBF-AC2B9D28A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0" name="Freeform 193">
              <a:extLst>
                <a:ext uri="{FF2B5EF4-FFF2-40B4-BE49-F238E27FC236}">
                  <a16:creationId xmlns:a16="http://schemas.microsoft.com/office/drawing/2014/main" id="{20022731-282E-5349-BD84-5AC931894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1" name="Group 194">
              <a:extLst>
                <a:ext uri="{FF2B5EF4-FFF2-40B4-BE49-F238E27FC236}">
                  <a16:creationId xmlns:a16="http://schemas.microsoft.com/office/drawing/2014/main" id="{C8EEA896-B8C6-834F-9741-B4BC689404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53" name="AutoShape 195">
                <a:extLst>
                  <a:ext uri="{FF2B5EF4-FFF2-40B4-BE49-F238E27FC236}">
                    <a16:creationId xmlns:a16="http://schemas.microsoft.com/office/drawing/2014/main" id="{FAEB0127-5E88-8848-A1E8-FCDC82E85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4" name="AutoShape 196">
                <a:extLst>
                  <a:ext uri="{FF2B5EF4-FFF2-40B4-BE49-F238E27FC236}">
                    <a16:creationId xmlns:a16="http://schemas.microsoft.com/office/drawing/2014/main" id="{F6C14D4D-54BC-0347-8DE7-8C387B0DE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2" name="Rectangle 197">
              <a:extLst>
                <a:ext uri="{FF2B5EF4-FFF2-40B4-BE49-F238E27FC236}">
                  <a16:creationId xmlns:a16="http://schemas.microsoft.com/office/drawing/2014/main" id="{DE2B5795-02B3-824F-BFB7-9E4468C2E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3" name="Freeform 198">
              <a:extLst>
                <a:ext uri="{FF2B5EF4-FFF2-40B4-BE49-F238E27FC236}">
                  <a16:creationId xmlns:a16="http://schemas.microsoft.com/office/drawing/2014/main" id="{30654D98-FCC5-4940-8B89-40DEC14D2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4" name="Freeform 199">
              <a:extLst>
                <a:ext uri="{FF2B5EF4-FFF2-40B4-BE49-F238E27FC236}">
                  <a16:creationId xmlns:a16="http://schemas.microsoft.com/office/drawing/2014/main" id="{DB2F1485-9F89-A14E-B2B0-E716B66FE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5" name="Oval 200">
              <a:extLst>
                <a:ext uri="{FF2B5EF4-FFF2-40B4-BE49-F238E27FC236}">
                  <a16:creationId xmlns:a16="http://schemas.microsoft.com/office/drawing/2014/main" id="{0913F7BB-B350-6F4C-8E3C-B4373B6BB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6" name="Freeform 201">
              <a:extLst>
                <a:ext uri="{FF2B5EF4-FFF2-40B4-BE49-F238E27FC236}">
                  <a16:creationId xmlns:a16="http://schemas.microsoft.com/office/drawing/2014/main" id="{D806CA0F-D39E-1044-8994-B3481BAC5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7" name="AutoShape 202">
              <a:extLst>
                <a:ext uri="{FF2B5EF4-FFF2-40B4-BE49-F238E27FC236}">
                  <a16:creationId xmlns:a16="http://schemas.microsoft.com/office/drawing/2014/main" id="{653E2F84-88DD-4C48-9132-5E9C22D3C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" name="AutoShape 203">
              <a:extLst>
                <a:ext uri="{FF2B5EF4-FFF2-40B4-BE49-F238E27FC236}">
                  <a16:creationId xmlns:a16="http://schemas.microsoft.com/office/drawing/2014/main" id="{7C1622A3-9F30-FA42-9B80-C8BB00A05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9" name="Oval 204">
              <a:extLst>
                <a:ext uri="{FF2B5EF4-FFF2-40B4-BE49-F238E27FC236}">
                  <a16:creationId xmlns:a16="http://schemas.microsoft.com/office/drawing/2014/main" id="{432A4179-C51B-DE48-94FC-B7412F4DD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0" name="Oval 205">
              <a:extLst>
                <a:ext uri="{FF2B5EF4-FFF2-40B4-BE49-F238E27FC236}">
                  <a16:creationId xmlns:a16="http://schemas.microsoft.com/office/drawing/2014/main" id="{9EF71E96-D069-134D-9318-D85F7FF2C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51" name="Oval 206">
              <a:extLst>
                <a:ext uri="{FF2B5EF4-FFF2-40B4-BE49-F238E27FC236}">
                  <a16:creationId xmlns:a16="http://schemas.microsoft.com/office/drawing/2014/main" id="{3E78A6EB-9CEA-E74E-91AB-439D7171D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2" name="Rectangle 207">
              <a:extLst>
                <a:ext uri="{FF2B5EF4-FFF2-40B4-BE49-F238E27FC236}">
                  <a16:creationId xmlns:a16="http://schemas.microsoft.com/office/drawing/2014/main" id="{1A62E052-D07D-6743-8E2D-F67E3E528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61" name="Group 208">
            <a:extLst>
              <a:ext uri="{FF2B5EF4-FFF2-40B4-BE49-F238E27FC236}">
                <a16:creationId xmlns:a16="http://schemas.microsoft.com/office/drawing/2014/main" id="{6A05235C-3E77-6F4F-8ADA-6D04AB8484D1}"/>
              </a:ext>
            </a:extLst>
          </p:cNvPr>
          <p:cNvGrpSpPr>
            <a:grpSpLocks/>
          </p:cNvGrpSpPr>
          <p:nvPr/>
        </p:nvGrpSpPr>
        <p:grpSpPr bwMode="auto">
          <a:xfrm>
            <a:off x="9402667" y="1589358"/>
            <a:ext cx="377825" cy="576263"/>
            <a:chOff x="4140" y="429"/>
            <a:chExt cx="1425" cy="2396"/>
          </a:xfrm>
        </p:grpSpPr>
        <p:sp>
          <p:nvSpPr>
            <p:cNvPr id="362" name="Freeform 209">
              <a:extLst>
                <a:ext uri="{FF2B5EF4-FFF2-40B4-BE49-F238E27FC236}">
                  <a16:creationId xmlns:a16="http://schemas.microsoft.com/office/drawing/2014/main" id="{D166875E-AD19-804C-965F-CDAED7A64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3" name="Rectangle 210">
              <a:extLst>
                <a:ext uri="{FF2B5EF4-FFF2-40B4-BE49-F238E27FC236}">
                  <a16:creationId xmlns:a16="http://schemas.microsoft.com/office/drawing/2014/main" id="{EC5E264D-98A2-B44D-B995-4CB53C25E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4" name="Freeform 211">
              <a:extLst>
                <a:ext uri="{FF2B5EF4-FFF2-40B4-BE49-F238E27FC236}">
                  <a16:creationId xmlns:a16="http://schemas.microsoft.com/office/drawing/2014/main" id="{C1CF933D-FB73-3240-9F1D-5EED49E6A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5" name="Freeform 212">
              <a:extLst>
                <a:ext uri="{FF2B5EF4-FFF2-40B4-BE49-F238E27FC236}">
                  <a16:creationId xmlns:a16="http://schemas.microsoft.com/office/drawing/2014/main" id="{0FC67CB2-6BE1-1847-A437-D99084C5C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6" name="Rectangle 213">
              <a:extLst>
                <a:ext uri="{FF2B5EF4-FFF2-40B4-BE49-F238E27FC236}">
                  <a16:creationId xmlns:a16="http://schemas.microsoft.com/office/drawing/2014/main" id="{14B7D932-BBFC-B74D-816C-440DB3FEB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67" name="Group 214">
              <a:extLst>
                <a:ext uri="{FF2B5EF4-FFF2-40B4-BE49-F238E27FC236}">
                  <a16:creationId xmlns:a16="http://schemas.microsoft.com/office/drawing/2014/main" id="{904783F7-C673-AC48-8DEC-45B791D2E0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92" name="AutoShape 215">
                <a:extLst>
                  <a:ext uri="{FF2B5EF4-FFF2-40B4-BE49-F238E27FC236}">
                    <a16:creationId xmlns:a16="http://schemas.microsoft.com/office/drawing/2014/main" id="{259ABA3E-950D-BF40-AF00-89747854A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3" name="AutoShape 216">
                <a:extLst>
                  <a:ext uri="{FF2B5EF4-FFF2-40B4-BE49-F238E27FC236}">
                    <a16:creationId xmlns:a16="http://schemas.microsoft.com/office/drawing/2014/main" id="{D537C256-5556-E84D-BFD9-801601AF6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8" name="Rectangle 217">
              <a:extLst>
                <a:ext uri="{FF2B5EF4-FFF2-40B4-BE49-F238E27FC236}">
                  <a16:creationId xmlns:a16="http://schemas.microsoft.com/office/drawing/2014/main" id="{6A16D193-BA00-FA4C-84D3-5F7B5C031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69" name="Group 218">
              <a:extLst>
                <a:ext uri="{FF2B5EF4-FFF2-40B4-BE49-F238E27FC236}">
                  <a16:creationId xmlns:a16="http://schemas.microsoft.com/office/drawing/2014/main" id="{7151F57C-7772-D741-B346-9FD22AFEAC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90" name="AutoShape 219">
                <a:extLst>
                  <a:ext uri="{FF2B5EF4-FFF2-40B4-BE49-F238E27FC236}">
                    <a16:creationId xmlns:a16="http://schemas.microsoft.com/office/drawing/2014/main" id="{28A8406C-AFA4-F94B-A2C4-E4FFB185C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1" name="AutoShape 220">
                <a:extLst>
                  <a:ext uri="{FF2B5EF4-FFF2-40B4-BE49-F238E27FC236}">
                    <a16:creationId xmlns:a16="http://schemas.microsoft.com/office/drawing/2014/main" id="{9A186499-2183-C24F-89D0-ACB1D39A2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70" name="Rectangle 221">
              <a:extLst>
                <a:ext uri="{FF2B5EF4-FFF2-40B4-BE49-F238E27FC236}">
                  <a16:creationId xmlns:a16="http://schemas.microsoft.com/office/drawing/2014/main" id="{6959C99C-8685-CE45-B4A0-BEEBD9CE6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1" name="Rectangle 222">
              <a:extLst>
                <a:ext uri="{FF2B5EF4-FFF2-40B4-BE49-F238E27FC236}">
                  <a16:creationId xmlns:a16="http://schemas.microsoft.com/office/drawing/2014/main" id="{0CEC0CDC-F36A-E147-800E-4BFDDC412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72" name="Group 223">
              <a:extLst>
                <a:ext uri="{FF2B5EF4-FFF2-40B4-BE49-F238E27FC236}">
                  <a16:creationId xmlns:a16="http://schemas.microsoft.com/office/drawing/2014/main" id="{07BF1C14-2C6F-B94F-8289-1C37D6C61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88" name="AutoShape 224">
                <a:extLst>
                  <a:ext uri="{FF2B5EF4-FFF2-40B4-BE49-F238E27FC236}">
                    <a16:creationId xmlns:a16="http://schemas.microsoft.com/office/drawing/2014/main" id="{B660D864-E6AF-2A4B-AF6E-15E67C246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9" name="AutoShape 225">
                <a:extLst>
                  <a:ext uri="{FF2B5EF4-FFF2-40B4-BE49-F238E27FC236}">
                    <a16:creationId xmlns:a16="http://schemas.microsoft.com/office/drawing/2014/main" id="{A5592FCE-B8EB-CD42-BD69-D7E95DA3E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73" name="Freeform 226">
              <a:extLst>
                <a:ext uri="{FF2B5EF4-FFF2-40B4-BE49-F238E27FC236}">
                  <a16:creationId xmlns:a16="http://schemas.microsoft.com/office/drawing/2014/main" id="{176C9152-AD9C-0043-999D-97BF01B75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74" name="Group 227">
              <a:extLst>
                <a:ext uri="{FF2B5EF4-FFF2-40B4-BE49-F238E27FC236}">
                  <a16:creationId xmlns:a16="http://schemas.microsoft.com/office/drawing/2014/main" id="{DB7553BD-7EEF-1144-A10E-45052E753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86" name="AutoShape 228">
                <a:extLst>
                  <a:ext uri="{FF2B5EF4-FFF2-40B4-BE49-F238E27FC236}">
                    <a16:creationId xmlns:a16="http://schemas.microsoft.com/office/drawing/2014/main" id="{209B423B-7C84-A444-BC5D-A11FD1567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7" name="AutoShape 229">
                <a:extLst>
                  <a:ext uri="{FF2B5EF4-FFF2-40B4-BE49-F238E27FC236}">
                    <a16:creationId xmlns:a16="http://schemas.microsoft.com/office/drawing/2014/main" id="{5AE73D33-B566-9A49-9DC6-C5469487B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75" name="Rectangle 230">
              <a:extLst>
                <a:ext uri="{FF2B5EF4-FFF2-40B4-BE49-F238E27FC236}">
                  <a16:creationId xmlns:a16="http://schemas.microsoft.com/office/drawing/2014/main" id="{F54FB1FA-BA67-4B47-8CD0-DC612A86E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6" name="Freeform 231">
              <a:extLst>
                <a:ext uri="{FF2B5EF4-FFF2-40B4-BE49-F238E27FC236}">
                  <a16:creationId xmlns:a16="http://schemas.microsoft.com/office/drawing/2014/main" id="{A3240397-6B0C-654E-88F1-F3F3AD623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7" name="Freeform 232">
              <a:extLst>
                <a:ext uri="{FF2B5EF4-FFF2-40B4-BE49-F238E27FC236}">
                  <a16:creationId xmlns:a16="http://schemas.microsoft.com/office/drawing/2014/main" id="{1A86C13D-4B43-504E-B61C-E2C654775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8" name="Oval 233">
              <a:extLst>
                <a:ext uri="{FF2B5EF4-FFF2-40B4-BE49-F238E27FC236}">
                  <a16:creationId xmlns:a16="http://schemas.microsoft.com/office/drawing/2014/main" id="{A925E2BE-2521-064E-94A2-F5B3CE2A6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" name="Freeform 234">
              <a:extLst>
                <a:ext uri="{FF2B5EF4-FFF2-40B4-BE49-F238E27FC236}">
                  <a16:creationId xmlns:a16="http://schemas.microsoft.com/office/drawing/2014/main" id="{D0F8527B-9979-9843-B950-02EEB33AD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0" name="AutoShape 235">
              <a:extLst>
                <a:ext uri="{FF2B5EF4-FFF2-40B4-BE49-F238E27FC236}">
                  <a16:creationId xmlns:a16="http://schemas.microsoft.com/office/drawing/2014/main" id="{01246D65-1D83-514D-96A0-3F53F7E62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1" name="AutoShape 236">
              <a:extLst>
                <a:ext uri="{FF2B5EF4-FFF2-40B4-BE49-F238E27FC236}">
                  <a16:creationId xmlns:a16="http://schemas.microsoft.com/office/drawing/2014/main" id="{EE09E67D-74DE-8E41-B31D-30EBA899E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2" name="Oval 237">
              <a:extLst>
                <a:ext uri="{FF2B5EF4-FFF2-40B4-BE49-F238E27FC236}">
                  <a16:creationId xmlns:a16="http://schemas.microsoft.com/office/drawing/2014/main" id="{1BAA3765-A4A2-D249-B5E6-B37A65069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3" name="Oval 238">
              <a:extLst>
                <a:ext uri="{FF2B5EF4-FFF2-40B4-BE49-F238E27FC236}">
                  <a16:creationId xmlns:a16="http://schemas.microsoft.com/office/drawing/2014/main" id="{B5829A6B-5209-D644-82E1-A9C2A8D9A0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4" name="Oval 239">
              <a:extLst>
                <a:ext uri="{FF2B5EF4-FFF2-40B4-BE49-F238E27FC236}">
                  <a16:creationId xmlns:a16="http://schemas.microsoft.com/office/drawing/2014/main" id="{95394ED4-DC3D-F146-9AEE-0FC4AFC88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5" name="Rectangle 240">
              <a:extLst>
                <a:ext uri="{FF2B5EF4-FFF2-40B4-BE49-F238E27FC236}">
                  <a16:creationId xmlns:a16="http://schemas.microsoft.com/office/drawing/2014/main" id="{A039A534-5AD2-354C-8072-85670484B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94" name="Group 241">
            <a:extLst>
              <a:ext uri="{FF2B5EF4-FFF2-40B4-BE49-F238E27FC236}">
                <a16:creationId xmlns:a16="http://schemas.microsoft.com/office/drawing/2014/main" id="{9BE96710-6956-1941-96D5-89D2082B85BD}"/>
              </a:ext>
            </a:extLst>
          </p:cNvPr>
          <p:cNvGrpSpPr>
            <a:grpSpLocks/>
          </p:cNvGrpSpPr>
          <p:nvPr/>
        </p:nvGrpSpPr>
        <p:grpSpPr bwMode="auto">
          <a:xfrm>
            <a:off x="10012267" y="1741758"/>
            <a:ext cx="377825" cy="576263"/>
            <a:chOff x="4140" y="429"/>
            <a:chExt cx="1425" cy="2396"/>
          </a:xfrm>
        </p:grpSpPr>
        <p:sp>
          <p:nvSpPr>
            <p:cNvPr id="395" name="Freeform 242">
              <a:extLst>
                <a:ext uri="{FF2B5EF4-FFF2-40B4-BE49-F238E27FC236}">
                  <a16:creationId xmlns:a16="http://schemas.microsoft.com/office/drawing/2014/main" id="{98FED06C-86AC-174D-897A-AF88782AB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6" name="Rectangle 243">
              <a:extLst>
                <a:ext uri="{FF2B5EF4-FFF2-40B4-BE49-F238E27FC236}">
                  <a16:creationId xmlns:a16="http://schemas.microsoft.com/office/drawing/2014/main" id="{7BCB3493-2EA3-894F-95D3-4BD9689BC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7" name="Freeform 244">
              <a:extLst>
                <a:ext uri="{FF2B5EF4-FFF2-40B4-BE49-F238E27FC236}">
                  <a16:creationId xmlns:a16="http://schemas.microsoft.com/office/drawing/2014/main" id="{04E3D02B-467F-7F4F-8DC3-9D363101F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8" name="Freeform 245">
              <a:extLst>
                <a:ext uri="{FF2B5EF4-FFF2-40B4-BE49-F238E27FC236}">
                  <a16:creationId xmlns:a16="http://schemas.microsoft.com/office/drawing/2014/main" id="{DA94A9FA-D5B5-214A-8D37-34D4B61F6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" name="Rectangle 246">
              <a:extLst>
                <a:ext uri="{FF2B5EF4-FFF2-40B4-BE49-F238E27FC236}">
                  <a16:creationId xmlns:a16="http://schemas.microsoft.com/office/drawing/2014/main" id="{50539DB1-8D20-F44A-8958-354C5B49C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00" name="Group 247">
              <a:extLst>
                <a:ext uri="{FF2B5EF4-FFF2-40B4-BE49-F238E27FC236}">
                  <a16:creationId xmlns:a16="http://schemas.microsoft.com/office/drawing/2014/main" id="{ABC4B2B5-E127-B14E-8370-5BCDD85E29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25" name="AutoShape 248">
                <a:extLst>
                  <a:ext uri="{FF2B5EF4-FFF2-40B4-BE49-F238E27FC236}">
                    <a16:creationId xmlns:a16="http://schemas.microsoft.com/office/drawing/2014/main" id="{2544F03E-3822-9142-840A-4600BC492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6" name="AutoShape 249">
                <a:extLst>
                  <a:ext uri="{FF2B5EF4-FFF2-40B4-BE49-F238E27FC236}">
                    <a16:creationId xmlns:a16="http://schemas.microsoft.com/office/drawing/2014/main" id="{0D6C988D-2CAC-3A4A-8FAC-72B8697E7B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1" name="Rectangle 250">
              <a:extLst>
                <a:ext uri="{FF2B5EF4-FFF2-40B4-BE49-F238E27FC236}">
                  <a16:creationId xmlns:a16="http://schemas.microsoft.com/office/drawing/2014/main" id="{FA55D5A2-C0A3-7741-814B-310A28BDD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02" name="Group 251">
              <a:extLst>
                <a:ext uri="{FF2B5EF4-FFF2-40B4-BE49-F238E27FC236}">
                  <a16:creationId xmlns:a16="http://schemas.microsoft.com/office/drawing/2014/main" id="{DC8A3227-B450-FB4D-852D-DC7E66FF66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23" name="AutoShape 252">
                <a:extLst>
                  <a:ext uri="{FF2B5EF4-FFF2-40B4-BE49-F238E27FC236}">
                    <a16:creationId xmlns:a16="http://schemas.microsoft.com/office/drawing/2014/main" id="{07F021BE-923D-804C-AB1C-CB812D97B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4" name="AutoShape 253">
                <a:extLst>
                  <a:ext uri="{FF2B5EF4-FFF2-40B4-BE49-F238E27FC236}">
                    <a16:creationId xmlns:a16="http://schemas.microsoft.com/office/drawing/2014/main" id="{3A5C7537-D941-954D-9024-BF32F6D13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3" name="Rectangle 254">
              <a:extLst>
                <a:ext uri="{FF2B5EF4-FFF2-40B4-BE49-F238E27FC236}">
                  <a16:creationId xmlns:a16="http://schemas.microsoft.com/office/drawing/2014/main" id="{855ECB0D-BAD2-724F-8296-56F037E68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4" name="Rectangle 255">
              <a:extLst>
                <a:ext uri="{FF2B5EF4-FFF2-40B4-BE49-F238E27FC236}">
                  <a16:creationId xmlns:a16="http://schemas.microsoft.com/office/drawing/2014/main" id="{6D021B7D-23B8-4545-B682-3F0C4BAB5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05" name="Group 256">
              <a:extLst>
                <a:ext uri="{FF2B5EF4-FFF2-40B4-BE49-F238E27FC236}">
                  <a16:creationId xmlns:a16="http://schemas.microsoft.com/office/drawing/2014/main" id="{431DAF1F-4CC8-1C41-8EEC-05F7D5D78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21" name="AutoShape 257">
                <a:extLst>
                  <a:ext uri="{FF2B5EF4-FFF2-40B4-BE49-F238E27FC236}">
                    <a16:creationId xmlns:a16="http://schemas.microsoft.com/office/drawing/2014/main" id="{18C2CCBA-D707-A24B-A885-97D020E7B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2" name="AutoShape 258">
                <a:extLst>
                  <a:ext uri="{FF2B5EF4-FFF2-40B4-BE49-F238E27FC236}">
                    <a16:creationId xmlns:a16="http://schemas.microsoft.com/office/drawing/2014/main" id="{D7E10C1F-D1F0-7148-A44B-7FEC28811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6" name="Freeform 259">
              <a:extLst>
                <a:ext uri="{FF2B5EF4-FFF2-40B4-BE49-F238E27FC236}">
                  <a16:creationId xmlns:a16="http://schemas.microsoft.com/office/drawing/2014/main" id="{0365C11C-6E47-864E-8122-6C27C34F0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07" name="Group 260">
              <a:extLst>
                <a:ext uri="{FF2B5EF4-FFF2-40B4-BE49-F238E27FC236}">
                  <a16:creationId xmlns:a16="http://schemas.microsoft.com/office/drawing/2014/main" id="{27B41BB0-4231-F248-B65A-1A45AD2C9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19" name="AutoShape 261">
                <a:extLst>
                  <a:ext uri="{FF2B5EF4-FFF2-40B4-BE49-F238E27FC236}">
                    <a16:creationId xmlns:a16="http://schemas.microsoft.com/office/drawing/2014/main" id="{CEAEF38F-92BA-B54F-82FB-C23A106C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0" name="AutoShape 262">
                <a:extLst>
                  <a:ext uri="{FF2B5EF4-FFF2-40B4-BE49-F238E27FC236}">
                    <a16:creationId xmlns:a16="http://schemas.microsoft.com/office/drawing/2014/main" id="{77559B45-47D4-F047-A0E1-3FD4F7705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8" name="Rectangle 263">
              <a:extLst>
                <a:ext uri="{FF2B5EF4-FFF2-40B4-BE49-F238E27FC236}">
                  <a16:creationId xmlns:a16="http://schemas.microsoft.com/office/drawing/2014/main" id="{2BB4AB2F-1E19-ED46-91D0-686A5791A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" name="Freeform 264">
              <a:extLst>
                <a:ext uri="{FF2B5EF4-FFF2-40B4-BE49-F238E27FC236}">
                  <a16:creationId xmlns:a16="http://schemas.microsoft.com/office/drawing/2014/main" id="{EFA4165B-2B89-EA44-AAFD-284DDE325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" name="Freeform 265">
              <a:extLst>
                <a:ext uri="{FF2B5EF4-FFF2-40B4-BE49-F238E27FC236}">
                  <a16:creationId xmlns:a16="http://schemas.microsoft.com/office/drawing/2014/main" id="{BF31806F-E19D-6643-B3AB-FCD244912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1" name="Oval 266">
              <a:extLst>
                <a:ext uri="{FF2B5EF4-FFF2-40B4-BE49-F238E27FC236}">
                  <a16:creationId xmlns:a16="http://schemas.microsoft.com/office/drawing/2014/main" id="{297B65E1-F9B5-1942-BAE5-456457D2A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2" name="Freeform 267">
              <a:extLst>
                <a:ext uri="{FF2B5EF4-FFF2-40B4-BE49-F238E27FC236}">
                  <a16:creationId xmlns:a16="http://schemas.microsoft.com/office/drawing/2014/main" id="{D1451455-90D3-7B4E-9A6C-AC54A2B18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3" name="AutoShape 268">
              <a:extLst>
                <a:ext uri="{FF2B5EF4-FFF2-40B4-BE49-F238E27FC236}">
                  <a16:creationId xmlns:a16="http://schemas.microsoft.com/office/drawing/2014/main" id="{B96820D1-74F4-9A4F-81C3-99D80AA66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4" name="AutoShape 269">
              <a:extLst>
                <a:ext uri="{FF2B5EF4-FFF2-40B4-BE49-F238E27FC236}">
                  <a16:creationId xmlns:a16="http://schemas.microsoft.com/office/drawing/2014/main" id="{24247BD6-F113-7F46-93F5-34E742E7F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5" name="Oval 270">
              <a:extLst>
                <a:ext uri="{FF2B5EF4-FFF2-40B4-BE49-F238E27FC236}">
                  <a16:creationId xmlns:a16="http://schemas.microsoft.com/office/drawing/2014/main" id="{4716773C-A574-8342-86DD-F8046121F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6" name="Oval 271">
              <a:extLst>
                <a:ext uri="{FF2B5EF4-FFF2-40B4-BE49-F238E27FC236}">
                  <a16:creationId xmlns:a16="http://schemas.microsoft.com/office/drawing/2014/main" id="{9F959D50-71EC-0F46-8ED3-4FE4C63D6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17" name="Oval 272">
              <a:extLst>
                <a:ext uri="{FF2B5EF4-FFF2-40B4-BE49-F238E27FC236}">
                  <a16:creationId xmlns:a16="http://schemas.microsoft.com/office/drawing/2014/main" id="{E6997777-676B-9145-9B53-650C59909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8" name="Rectangle 273">
              <a:extLst>
                <a:ext uri="{FF2B5EF4-FFF2-40B4-BE49-F238E27FC236}">
                  <a16:creationId xmlns:a16="http://schemas.microsoft.com/office/drawing/2014/main" id="{80128537-C0E9-B945-A472-82EC596F1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27" name="Group 274">
            <a:extLst>
              <a:ext uri="{FF2B5EF4-FFF2-40B4-BE49-F238E27FC236}">
                <a16:creationId xmlns:a16="http://schemas.microsoft.com/office/drawing/2014/main" id="{637BEA6D-6926-F241-A7B7-63FD120295AA}"/>
              </a:ext>
            </a:extLst>
          </p:cNvPr>
          <p:cNvGrpSpPr>
            <a:grpSpLocks/>
          </p:cNvGrpSpPr>
          <p:nvPr/>
        </p:nvGrpSpPr>
        <p:grpSpPr bwMode="auto">
          <a:xfrm>
            <a:off x="10340880" y="2687908"/>
            <a:ext cx="377825" cy="576263"/>
            <a:chOff x="4140" y="429"/>
            <a:chExt cx="1425" cy="2396"/>
          </a:xfrm>
        </p:grpSpPr>
        <p:sp>
          <p:nvSpPr>
            <p:cNvPr id="428" name="Freeform 275">
              <a:extLst>
                <a:ext uri="{FF2B5EF4-FFF2-40B4-BE49-F238E27FC236}">
                  <a16:creationId xmlns:a16="http://schemas.microsoft.com/office/drawing/2014/main" id="{B73B5122-7AC1-A541-A7CB-7C92E34FE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9" name="Rectangle 276">
              <a:extLst>
                <a:ext uri="{FF2B5EF4-FFF2-40B4-BE49-F238E27FC236}">
                  <a16:creationId xmlns:a16="http://schemas.microsoft.com/office/drawing/2014/main" id="{618AFC31-125F-CC41-8835-357B8CF40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" name="Freeform 277">
              <a:extLst>
                <a:ext uri="{FF2B5EF4-FFF2-40B4-BE49-F238E27FC236}">
                  <a16:creationId xmlns:a16="http://schemas.microsoft.com/office/drawing/2014/main" id="{BA586EC9-AFB5-864C-A8D5-50566D382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" name="Freeform 278">
              <a:extLst>
                <a:ext uri="{FF2B5EF4-FFF2-40B4-BE49-F238E27FC236}">
                  <a16:creationId xmlns:a16="http://schemas.microsoft.com/office/drawing/2014/main" id="{988FA82D-26DD-2446-871B-4FBCD5FE6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2" name="Rectangle 279">
              <a:extLst>
                <a:ext uri="{FF2B5EF4-FFF2-40B4-BE49-F238E27FC236}">
                  <a16:creationId xmlns:a16="http://schemas.microsoft.com/office/drawing/2014/main" id="{E4B9CCE7-0279-6143-BB4D-1198F3326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33" name="Group 280">
              <a:extLst>
                <a:ext uri="{FF2B5EF4-FFF2-40B4-BE49-F238E27FC236}">
                  <a16:creationId xmlns:a16="http://schemas.microsoft.com/office/drawing/2014/main" id="{2924B866-539E-1244-B043-D51911A295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8" name="AutoShape 281">
                <a:extLst>
                  <a:ext uri="{FF2B5EF4-FFF2-40B4-BE49-F238E27FC236}">
                    <a16:creationId xmlns:a16="http://schemas.microsoft.com/office/drawing/2014/main" id="{BDE3646A-4204-5046-942C-15C165338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9" name="AutoShape 282">
                <a:extLst>
                  <a:ext uri="{FF2B5EF4-FFF2-40B4-BE49-F238E27FC236}">
                    <a16:creationId xmlns:a16="http://schemas.microsoft.com/office/drawing/2014/main" id="{6DE9F0CF-D5ED-704E-8142-3345FC3BB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34" name="Rectangle 283">
              <a:extLst>
                <a:ext uri="{FF2B5EF4-FFF2-40B4-BE49-F238E27FC236}">
                  <a16:creationId xmlns:a16="http://schemas.microsoft.com/office/drawing/2014/main" id="{657D3494-75CD-034E-9543-256927444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35" name="Group 284">
              <a:extLst>
                <a:ext uri="{FF2B5EF4-FFF2-40B4-BE49-F238E27FC236}">
                  <a16:creationId xmlns:a16="http://schemas.microsoft.com/office/drawing/2014/main" id="{3B21D6B8-9A13-CB4D-A567-07369736D7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6" name="AutoShape 285">
                <a:extLst>
                  <a:ext uri="{FF2B5EF4-FFF2-40B4-BE49-F238E27FC236}">
                    <a16:creationId xmlns:a16="http://schemas.microsoft.com/office/drawing/2014/main" id="{6F0CB466-469D-3F45-BE66-39F561D60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7" name="AutoShape 286">
                <a:extLst>
                  <a:ext uri="{FF2B5EF4-FFF2-40B4-BE49-F238E27FC236}">
                    <a16:creationId xmlns:a16="http://schemas.microsoft.com/office/drawing/2014/main" id="{29D719D4-E1C6-604A-8870-549D67683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36" name="Rectangle 287">
              <a:extLst>
                <a:ext uri="{FF2B5EF4-FFF2-40B4-BE49-F238E27FC236}">
                  <a16:creationId xmlns:a16="http://schemas.microsoft.com/office/drawing/2014/main" id="{0D71907F-6787-7144-A19B-418733EE1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7" name="Rectangle 288">
              <a:extLst>
                <a:ext uri="{FF2B5EF4-FFF2-40B4-BE49-F238E27FC236}">
                  <a16:creationId xmlns:a16="http://schemas.microsoft.com/office/drawing/2014/main" id="{35AED19C-A1F1-AC46-914C-8F5D6F4BC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38" name="Group 289">
              <a:extLst>
                <a:ext uri="{FF2B5EF4-FFF2-40B4-BE49-F238E27FC236}">
                  <a16:creationId xmlns:a16="http://schemas.microsoft.com/office/drawing/2014/main" id="{45D31D32-5A14-5742-954A-BA17509AC6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4" name="AutoShape 290">
                <a:extLst>
                  <a:ext uri="{FF2B5EF4-FFF2-40B4-BE49-F238E27FC236}">
                    <a16:creationId xmlns:a16="http://schemas.microsoft.com/office/drawing/2014/main" id="{FBB57FC3-B7A2-A541-9EC0-D57A59BBEF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5" name="AutoShape 291">
                <a:extLst>
                  <a:ext uri="{FF2B5EF4-FFF2-40B4-BE49-F238E27FC236}">
                    <a16:creationId xmlns:a16="http://schemas.microsoft.com/office/drawing/2014/main" id="{52BE3087-7497-914D-B468-02CDAA58D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39" name="Freeform 292">
              <a:extLst>
                <a:ext uri="{FF2B5EF4-FFF2-40B4-BE49-F238E27FC236}">
                  <a16:creationId xmlns:a16="http://schemas.microsoft.com/office/drawing/2014/main" id="{5070ED80-559E-4540-964B-D73009E42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40" name="Group 293">
              <a:extLst>
                <a:ext uri="{FF2B5EF4-FFF2-40B4-BE49-F238E27FC236}">
                  <a16:creationId xmlns:a16="http://schemas.microsoft.com/office/drawing/2014/main" id="{30993F73-047D-CD47-96E3-F759940430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52" name="AutoShape 294">
                <a:extLst>
                  <a:ext uri="{FF2B5EF4-FFF2-40B4-BE49-F238E27FC236}">
                    <a16:creationId xmlns:a16="http://schemas.microsoft.com/office/drawing/2014/main" id="{F253CC19-7627-6043-A479-C0AADFD1B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3" name="AutoShape 295">
                <a:extLst>
                  <a:ext uri="{FF2B5EF4-FFF2-40B4-BE49-F238E27FC236}">
                    <a16:creationId xmlns:a16="http://schemas.microsoft.com/office/drawing/2014/main" id="{9818C9E1-67F5-5D42-8D8A-BFA567194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41" name="Rectangle 296">
              <a:extLst>
                <a:ext uri="{FF2B5EF4-FFF2-40B4-BE49-F238E27FC236}">
                  <a16:creationId xmlns:a16="http://schemas.microsoft.com/office/drawing/2014/main" id="{D263AAA2-92D9-9A4A-9D5F-0CEC89CD0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2" name="Freeform 297">
              <a:extLst>
                <a:ext uri="{FF2B5EF4-FFF2-40B4-BE49-F238E27FC236}">
                  <a16:creationId xmlns:a16="http://schemas.microsoft.com/office/drawing/2014/main" id="{51AD4C3A-6939-3B47-91CC-E1A0D3A3E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3" name="Freeform 298">
              <a:extLst>
                <a:ext uri="{FF2B5EF4-FFF2-40B4-BE49-F238E27FC236}">
                  <a16:creationId xmlns:a16="http://schemas.microsoft.com/office/drawing/2014/main" id="{023E9D5F-D41C-8A48-B73A-4E4F43755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4" name="Oval 299">
              <a:extLst>
                <a:ext uri="{FF2B5EF4-FFF2-40B4-BE49-F238E27FC236}">
                  <a16:creationId xmlns:a16="http://schemas.microsoft.com/office/drawing/2014/main" id="{C4126737-BE73-B444-BC40-5B679E6E1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5" name="Freeform 300">
              <a:extLst>
                <a:ext uri="{FF2B5EF4-FFF2-40B4-BE49-F238E27FC236}">
                  <a16:creationId xmlns:a16="http://schemas.microsoft.com/office/drawing/2014/main" id="{567B6CFD-A1A1-094D-8F7C-5A9EF1AB0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6" name="AutoShape 301">
              <a:extLst>
                <a:ext uri="{FF2B5EF4-FFF2-40B4-BE49-F238E27FC236}">
                  <a16:creationId xmlns:a16="http://schemas.microsoft.com/office/drawing/2014/main" id="{3B7B7519-C492-8348-B873-C01A2103E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7" name="AutoShape 302">
              <a:extLst>
                <a:ext uri="{FF2B5EF4-FFF2-40B4-BE49-F238E27FC236}">
                  <a16:creationId xmlns:a16="http://schemas.microsoft.com/office/drawing/2014/main" id="{0AEDB1EF-7012-ED44-8FBC-F1B714A63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8" name="Oval 303">
              <a:extLst>
                <a:ext uri="{FF2B5EF4-FFF2-40B4-BE49-F238E27FC236}">
                  <a16:creationId xmlns:a16="http://schemas.microsoft.com/office/drawing/2014/main" id="{BA640DBB-C29F-A54E-BE9A-180B14269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9" name="Oval 304">
              <a:extLst>
                <a:ext uri="{FF2B5EF4-FFF2-40B4-BE49-F238E27FC236}">
                  <a16:creationId xmlns:a16="http://schemas.microsoft.com/office/drawing/2014/main" id="{2F7F78D4-9C68-A84C-8801-9C057B8C1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50" name="Oval 305">
              <a:extLst>
                <a:ext uri="{FF2B5EF4-FFF2-40B4-BE49-F238E27FC236}">
                  <a16:creationId xmlns:a16="http://schemas.microsoft.com/office/drawing/2014/main" id="{3D213A7E-B9E9-694B-8ED3-47609E49D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" name="Rectangle 306">
              <a:extLst>
                <a:ext uri="{FF2B5EF4-FFF2-40B4-BE49-F238E27FC236}">
                  <a16:creationId xmlns:a16="http://schemas.microsoft.com/office/drawing/2014/main" id="{4F8B5B78-3482-8142-BC2B-1825AA302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93" name="Group 340">
            <a:extLst>
              <a:ext uri="{FF2B5EF4-FFF2-40B4-BE49-F238E27FC236}">
                <a16:creationId xmlns:a16="http://schemas.microsoft.com/office/drawing/2014/main" id="{3B951C82-D444-224D-9348-99C19D9166DC}"/>
              </a:ext>
            </a:extLst>
          </p:cNvPr>
          <p:cNvGrpSpPr>
            <a:grpSpLocks/>
          </p:cNvGrpSpPr>
          <p:nvPr/>
        </p:nvGrpSpPr>
        <p:grpSpPr bwMode="auto">
          <a:xfrm>
            <a:off x="8396192" y="5170758"/>
            <a:ext cx="525463" cy="557213"/>
            <a:chOff x="-44" y="1473"/>
            <a:chExt cx="981" cy="1105"/>
          </a:xfrm>
        </p:grpSpPr>
        <p:pic>
          <p:nvPicPr>
            <p:cNvPr id="494" name="Picture 341" descr="desktop_computer_stylized_medium">
              <a:extLst>
                <a:ext uri="{FF2B5EF4-FFF2-40B4-BE49-F238E27FC236}">
                  <a16:creationId xmlns:a16="http://schemas.microsoft.com/office/drawing/2014/main" id="{A2EB07C0-0A48-8944-B12C-316C163FF0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342">
              <a:extLst>
                <a:ext uri="{FF2B5EF4-FFF2-40B4-BE49-F238E27FC236}">
                  <a16:creationId xmlns:a16="http://schemas.microsoft.com/office/drawing/2014/main" id="{2E93558C-0361-464A-9337-3AA86EC1D4B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96" name="Group 343">
            <a:extLst>
              <a:ext uri="{FF2B5EF4-FFF2-40B4-BE49-F238E27FC236}">
                <a16:creationId xmlns:a16="http://schemas.microsoft.com/office/drawing/2014/main" id="{B96E9301-59D5-4D4B-95C3-D8F5D00E370A}"/>
              </a:ext>
            </a:extLst>
          </p:cNvPr>
          <p:cNvGrpSpPr>
            <a:grpSpLocks/>
          </p:cNvGrpSpPr>
          <p:nvPr/>
        </p:nvGrpSpPr>
        <p:grpSpPr bwMode="auto">
          <a:xfrm>
            <a:off x="8920067" y="5159646"/>
            <a:ext cx="525463" cy="557212"/>
            <a:chOff x="-44" y="1473"/>
            <a:chExt cx="981" cy="1105"/>
          </a:xfrm>
        </p:grpSpPr>
        <p:pic>
          <p:nvPicPr>
            <p:cNvPr id="497" name="Picture 344" descr="desktop_computer_stylized_medium">
              <a:extLst>
                <a:ext uri="{FF2B5EF4-FFF2-40B4-BE49-F238E27FC236}">
                  <a16:creationId xmlns:a16="http://schemas.microsoft.com/office/drawing/2014/main" id="{A8402C6A-6509-0642-B84E-51B8097E13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8" name="Freeform 345">
              <a:extLst>
                <a:ext uri="{FF2B5EF4-FFF2-40B4-BE49-F238E27FC236}">
                  <a16:creationId xmlns:a16="http://schemas.microsoft.com/office/drawing/2014/main" id="{6E7E5B0F-1FE1-6A4B-BCDC-96E210FCE58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521" name="Group 520">
            <a:extLst>
              <a:ext uri="{FF2B5EF4-FFF2-40B4-BE49-F238E27FC236}">
                <a16:creationId xmlns:a16="http://schemas.microsoft.com/office/drawing/2014/main" id="{8E1A0307-E695-FC42-983B-9915B98768EC}"/>
              </a:ext>
            </a:extLst>
          </p:cNvPr>
          <p:cNvGrpSpPr/>
          <p:nvPr/>
        </p:nvGrpSpPr>
        <p:grpSpPr>
          <a:xfrm>
            <a:off x="8988913" y="3095664"/>
            <a:ext cx="889089" cy="466491"/>
            <a:chOff x="7493876" y="2774731"/>
            <a:chExt cx="1481958" cy="894622"/>
          </a:xfrm>
        </p:grpSpPr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DC9856E7-1969-524C-8F21-65D77697BD0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23" name="Oval 522">
              <a:extLst>
                <a:ext uri="{FF2B5EF4-FFF2-40B4-BE49-F238E27FC236}">
                  <a16:creationId xmlns:a16="http://schemas.microsoft.com/office/drawing/2014/main" id="{FFDA8F93-2C48-6A4A-9D27-9AECFC5B94B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24" name="Group 523">
              <a:extLst>
                <a:ext uri="{FF2B5EF4-FFF2-40B4-BE49-F238E27FC236}">
                  <a16:creationId xmlns:a16="http://schemas.microsoft.com/office/drawing/2014/main" id="{C7EC4B67-EB13-E647-A5CD-E91C5D1F40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6145C3A8-D719-B744-9DC6-51E7FB72118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92F9C394-34C8-3D42-ACE0-014520ED0D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3E34F096-DAE4-6D4F-9026-F07CB5FB9F7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8" name="Freeform 527">
                <a:extLst>
                  <a:ext uri="{FF2B5EF4-FFF2-40B4-BE49-F238E27FC236}">
                    <a16:creationId xmlns:a16="http://schemas.microsoft.com/office/drawing/2014/main" id="{3D175E3D-A4A7-3F4E-8C6B-A59321AD72E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sp>
        <p:nvSpPr>
          <p:cNvPr id="530" name="Rectangle 4">
            <a:extLst>
              <a:ext uri="{FF2B5EF4-FFF2-40B4-BE49-F238E27FC236}">
                <a16:creationId xmlns:a16="http://schemas.microsoft.com/office/drawing/2014/main" id="{0F198874-EC24-3849-8C53-D24368598A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724" y="1362307"/>
            <a:ext cx="6123957" cy="2519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Scenario: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access link rate: 1.54 Mbps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RTT from institutional router to server: 2 sec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web object size: 100K bits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average request rate from browsers to origin servers: 15/sec</a:t>
            </a:r>
          </a:p>
          <a:p>
            <a:pPr marL="800100" marR="0" lvl="1" indent="-342900" algn="l" defTabSz="914400" rtl="0" eaLnBrk="0" fontAlgn="base" latinLnBrk="0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avg data rate to browsers: 1.50 Mbps</a:t>
            </a:r>
          </a:p>
        </p:txBody>
      </p: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B2C32989-94BE-1349-908C-1DF72CEEA243}"/>
              </a:ext>
            </a:extLst>
          </p:cNvPr>
          <p:cNvGrpSpPr/>
          <p:nvPr/>
        </p:nvGrpSpPr>
        <p:grpSpPr>
          <a:xfrm>
            <a:off x="8967576" y="4437217"/>
            <a:ext cx="889089" cy="466491"/>
            <a:chOff x="7493876" y="2774731"/>
            <a:chExt cx="1481958" cy="894622"/>
          </a:xfrm>
        </p:grpSpPr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C2991A41-3005-6140-8488-3B5A28439B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12" name="Oval 511">
              <a:extLst>
                <a:ext uri="{FF2B5EF4-FFF2-40B4-BE49-F238E27FC236}">
                  <a16:creationId xmlns:a16="http://schemas.microsoft.com/office/drawing/2014/main" id="{49B8AB88-8810-704D-9300-A83DE18C86C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13" name="Group 512">
              <a:extLst>
                <a:ext uri="{FF2B5EF4-FFF2-40B4-BE49-F238E27FC236}">
                  <a16:creationId xmlns:a16="http://schemas.microsoft.com/office/drawing/2014/main" id="{9DCFAF85-9D5F-BD4E-92DB-E7931A4466B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14" name="Freeform 513">
                <a:extLst>
                  <a:ext uri="{FF2B5EF4-FFF2-40B4-BE49-F238E27FC236}">
                    <a16:creationId xmlns:a16="http://schemas.microsoft.com/office/drawing/2014/main" id="{EB001B67-F654-CF4C-934D-354F339EBA6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5" name="Freeform 514">
                <a:extLst>
                  <a:ext uri="{FF2B5EF4-FFF2-40B4-BE49-F238E27FC236}">
                    <a16:creationId xmlns:a16="http://schemas.microsoft.com/office/drawing/2014/main" id="{C0D4D273-34F9-9640-8CF6-6EF497AEF3E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6" name="Freeform 515">
                <a:extLst>
                  <a:ext uri="{FF2B5EF4-FFF2-40B4-BE49-F238E27FC236}">
                    <a16:creationId xmlns:a16="http://schemas.microsoft.com/office/drawing/2014/main" id="{14D9297A-8D94-304C-9142-46F6B69902F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7" name="Freeform 516">
                <a:extLst>
                  <a:ext uri="{FF2B5EF4-FFF2-40B4-BE49-F238E27FC236}">
                    <a16:creationId xmlns:a16="http://schemas.microsoft.com/office/drawing/2014/main" id="{18D26BD9-84B6-C74F-8936-105C5777BB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C1B9D561-2CE1-E94C-A5B6-6D386991296C}"/>
              </a:ext>
            </a:extLst>
          </p:cNvPr>
          <p:cNvGrpSpPr/>
          <p:nvPr/>
        </p:nvGrpSpPr>
        <p:grpSpPr>
          <a:xfrm>
            <a:off x="9339961" y="4807753"/>
            <a:ext cx="811212" cy="1033463"/>
            <a:chOff x="9001301" y="5550914"/>
            <a:chExt cx="811212" cy="1033463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A298426B-04DE-A940-931E-BDC464270408}"/>
                </a:ext>
              </a:extLst>
            </p:cNvPr>
            <p:cNvSpPr/>
            <p:nvPr/>
          </p:nvSpPr>
          <p:spPr>
            <a:xfrm>
              <a:off x="9001301" y="5550914"/>
              <a:ext cx="811212" cy="1033463"/>
            </a:xfrm>
            <a:prstGeom prst="ellipse">
              <a:avLst/>
            </a:prstGeom>
            <a:solidFill>
              <a:srgbClr val="C000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738995C0-BBC9-804D-85E8-324290F772D6}"/>
                </a:ext>
              </a:extLst>
            </p:cNvPr>
            <p:cNvGrpSpPr/>
            <p:nvPr/>
          </p:nvGrpSpPr>
          <p:grpSpPr>
            <a:xfrm>
              <a:off x="9256094" y="5631762"/>
              <a:ext cx="377825" cy="800176"/>
              <a:chOff x="10907888" y="5189290"/>
              <a:chExt cx="377825" cy="800176"/>
            </a:xfrm>
          </p:grpSpPr>
          <p:sp>
            <p:nvSpPr>
              <p:cNvPr id="266" name="Line 80">
                <a:extLst>
                  <a:ext uri="{FF2B5EF4-FFF2-40B4-BE49-F238E27FC236}">
                    <a16:creationId xmlns:a16="http://schemas.microsoft.com/office/drawing/2014/main" id="{DC2C9F57-B9EB-1941-A689-B13B8950BD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66625" y="5189290"/>
                <a:ext cx="76200" cy="32226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460" name="Group 307">
                <a:extLst>
                  <a:ext uri="{FF2B5EF4-FFF2-40B4-BE49-F238E27FC236}">
                    <a16:creationId xmlns:a16="http://schemas.microsoft.com/office/drawing/2014/main" id="{EBBCE30B-4C00-0843-BA56-FF3F98DF9C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907888" y="5413204"/>
                <a:ext cx="377825" cy="576262"/>
                <a:chOff x="4140" y="429"/>
                <a:chExt cx="1425" cy="2396"/>
              </a:xfrm>
            </p:grpSpPr>
            <p:sp>
              <p:nvSpPr>
                <p:cNvPr id="461" name="Freeform 308">
                  <a:extLst>
                    <a:ext uri="{FF2B5EF4-FFF2-40B4-BE49-F238E27FC236}">
                      <a16:creationId xmlns:a16="http://schemas.microsoft.com/office/drawing/2014/main" id="{83748550-5535-714B-A011-5732D5AB9F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62" name="Rectangle 309">
                  <a:extLst>
                    <a:ext uri="{FF2B5EF4-FFF2-40B4-BE49-F238E27FC236}">
                      <a16:creationId xmlns:a16="http://schemas.microsoft.com/office/drawing/2014/main" id="{9EDD97E5-06A3-F844-AC12-86FF0C9889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6" y="429"/>
                  <a:ext cx="1048" cy="2284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63" name="Freeform 310">
                  <a:extLst>
                    <a:ext uri="{FF2B5EF4-FFF2-40B4-BE49-F238E27FC236}">
                      <a16:creationId xmlns:a16="http://schemas.microsoft.com/office/drawing/2014/main" id="{70945480-4E5A-4D4D-9CB5-2EE3B8B723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64" name="Freeform 311">
                  <a:extLst>
                    <a:ext uri="{FF2B5EF4-FFF2-40B4-BE49-F238E27FC236}">
                      <a16:creationId xmlns:a16="http://schemas.microsoft.com/office/drawing/2014/main" id="{2D50B6AC-633A-E648-9313-0B33331842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65" name="Rectangle 312">
                  <a:extLst>
                    <a:ext uri="{FF2B5EF4-FFF2-40B4-BE49-F238E27FC236}">
                      <a16:creationId xmlns:a16="http://schemas.microsoft.com/office/drawing/2014/main" id="{47F72229-4C07-FF49-B907-A9D7C03797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2" y="693"/>
                  <a:ext cx="599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466" name="Group 313">
                  <a:extLst>
                    <a:ext uri="{FF2B5EF4-FFF2-40B4-BE49-F238E27FC236}">
                      <a16:creationId xmlns:a16="http://schemas.microsoft.com/office/drawing/2014/main" id="{A42FF10A-615B-304D-8C35-154C0E4C578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491" name="AutoShape 314">
                    <a:extLst>
                      <a:ext uri="{FF2B5EF4-FFF2-40B4-BE49-F238E27FC236}">
                        <a16:creationId xmlns:a16="http://schemas.microsoft.com/office/drawing/2014/main" id="{34A57301-3C4F-8449-804B-13CE58B484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7"/>
                    <a:ext cx="725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92" name="AutoShape 315">
                    <a:extLst>
                      <a:ext uri="{FF2B5EF4-FFF2-40B4-BE49-F238E27FC236}">
                        <a16:creationId xmlns:a16="http://schemas.microsoft.com/office/drawing/2014/main" id="{9A1FA8F9-C3C6-0F4F-92B5-0F88F3CADE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1" y="2586"/>
                    <a:ext cx="695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467" name="Rectangle 316">
                  <a:extLst>
                    <a:ext uri="{FF2B5EF4-FFF2-40B4-BE49-F238E27FC236}">
                      <a16:creationId xmlns:a16="http://schemas.microsoft.com/office/drawing/2014/main" id="{9C19D553-23E1-C642-BE27-380720AFE3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4" y="1016"/>
                  <a:ext cx="599" cy="5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468" name="Group 317">
                  <a:extLst>
                    <a:ext uri="{FF2B5EF4-FFF2-40B4-BE49-F238E27FC236}">
                      <a16:creationId xmlns:a16="http://schemas.microsoft.com/office/drawing/2014/main" id="{BA84A45F-1D87-2D4A-ADC6-FBD0F07175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489" name="AutoShape 318">
                    <a:extLst>
                      <a:ext uri="{FF2B5EF4-FFF2-40B4-BE49-F238E27FC236}">
                        <a16:creationId xmlns:a16="http://schemas.microsoft.com/office/drawing/2014/main" id="{9967BFD2-AF98-6C48-9664-709DAD7F64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71"/>
                    <a:ext cx="725" cy="137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90" name="AutoShape 319">
                    <a:extLst>
                      <a:ext uri="{FF2B5EF4-FFF2-40B4-BE49-F238E27FC236}">
                        <a16:creationId xmlns:a16="http://schemas.microsoft.com/office/drawing/2014/main" id="{98F66D34-8A75-524A-85C0-CD7FBB2309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4"/>
                    <a:ext cx="695" cy="11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469" name="Rectangle 320">
                  <a:extLst>
                    <a:ext uri="{FF2B5EF4-FFF2-40B4-BE49-F238E27FC236}">
                      <a16:creationId xmlns:a16="http://schemas.microsoft.com/office/drawing/2014/main" id="{C6107AE3-3C09-A34C-964D-28157ABBDF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8" y="1360"/>
                  <a:ext cx="593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0" name="Rectangle 321">
                  <a:extLst>
                    <a:ext uri="{FF2B5EF4-FFF2-40B4-BE49-F238E27FC236}">
                      <a16:creationId xmlns:a16="http://schemas.microsoft.com/office/drawing/2014/main" id="{737FBD85-26B2-914A-8B0D-606EB3EDB4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7"/>
                  <a:ext cx="593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471" name="Group 322">
                  <a:extLst>
                    <a:ext uri="{FF2B5EF4-FFF2-40B4-BE49-F238E27FC236}">
                      <a16:creationId xmlns:a16="http://schemas.microsoft.com/office/drawing/2014/main" id="{E5A59E91-C5CD-894D-8213-3909A8CC3A4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487" name="AutoShape 323">
                    <a:extLst>
                      <a:ext uri="{FF2B5EF4-FFF2-40B4-BE49-F238E27FC236}">
                        <a16:creationId xmlns:a16="http://schemas.microsoft.com/office/drawing/2014/main" id="{8962A917-2AE1-7242-B9FB-8E9263A510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71"/>
                    <a:ext cx="731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88" name="AutoShape 324">
                    <a:extLst>
                      <a:ext uri="{FF2B5EF4-FFF2-40B4-BE49-F238E27FC236}">
                        <a16:creationId xmlns:a16="http://schemas.microsoft.com/office/drawing/2014/main" id="{97C18552-37AD-CE49-8BBD-05E8608B61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9"/>
                    <a:ext cx="701" cy="9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472" name="Freeform 325">
                  <a:extLst>
                    <a:ext uri="{FF2B5EF4-FFF2-40B4-BE49-F238E27FC236}">
                      <a16:creationId xmlns:a16="http://schemas.microsoft.com/office/drawing/2014/main" id="{426DAACD-E1F3-7E44-9DC7-B1A44414FA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473" name="Group 326">
                  <a:extLst>
                    <a:ext uri="{FF2B5EF4-FFF2-40B4-BE49-F238E27FC236}">
                      <a16:creationId xmlns:a16="http://schemas.microsoft.com/office/drawing/2014/main" id="{73D89D04-968E-6442-873B-B8D1778FD27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485" name="AutoShape 327">
                    <a:extLst>
                      <a:ext uri="{FF2B5EF4-FFF2-40B4-BE49-F238E27FC236}">
                        <a16:creationId xmlns:a16="http://schemas.microsoft.com/office/drawing/2014/main" id="{6065DB5E-95E8-8643-B0FE-6CB09E8FDB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4" y="2568"/>
                    <a:ext cx="723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86" name="AutoShape 328">
                    <a:extLst>
                      <a:ext uri="{FF2B5EF4-FFF2-40B4-BE49-F238E27FC236}">
                        <a16:creationId xmlns:a16="http://schemas.microsoft.com/office/drawing/2014/main" id="{F973A90F-0F3C-F744-97ED-8AAC23F79D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1"/>
                    <a:ext cx="694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474" name="Rectangle 329">
                  <a:extLst>
                    <a:ext uri="{FF2B5EF4-FFF2-40B4-BE49-F238E27FC236}">
                      <a16:creationId xmlns:a16="http://schemas.microsoft.com/office/drawing/2014/main" id="{F4ADD3E7-CF4E-ED4B-B276-1E6A7B9D41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8" y="429"/>
                  <a:ext cx="72" cy="229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5" name="Freeform 330">
                  <a:extLst>
                    <a:ext uri="{FF2B5EF4-FFF2-40B4-BE49-F238E27FC236}">
                      <a16:creationId xmlns:a16="http://schemas.microsoft.com/office/drawing/2014/main" id="{1CEE161A-40E6-604E-B7AD-3830C72F6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6" name="Freeform 331">
                  <a:extLst>
                    <a:ext uri="{FF2B5EF4-FFF2-40B4-BE49-F238E27FC236}">
                      <a16:creationId xmlns:a16="http://schemas.microsoft.com/office/drawing/2014/main" id="{40DF445E-B42A-CF43-806C-B86CD00176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7" name="Oval 332">
                  <a:extLst>
                    <a:ext uri="{FF2B5EF4-FFF2-40B4-BE49-F238E27FC236}">
                      <a16:creationId xmlns:a16="http://schemas.microsoft.com/office/drawing/2014/main" id="{4AA850BD-AD7E-884D-BB50-C36880F437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7" y="2614"/>
                  <a:ext cx="48" cy="92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8" name="Freeform 333">
                  <a:extLst>
                    <a:ext uri="{FF2B5EF4-FFF2-40B4-BE49-F238E27FC236}">
                      <a16:creationId xmlns:a16="http://schemas.microsoft.com/office/drawing/2014/main" id="{04990E0C-FF14-0448-9208-F0CB93DA52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9" name="AutoShape 334">
                  <a:extLst>
                    <a:ext uri="{FF2B5EF4-FFF2-40B4-BE49-F238E27FC236}">
                      <a16:creationId xmlns:a16="http://schemas.microsoft.com/office/drawing/2014/main" id="{29F22CD1-333F-2444-8E27-DB06458666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80"/>
                  <a:ext cx="1197" cy="145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80" name="AutoShape 335">
                  <a:extLst>
                    <a:ext uri="{FF2B5EF4-FFF2-40B4-BE49-F238E27FC236}">
                      <a16:creationId xmlns:a16="http://schemas.microsoft.com/office/drawing/2014/main" id="{9522690A-CB4D-3F4F-855E-313DECF4F1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6" y="2713"/>
                  <a:ext cx="1072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81" name="Oval 336">
                  <a:extLst>
                    <a:ext uri="{FF2B5EF4-FFF2-40B4-BE49-F238E27FC236}">
                      <a16:creationId xmlns:a16="http://schemas.microsoft.com/office/drawing/2014/main" id="{749723D7-4892-4246-90CC-F3A241CAD0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8" y="2383"/>
                  <a:ext cx="156" cy="14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82" name="Oval 337">
                  <a:extLst>
                    <a:ext uri="{FF2B5EF4-FFF2-40B4-BE49-F238E27FC236}">
                      <a16:creationId xmlns:a16="http://schemas.microsoft.com/office/drawing/2014/main" id="{B774EC24-F0E4-0846-B90E-1164E93324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7" y="2383"/>
                  <a:ext cx="162" cy="14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83" name="Oval 338">
                  <a:extLst>
                    <a:ext uri="{FF2B5EF4-FFF2-40B4-BE49-F238E27FC236}">
                      <a16:creationId xmlns:a16="http://schemas.microsoft.com/office/drawing/2014/main" id="{2751493B-E933-8A4F-BE77-A10013F6A4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1" y="2383"/>
                  <a:ext cx="162" cy="139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84" name="Rectangle 339">
                  <a:extLst>
                    <a:ext uri="{FF2B5EF4-FFF2-40B4-BE49-F238E27FC236}">
                      <a16:creationId xmlns:a16="http://schemas.microsoft.com/office/drawing/2014/main" id="{635CA67E-C290-3742-9D2C-39D9B69DB5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2" y="1835"/>
                  <a:ext cx="84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</p:grpSp>
      <p:sp>
        <p:nvSpPr>
          <p:cNvPr id="281" name="Text Box 76">
            <a:extLst>
              <a:ext uri="{FF2B5EF4-FFF2-40B4-BE49-F238E27FC236}">
                <a16:creationId xmlns:a16="http://schemas.microsoft.com/office/drawing/2014/main" id="{3175A1F8-F48E-9749-AA0C-8A115012D2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83372" y="5180762"/>
            <a:ext cx="281846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ctr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How to compute link </a:t>
            </a:r>
          </a:p>
          <a:p>
            <a:pPr marL="342900" marR="0" lvl="0" indent="-342900" algn="ctr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utilization, delay?</a:t>
            </a:r>
          </a:p>
        </p:txBody>
      </p:sp>
      <p:sp>
        <p:nvSpPr>
          <p:cNvPr id="282" name="Text Box 83">
            <a:extLst>
              <a:ext uri="{FF2B5EF4-FFF2-40B4-BE49-F238E27FC236}">
                <a16:creationId xmlns:a16="http://schemas.microsoft.com/office/drawing/2014/main" id="{445BA7C8-9DBB-B245-98C3-EA83E67E03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791" y="4053039"/>
            <a:ext cx="33066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Cost: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web cache (cheap!)</a:t>
            </a:r>
          </a:p>
        </p:txBody>
      </p:sp>
      <p:sp>
        <p:nvSpPr>
          <p:cNvPr id="251" name="Text Box 98">
            <a:extLst>
              <a:ext uri="{FF2B5EF4-FFF2-40B4-BE49-F238E27FC236}">
                <a16:creationId xmlns:a16="http://schemas.microsoft.com/office/drawing/2014/main" id="{40BB819D-0723-5748-B260-0AF0BBAC27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3782" y="5793184"/>
            <a:ext cx="1641796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local web cache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2" name="Slide Number Placeholder 2">
            <a:extLst>
              <a:ext uri="{FF2B5EF4-FFF2-40B4-BE49-F238E27FC236}">
                <a16:creationId xmlns:a16="http://schemas.microsoft.com/office/drawing/2014/main" id="{CD12BA19-40D2-F44B-8E23-E4E6B15A6DE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7182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28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9" grpId="0"/>
      <p:bldP spid="282" grpId="0"/>
      <p:bldP spid="251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dirty="0">
                <a:ea typeface="ＭＳ Ｐゴシック" panose="020B0600070205080204" pitchFamily="34" charset="-128"/>
              </a:rPr>
              <a:t>Calculating access link utilization, end-end delay with cache:</a:t>
            </a:r>
          </a:p>
        </p:txBody>
      </p:sp>
      <p:sp>
        <p:nvSpPr>
          <p:cNvPr id="254" name="Line 2">
            <a:extLst>
              <a:ext uri="{FF2B5EF4-FFF2-40B4-BE49-F238E27FC236}">
                <a16:creationId xmlns:a16="http://schemas.microsoft.com/office/drawing/2014/main" id="{774FD470-E109-844C-8A9E-6F5E6FD1EF6D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3455" y="2487883"/>
            <a:ext cx="285750" cy="11430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5" name="Text Box 50">
            <a:extLst>
              <a:ext uri="{FF2B5EF4-FFF2-40B4-BE49-F238E27FC236}">
                <a16:creationId xmlns:a16="http://schemas.microsoft.com/office/drawing/2014/main" id="{A32DDB4D-8BE1-2B43-89DB-1EA570D47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12330" y="1902096"/>
            <a:ext cx="933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origin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servers</a:t>
            </a:r>
          </a:p>
        </p:txBody>
      </p:sp>
      <p:sp>
        <p:nvSpPr>
          <p:cNvPr id="256" name="Line 51">
            <a:extLst>
              <a:ext uri="{FF2B5EF4-FFF2-40B4-BE49-F238E27FC236}">
                <a16:creationId xmlns:a16="http://schemas.microsoft.com/office/drawing/2014/main" id="{D0BFCD11-A1DC-B64D-A23A-23C7A76C3DB1}"/>
              </a:ext>
            </a:extLst>
          </p:cNvPr>
          <p:cNvSpPr>
            <a:spLocks noChangeShapeType="1"/>
          </p:cNvSpPr>
          <p:nvPr/>
        </p:nvSpPr>
        <p:spPr bwMode="auto">
          <a:xfrm>
            <a:off x="8893080" y="2106883"/>
            <a:ext cx="66675" cy="2762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7" name="Line 52">
            <a:extLst>
              <a:ext uri="{FF2B5EF4-FFF2-40B4-BE49-F238E27FC236}">
                <a16:creationId xmlns:a16="http://schemas.microsoft.com/office/drawing/2014/main" id="{E39DF75E-B023-5548-A7F0-9C4A8ADBD41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521730" y="2144983"/>
            <a:ext cx="9525" cy="2381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8" name="Line 53">
            <a:extLst>
              <a:ext uri="{FF2B5EF4-FFF2-40B4-BE49-F238E27FC236}">
                <a16:creationId xmlns:a16="http://schemas.microsoft.com/office/drawing/2014/main" id="{E3BFB499-7F23-164F-A225-CAAA7B80074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978930" y="2306908"/>
            <a:ext cx="133350" cy="20955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9" name="Line 54">
            <a:extLst>
              <a:ext uri="{FF2B5EF4-FFF2-40B4-BE49-F238E27FC236}">
                <a16:creationId xmlns:a16="http://schemas.microsoft.com/office/drawing/2014/main" id="{24D51B99-FE66-D84E-AF2C-706F58BCCC3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0140855" y="3068908"/>
            <a:ext cx="247650" cy="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0" name="Freeform 55">
            <a:extLst>
              <a:ext uri="{FF2B5EF4-FFF2-40B4-BE49-F238E27FC236}">
                <a16:creationId xmlns:a16="http://schemas.microsoft.com/office/drawing/2014/main" id="{0AF0F7C2-E293-2A4E-B4A0-9966DF5B5243}"/>
              </a:ext>
            </a:extLst>
          </p:cNvPr>
          <p:cNvSpPr>
            <a:spLocks/>
          </p:cNvSpPr>
          <p:nvPr/>
        </p:nvSpPr>
        <p:spPr bwMode="auto">
          <a:xfrm>
            <a:off x="8158067" y="2111064"/>
            <a:ext cx="2174875" cy="1581150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1" name="Text Box 70">
            <a:extLst>
              <a:ext uri="{FF2B5EF4-FFF2-40B4-BE49-F238E27FC236}">
                <a16:creationId xmlns:a16="http://schemas.microsoft.com/office/drawing/2014/main" id="{6E272ACE-5938-0646-A38F-6031C9F458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74030" y="2432321"/>
            <a:ext cx="9318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public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Internet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2" name="Freeform 71">
            <a:extLst>
              <a:ext uri="{FF2B5EF4-FFF2-40B4-BE49-F238E27FC236}">
                <a16:creationId xmlns:a16="http://schemas.microsoft.com/office/drawing/2014/main" id="{A7C4DEB4-E3E6-8547-B127-1273B3D3EA69}"/>
              </a:ext>
            </a:extLst>
          </p:cNvPr>
          <p:cNvSpPr>
            <a:spLocks/>
          </p:cNvSpPr>
          <p:nvPr/>
        </p:nvSpPr>
        <p:spPr bwMode="auto">
          <a:xfrm>
            <a:off x="7748492" y="4470671"/>
            <a:ext cx="2965450" cy="1390650"/>
          </a:xfrm>
          <a:custGeom>
            <a:avLst/>
            <a:gdLst>
              <a:gd name="T0" fmla="*/ 2147483647 w 1868"/>
              <a:gd name="T1" fmla="*/ 2147483647 h 876"/>
              <a:gd name="T2" fmla="*/ 2147483647 w 1868"/>
              <a:gd name="T3" fmla="*/ 2147483647 h 876"/>
              <a:gd name="T4" fmla="*/ 2147483647 w 1868"/>
              <a:gd name="T5" fmla="*/ 2147483647 h 876"/>
              <a:gd name="T6" fmla="*/ 2147483647 w 1868"/>
              <a:gd name="T7" fmla="*/ 2147483647 h 876"/>
              <a:gd name="T8" fmla="*/ 2147483647 w 1868"/>
              <a:gd name="T9" fmla="*/ 2147483647 h 876"/>
              <a:gd name="T10" fmla="*/ 2147483647 w 1868"/>
              <a:gd name="T11" fmla="*/ 2147483647 h 876"/>
              <a:gd name="T12" fmla="*/ 2147483647 w 1868"/>
              <a:gd name="T13" fmla="*/ 2147483647 h 876"/>
              <a:gd name="T14" fmla="*/ 2147483647 w 1868"/>
              <a:gd name="T15" fmla="*/ 2147483647 h 876"/>
              <a:gd name="T16" fmla="*/ 2147483647 w 1868"/>
              <a:gd name="T17" fmla="*/ 2147483647 h 876"/>
              <a:gd name="T18" fmla="*/ 2147483647 w 1868"/>
              <a:gd name="T19" fmla="*/ 2147483647 h 876"/>
              <a:gd name="T20" fmla="*/ 2147483647 w 1868"/>
              <a:gd name="T21" fmla="*/ 2147483647 h 8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68"/>
              <a:gd name="T34" fmla="*/ 0 h 876"/>
              <a:gd name="T35" fmla="*/ 1868 w 1868"/>
              <a:gd name="T36" fmla="*/ 876 h 87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68" h="876">
                <a:moveTo>
                  <a:pt x="31" y="327"/>
                </a:moveTo>
                <a:cubicBezTo>
                  <a:pt x="20" y="237"/>
                  <a:pt x="0" y="189"/>
                  <a:pt x="103" y="137"/>
                </a:cubicBezTo>
                <a:cubicBezTo>
                  <a:pt x="206" y="85"/>
                  <a:pt x="476" y="34"/>
                  <a:pt x="649" y="17"/>
                </a:cubicBezTo>
                <a:cubicBezTo>
                  <a:pt x="822" y="0"/>
                  <a:pt x="955" y="18"/>
                  <a:pt x="1141" y="35"/>
                </a:cubicBezTo>
                <a:cubicBezTo>
                  <a:pt x="1327" y="52"/>
                  <a:pt x="1658" y="3"/>
                  <a:pt x="1763" y="121"/>
                </a:cubicBezTo>
                <a:cubicBezTo>
                  <a:pt x="1868" y="239"/>
                  <a:pt x="1840" y="621"/>
                  <a:pt x="1774" y="741"/>
                </a:cubicBezTo>
                <a:cubicBezTo>
                  <a:pt x="1708" y="861"/>
                  <a:pt x="1534" y="827"/>
                  <a:pt x="1369" y="845"/>
                </a:cubicBezTo>
                <a:cubicBezTo>
                  <a:pt x="1204" y="863"/>
                  <a:pt x="935" y="851"/>
                  <a:pt x="781" y="851"/>
                </a:cubicBezTo>
                <a:cubicBezTo>
                  <a:pt x="627" y="851"/>
                  <a:pt x="549" y="876"/>
                  <a:pt x="447" y="847"/>
                </a:cubicBezTo>
                <a:cubicBezTo>
                  <a:pt x="345" y="818"/>
                  <a:pt x="237" y="762"/>
                  <a:pt x="168" y="676"/>
                </a:cubicBezTo>
                <a:cubicBezTo>
                  <a:pt x="98" y="589"/>
                  <a:pt x="29" y="468"/>
                  <a:pt x="31" y="327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3" name="Line 77">
            <a:extLst>
              <a:ext uri="{FF2B5EF4-FFF2-40B4-BE49-F238E27FC236}">
                <a16:creationId xmlns:a16="http://schemas.microsoft.com/office/drawing/2014/main" id="{0E1C7AA0-FA95-B844-83B1-903DF41A68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97755" y="4780233"/>
            <a:ext cx="855662" cy="4318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4" name="Line 78">
            <a:extLst>
              <a:ext uri="{FF2B5EF4-FFF2-40B4-BE49-F238E27FC236}">
                <a16:creationId xmlns:a16="http://schemas.microsoft.com/office/drawing/2014/main" id="{0173F26E-AC6F-FD4F-995F-CADED52CD4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707342" y="4827858"/>
            <a:ext cx="563563" cy="3937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5" name="Line 79">
            <a:extLst>
              <a:ext uri="{FF2B5EF4-FFF2-40B4-BE49-F238E27FC236}">
                <a16:creationId xmlns:a16="http://schemas.microsoft.com/office/drawing/2014/main" id="{3CEA4312-2D22-9340-9D8D-17C8CC88AE0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245505" y="4834208"/>
            <a:ext cx="149225" cy="38258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7" name="Line 95">
            <a:extLst>
              <a:ext uri="{FF2B5EF4-FFF2-40B4-BE49-F238E27FC236}">
                <a16:creationId xmlns:a16="http://schemas.microsoft.com/office/drawing/2014/main" id="{7E28B523-ED73-8C40-ACD2-43F86A8C48E6}"/>
              </a:ext>
            </a:extLst>
          </p:cNvPr>
          <p:cNvSpPr>
            <a:spLocks noChangeShapeType="1"/>
          </p:cNvSpPr>
          <p:nvPr/>
        </p:nvSpPr>
        <p:spPr bwMode="auto">
          <a:xfrm>
            <a:off x="9407430" y="3545158"/>
            <a:ext cx="0" cy="106203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8" name="Text Box 97">
            <a:extLst>
              <a:ext uri="{FF2B5EF4-FFF2-40B4-BE49-F238E27FC236}">
                <a16:creationId xmlns:a16="http://schemas.microsoft.com/office/drawing/2014/main" id="{C679E988-7156-B949-B8A6-F53CA81FBD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5480" y="4357958"/>
            <a:ext cx="11985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institutional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9" name="Text Box 98">
            <a:extLst>
              <a:ext uri="{FF2B5EF4-FFF2-40B4-BE49-F238E27FC236}">
                <a16:creationId xmlns:a16="http://schemas.microsoft.com/office/drawing/2014/main" id="{67295E16-B892-F14C-929B-3E20FB1090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83667" y="4738958"/>
            <a:ext cx="12906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Gbps LAN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70" name="Text Box 99">
            <a:extLst>
              <a:ext uri="{FF2B5EF4-FFF2-40B4-BE49-F238E27FC236}">
                <a16:creationId xmlns:a16="http://schemas.microsoft.com/office/drawing/2014/main" id="{6A31B9E8-42B5-DA4F-BEEB-38A1A2168C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9017" y="3734071"/>
            <a:ext cx="11906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1.54 Mbps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access link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92" name="Group 139">
            <a:extLst>
              <a:ext uri="{FF2B5EF4-FFF2-40B4-BE49-F238E27FC236}">
                <a16:creationId xmlns:a16="http://schemas.microsoft.com/office/drawing/2014/main" id="{F9E9E22C-69D8-A847-9177-B4D5A14ECA28}"/>
              </a:ext>
            </a:extLst>
          </p:cNvPr>
          <p:cNvGrpSpPr>
            <a:grpSpLocks/>
          </p:cNvGrpSpPr>
          <p:nvPr/>
        </p:nvGrpSpPr>
        <p:grpSpPr bwMode="auto">
          <a:xfrm>
            <a:off x="7735792" y="2035446"/>
            <a:ext cx="377825" cy="576262"/>
            <a:chOff x="4140" y="429"/>
            <a:chExt cx="1425" cy="2396"/>
          </a:xfrm>
        </p:grpSpPr>
        <p:sp>
          <p:nvSpPr>
            <p:cNvPr id="293" name="Freeform 140">
              <a:extLst>
                <a:ext uri="{FF2B5EF4-FFF2-40B4-BE49-F238E27FC236}">
                  <a16:creationId xmlns:a16="http://schemas.microsoft.com/office/drawing/2014/main" id="{86EDF6AA-4B2E-6342-9BFA-CFF30B1C2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4" name="Rectangle 141">
              <a:extLst>
                <a:ext uri="{FF2B5EF4-FFF2-40B4-BE49-F238E27FC236}">
                  <a16:creationId xmlns:a16="http://schemas.microsoft.com/office/drawing/2014/main" id="{6B9D834D-0DEE-9248-AD7A-C2D336AEB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5" name="Freeform 142">
              <a:extLst>
                <a:ext uri="{FF2B5EF4-FFF2-40B4-BE49-F238E27FC236}">
                  <a16:creationId xmlns:a16="http://schemas.microsoft.com/office/drawing/2014/main" id="{29245DF3-F7D6-B840-B253-23D4A8D2C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6" name="Freeform 143">
              <a:extLst>
                <a:ext uri="{FF2B5EF4-FFF2-40B4-BE49-F238E27FC236}">
                  <a16:creationId xmlns:a16="http://schemas.microsoft.com/office/drawing/2014/main" id="{B747AC17-9BF4-BB41-A5DA-D229A9BA1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7" name="Rectangle 144">
              <a:extLst>
                <a:ext uri="{FF2B5EF4-FFF2-40B4-BE49-F238E27FC236}">
                  <a16:creationId xmlns:a16="http://schemas.microsoft.com/office/drawing/2014/main" id="{1B65D50E-A82B-7347-A7F6-556D3939D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8" name="Group 145">
              <a:extLst>
                <a:ext uri="{FF2B5EF4-FFF2-40B4-BE49-F238E27FC236}">
                  <a16:creationId xmlns:a16="http://schemas.microsoft.com/office/drawing/2014/main" id="{E47B5BD8-DFF7-9441-92CB-80BB05AB6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23" name="AutoShape 146">
                <a:extLst>
                  <a:ext uri="{FF2B5EF4-FFF2-40B4-BE49-F238E27FC236}">
                    <a16:creationId xmlns:a16="http://schemas.microsoft.com/office/drawing/2014/main" id="{B75BF63D-E7E0-6640-A10B-E09175442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4" name="AutoShape 147">
                <a:extLst>
                  <a:ext uri="{FF2B5EF4-FFF2-40B4-BE49-F238E27FC236}">
                    <a16:creationId xmlns:a16="http://schemas.microsoft.com/office/drawing/2014/main" id="{074358F6-E1DA-D042-B053-9C4C54023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9" name="Rectangle 148">
              <a:extLst>
                <a:ext uri="{FF2B5EF4-FFF2-40B4-BE49-F238E27FC236}">
                  <a16:creationId xmlns:a16="http://schemas.microsoft.com/office/drawing/2014/main" id="{DECDE972-9E25-674C-ACC1-43F55CD92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0" name="Group 149">
              <a:extLst>
                <a:ext uri="{FF2B5EF4-FFF2-40B4-BE49-F238E27FC236}">
                  <a16:creationId xmlns:a16="http://schemas.microsoft.com/office/drawing/2014/main" id="{82296A06-752A-254D-8846-4D0F3F43F2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1" name="AutoShape 150">
                <a:extLst>
                  <a:ext uri="{FF2B5EF4-FFF2-40B4-BE49-F238E27FC236}">
                    <a16:creationId xmlns:a16="http://schemas.microsoft.com/office/drawing/2014/main" id="{F5A8BC22-523A-4147-9575-B8F7D060F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2" name="AutoShape 151">
                <a:extLst>
                  <a:ext uri="{FF2B5EF4-FFF2-40B4-BE49-F238E27FC236}">
                    <a16:creationId xmlns:a16="http://schemas.microsoft.com/office/drawing/2014/main" id="{EAF2AC7F-A8C0-FC4F-8C37-5D458F19B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1" name="Rectangle 152">
              <a:extLst>
                <a:ext uri="{FF2B5EF4-FFF2-40B4-BE49-F238E27FC236}">
                  <a16:creationId xmlns:a16="http://schemas.microsoft.com/office/drawing/2014/main" id="{4F90A69C-CEC4-A24D-9C82-52BA6FC89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2" name="Rectangle 153">
              <a:extLst>
                <a:ext uri="{FF2B5EF4-FFF2-40B4-BE49-F238E27FC236}">
                  <a16:creationId xmlns:a16="http://schemas.microsoft.com/office/drawing/2014/main" id="{4EAFCA72-25B7-7747-916E-327595FFD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3" name="Group 154">
              <a:extLst>
                <a:ext uri="{FF2B5EF4-FFF2-40B4-BE49-F238E27FC236}">
                  <a16:creationId xmlns:a16="http://schemas.microsoft.com/office/drawing/2014/main" id="{8277CD38-8B7B-9748-AD3B-10D14BC1AA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9" name="AutoShape 155">
                <a:extLst>
                  <a:ext uri="{FF2B5EF4-FFF2-40B4-BE49-F238E27FC236}">
                    <a16:creationId xmlns:a16="http://schemas.microsoft.com/office/drawing/2014/main" id="{5B02472C-767E-8C4B-A1E5-693F9C4C2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0" name="AutoShape 156">
                <a:extLst>
                  <a:ext uri="{FF2B5EF4-FFF2-40B4-BE49-F238E27FC236}">
                    <a16:creationId xmlns:a16="http://schemas.microsoft.com/office/drawing/2014/main" id="{DA6E1AA2-450F-174D-A85C-5D39B60AB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4" name="Freeform 157">
              <a:extLst>
                <a:ext uri="{FF2B5EF4-FFF2-40B4-BE49-F238E27FC236}">
                  <a16:creationId xmlns:a16="http://schemas.microsoft.com/office/drawing/2014/main" id="{43557BDC-C555-5040-B5DB-5D425E9BF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5" name="Group 158">
              <a:extLst>
                <a:ext uri="{FF2B5EF4-FFF2-40B4-BE49-F238E27FC236}">
                  <a16:creationId xmlns:a16="http://schemas.microsoft.com/office/drawing/2014/main" id="{C333E870-3BD7-C645-AAC2-98508A7E36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7" name="AutoShape 159">
                <a:extLst>
                  <a:ext uri="{FF2B5EF4-FFF2-40B4-BE49-F238E27FC236}">
                    <a16:creationId xmlns:a16="http://schemas.microsoft.com/office/drawing/2014/main" id="{EFC968C4-6392-E247-9A44-0D21D80BC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8" name="AutoShape 160">
                <a:extLst>
                  <a:ext uri="{FF2B5EF4-FFF2-40B4-BE49-F238E27FC236}">
                    <a16:creationId xmlns:a16="http://schemas.microsoft.com/office/drawing/2014/main" id="{9315F821-D903-1C43-B0DF-C13E1CFC6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6" name="Rectangle 161">
              <a:extLst>
                <a:ext uri="{FF2B5EF4-FFF2-40B4-BE49-F238E27FC236}">
                  <a16:creationId xmlns:a16="http://schemas.microsoft.com/office/drawing/2014/main" id="{4A93E05B-231B-8F4E-AC44-1E61C8779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7" name="Freeform 162">
              <a:extLst>
                <a:ext uri="{FF2B5EF4-FFF2-40B4-BE49-F238E27FC236}">
                  <a16:creationId xmlns:a16="http://schemas.microsoft.com/office/drawing/2014/main" id="{A81021FA-3B4B-8540-B233-88280DF91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8" name="Freeform 163">
              <a:extLst>
                <a:ext uri="{FF2B5EF4-FFF2-40B4-BE49-F238E27FC236}">
                  <a16:creationId xmlns:a16="http://schemas.microsoft.com/office/drawing/2014/main" id="{B4BBCFA8-CE65-3B46-B8C0-90C8E2A9F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9" name="Oval 164">
              <a:extLst>
                <a:ext uri="{FF2B5EF4-FFF2-40B4-BE49-F238E27FC236}">
                  <a16:creationId xmlns:a16="http://schemas.microsoft.com/office/drawing/2014/main" id="{5BC0A35E-B59B-2747-AF4F-E2B7BF2E9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0" name="Freeform 165">
              <a:extLst>
                <a:ext uri="{FF2B5EF4-FFF2-40B4-BE49-F238E27FC236}">
                  <a16:creationId xmlns:a16="http://schemas.microsoft.com/office/drawing/2014/main" id="{18C56782-0533-9C40-9224-8F36130D8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1" name="AutoShape 166">
              <a:extLst>
                <a:ext uri="{FF2B5EF4-FFF2-40B4-BE49-F238E27FC236}">
                  <a16:creationId xmlns:a16="http://schemas.microsoft.com/office/drawing/2014/main" id="{B68A6AC7-4ED2-D44E-90B8-E63CF73BB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2" name="AutoShape 167">
              <a:extLst>
                <a:ext uri="{FF2B5EF4-FFF2-40B4-BE49-F238E27FC236}">
                  <a16:creationId xmlns:a16="http://schemas.microsoft.com/office/drawing/2014/main" id="{906EF179-00FE-3F4F-AD8D-E9B8F23DE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3" name="Oval 168">
              <a:extLst>
                <a:ext uri="{FF2B5EF4-FFF2-40B4-BE49-F238E27FC236}">
                  <a16:creationId xmlns:a16="http://schemas.microsoft.com/office/drawing/2014/main" id="{714D65B7-5EDC-2840-9C29-D308D9655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4" name="Oval 169">
              <a:extLst>
                <a:ext uri="{FF2B5EF4-FFF2-40B4-BE49-F238E27FC236}">
                  <a16:creationId xmlns:a16="http://schemas.microsoft.com/office/drawing/2014/main" id="{E64A117A-C67D-AB41-A8E7-4A508BB31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15" name="Oval 170">
              <a:extLst>
                <a:ext uri="{FF2B5EF4-FFF2-40B4-BE49-F238E27FC236}">
                  <a16:creationId xmlns:a16="http://schemas.microsoft.com/office/drawing/2014/main" id="{C59668D3-09F9-BD44-8596-C01818912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6" name="Rectangle 171">
              <a:extLst>
                <a:ext uri="{FF2B5EF4-FFF2-40B4-BE49-F238E27FC236}">
                  <a16:creationId xmlns:a16="http://schemas.microsoft.com/office/drawing/2014/main" id="{8E530C7C-3D86-3C4B-891E-CB9AC883F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25" name="Group 172">
            <a:extLst>
              <a:ext uri="{FF2B5EF4-FFF2-40B4-BE49-F238E27FC236}">
                <a16:creationId xmlns:a16="http://schemas.microsoft.com/office/drawing/2014/main" id="{F34C0BB9-9ECA-9B40-B10C-16DEDBDC16C3}"/>
              </a:ext>
            </a:extLst>
          </p:cNvPr>
          <p:cNvGrpSpPr>
            <a:grpSpLocks/>
          </p:cNvGrpSpPr>
          <p:nvPr/>
        </p:nvGrpSpPr>
        <p:grpSpPr bwMode="auto">
          <a:xfrm>
            <a:off x="7885017" y="5148533"/>
            <a:ext cx="525463" cy="557213"/>
            <a:chOff x="-44" y="1473"/>
            <a:chExt cx="981" cy="1105"/>
          </a:xfrm>
        </p:grpSpPr>
        <p:pic>
          <p:nvPicPr>
            <p:cNvPr id="326" name="Picture 173" descr="desktop_computer_stylized_medium">
              <a:extLst>
                <a:ext uri="{FF2B5EF4-FFF2-40B4-BE49-F238E27FC236}">
                  <a16:creationId xmlns:a16="http://schemas.microsoft.com/office/drawing/2014/main" id="{58DEA6BA-6A8A-414B-A5D1-8C42E963B5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7" name="Freeform 174">
              <a:extLst>
                <a:ext uri="{FF2B5EF4-FFF2-40B4-BE49-F238E27FC236}">
                  <a16:creationId xmlns:a16="http://schemas.microsoft.com/office/drawing/2014/main" id="{5636D377-DB0D-6F40-811F-10EE64604D6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28" name="Group 175">
            <a:extLst>
              <a:ext uri="{FF2B5EF4-FFF2-40B4-BE49-F238E27FC236}">
                <a16:creationId xmlns:a16="http://schemas.microsoft.com/office/drawing/2014/main" id="{7306AC90-5B34-3F4E-B626-0E34022A31C8}"/>
              </a:ext>
            </a:extLst>
          </p:cNvPr>
          <p:cNvGrpSpPr>
            <a:grpSpLocks/>
          </p:cNvGrpSpPr>
          <p:nvPr/>
        </p:nvGrpSpPr>
        <p:grpSpPr bwMode="auto">
          <a:xfrm>
            <a:off x="8650192" y="1557608"/>
            <a:ext cx="377825" cy="576263"/>
            <a:chOff x="4140" y="429"/>
            <a:chExt cx="1425" cy="2396"/>
          </a:xfrm>
        </p:grpSpPr>
        <p:sp>
          <p:nvSpPr>
            <p:cNvPr id="329" name="Freeform 176">
              <a:extLst>
                <a:ext uri="{FF2B5EF4-FFF2-40B4-BE49-F238E27FC236}">
                  <a16:creationId xmlns:a16="http://schemas.microsoft.com/office/drawing/2014/main" id="{F3CFDF78-3F2C-B047-99D5-2F35E0D1B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0" name="Rectangle 177">
              <a:extLst>
                <a:ext uri="{FF2B5EF4-FFF2-40B4-BE49-F238E27FC236}">
                  <a16:creationId xmlns:a16="http://schemas.microsoft.com/office/drawing/2014/main" id="{6D671750-A74B-B64E-8E68-C40948E6D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1" name="Freeform 178">
              <a:extLst>
                <a:ext uri="{FF2B5EF4-FFF2-40B4-BE49-F238E27FC236}">
                  <a16:creationId xmlns:a16="http://schemas.microsoft.com/office/drawing/2014/main" id="{9438FA78-1938-514C-80BF-10ED666E3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2" name="Freeform 179">
              <a:extLst>
                <a:ext uri="{FF2B5EF4-FFF2-40B4-BE49-F238E27FC236}">
                  <a16:creationId xmlns:a16="http://schemas.microsoft.com/office/drawing/2014/main" id="{FD23EFF2-90E8-9045-936A-06124249A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3" name="Rectangle 180">
              <a:extLst>
                <a:ext uri="{FF2B5EF4-FFF2-40B4-BE49-F238E27FC236}">
                  <a16:creationId xmlns:a16="http://schemas.microsoft.com/office/drawing/2014/main" id="{C3C9A679-FD27-EE4A-B715-049B9DDB6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4" name="Group 181">
              <a:extLst>
                <a:ext uri="{FF2B5EF4-FFF2-40B4-BE49-F238E27FC236}">
                  <a16:creationId xmlns:a16="http://schemas.microsoft.com/office/drawing/2014/main" id="{F5C3481D-451B-B142-A35C-15C582D38E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59" name="AutoShape 182">
                <a:extLst>
                  <a:ext uri="{FF2B5EF4-FFF2-40B4-BE49-F238E27FC236}">
                    <a16:creationId xmlns:a16="http://schemas.microsoft.com/office/drawing/2014/main" id="{2C243628-F48B-0247-9C77-CADC193BA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0" name="AutoShape 183">
                <a:extLst>
                  <a:ext uri="{FF2B5EF4-FFF2-40B4-BE49-F238E27FC236}">
                    <a16:creationId xmlns:a16="http://schemas.microsoft.com/office/drawing/2014/main" id="{C3D71DA0-C793-D949-906B-887E37FD0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5" name="Rectangle 184">
              <a:extLst>
                <a:ext uri="{FF2B5EF4-FFF2-40B4-BE49-F238E27FC236}">
                  <a16:creationId xmlns:a16="http://schemas.microsoft.com/office/drawing/2014/main" id="{246902F9-C4DC-454E-9DA0-3D5842DB3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6" name="Group 185">
              <a:extLst>
                <a:ext uri="{FF2B5EF4-FFF2-40B4-BE49-F238E27FC236}">
                  <a16:creationId xmlns:a16="http://schemas.microsoft.com/office/drawing/2014/main" id="{7667DA9A-FE8F-654A-8B9E-218AADDABF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57" name="AutoShape 186">
                <a:extLst>
                  <a:ext uri="{FF2B5EF4-FFF2-40B4-BE49-F238E27FC236}">
                    <a16:creationId xmlns:a16="http://schemas.microsoft.com/office/drawing/2014/main" id="{89170F11-7571-2B45-8719-95E83BC65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8" name="AutoShape 187">
                <a:extLst>
                  <a:ext uri="{FF2B5EF4-FFF2-40B4-BE49-F238E27FC236}">
                    <a16:creationId xmlns:a16="http://schemas.microsoft.com/office/drawing/2014/main" id="{E76D6632-4213-1A4C-994D-E58521FFA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7" name="Rectangle 188">
              <a:extLst>
                <a:ext uri="{FF2B5EF4-FFF2-40B4-BE49-F238E27FC236}">
                  <a16:creationId xmlns:a16="http://schemas.microsoft.com/office/drawing/2014/main" id="{042D5530-947C-8042-964E-981127ADC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" name="Rectangle 189">
              <a:extLst>
                <a:ext uri="{FF2B5EF4-FFF2-40B4-BE49-F238E27FC236}">
                  <a16:creationId xmlns:a16="http://schemas.microsoft.com/office/drawing/2014/main" id="{2F89380A-7E24-A848-A517-F0FC73692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9" name="Group 190">
              <a:extLst>
                <a:ext uri="{FF2B5EF4-FFF2-40B4-BE49-F238E27FC236}">
                  <a16:creationId xmlns:a16="http://schemas.microsoft.com/office/drawing/2014/main" id="{38C1848A-3B99-B348-91C8-29218555E8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55" name="AutoShape 191">
                <a:extLst>
                  <a:ext uri="{FF2B5EF4-FFF2-40B4-BE49-F238E27FC236}">
                    <a16:creationId xmlns:a16="http://schemas.microsoft.com/office/drawing/2014/main" id="{676776FA-ACE8-1B44-A3F2-EE744FFE1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6" name="AutoShape 192">
                <a:extLst>
                  <a:ext uri="{FF2B5EF4-FFF2-40B4-BE49-F238E27FC236}">
                    <a16:creationId xmlns:a16="http://schemas.microsoft.com/office/drawing/2014/main" id="{642A052A-BC62-D049-9EBF-AC2B9D28A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0" name="Freeform 193">
              <a:extLst>
                <a:ext uri="{FF2B5EF4-FFF2-40B4-BE49-F238E27FC236}">
                  <a16:creationId xmlns:a16="http://schemas.microsoft.com/office/drawing/2014/main" id="{20022731-282E-5349-BD84-5AC931894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1" name="Group 194">
              <a:extLst>
                <a:ext uri="{FF2B5EF4-FFF2-40B4-BE49-F238E27FC236}">
                  <a16:creationId xmlns:a16="http://schemas.microsoft.com/office/drawing/2014/main" id="{C8EEA896-B8C6-834F-9741-B4BC689404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53" name="AutoShape 195">
                <a:extLst>
                  <a:ext uri="{FF2B5EF4-FFF2-40B4-BE49-F238E27FC236}">
                    <a16:creationId xmlns:a16="http://schemas.microsoft.com/office/drawing/2014/main" id="{FAEB0127-5E88-8848-A1E8-FCDC82E85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4" name="AutoShape 196">
                <a:extLst>
                  <a:ext uri="{FF2B5EF4-FFF2-40B4-BE49-F238E27FC236}">
                    <a16:creationId xmlns:a16="http://schemas.microsoft.com/office/drawing/2014/main" id="{F6C14D4D-54BC-0347-8DE7-8C387B0DE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2" name="Rectangle 197">
              <a:extLst>
                <a:ext uri="{FF2B5EF4-FFF2-40B4-BE49-F238E27FC236}">
                  <a16:creationId xmlns:a16="http://schemas.microsoft.com/office/drawing/2014/main" id="{DE2B5795-02B3-824F-BFB7-9E4468C2E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3" name="Freeform 198">
              <a:extLst>
                <a:ext uri="{FF2B5EF4-FFF2-40B4-BE49-F238E27FC236}">
                  <a16:creationId xmlns:a16="http://schemas.microsoft.com/office/drawing/2014/main" id="{30654D98-FCC5-4940-8B89-40DEC14D2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4" name="Freeform 199">
              <a:extLst>
                <a:ext uri="{FF2B5EF4-FFF2-40B4-BE49-F238E27FC236}">
                  <a16:creationId xmlns:a16="http://schemas.microsoft.com/office/drawing/2014/main" id="{DB2F1485-9F89-A14E-B2B0-E716B66FE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5" name="Oval 200">
              <a:extLst>
                <a:ext uri="{FF2B5EF4-FFF2-40B4-BE49-F238E27FC236}">
                  <a16:creationId xmlns:a16="http://schemas.microsoft.com/office/drawing/2014/main" id="{0913F7BB-B350-6F4C-8E3C-B4373B6BB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6" name="Freeform 201">
              <a:extLst>
                <a:ext uri="{FF2B5EF4-FFF2-40B4-BE49-F238E27FC236}">
                  <a16:creationId xmlns:a16="http://schemas.microsoft.com/office/drawing/2014/main" id="{D806CA0F-D39E-1044-8994-B3481BAC5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7" name="AutoShape 202">
              <a:extLst>
                <a:ext uri="{FF2B5EF4-FFF2-40B4-BE49-F238E27FC236}">
                  <a16:creationId xmlns:a16="http://schemas.microsoft.com/office/drawing/2014/main" id="{653E2F84-88DD-4C48-9132-5E9C22D3C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" name="AutoShape 203">
              <a:extLst>
                <a:ext uri="{FF2B5EF4-FFF2-40B4-BE49-F238E27FC236}">
                  <a16:creationId xmlns:a16="http://schemas.microsoft.com/office/drawing/2014/main" id="{7C1622A3-9F30-FA42-9B80-C8BB00A05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9" name="Oval 204">
              <a:extLst>
                <a:ext uri="{FF2B5EF4-FFF2-40B4-BE49-F238E27FC236}">
                  <a16:creationId xmlns:a16="http://schemas.microsoft.com/office/drawing/2014/main" id="{432A4179-C51B-DE48-94FC-B7412F4DD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0" name="Oval 205">
              <a:extLst>
                <a:ext uri="{FF2B5EF4-FFF2-40B4-BE49-F238E27FC236}">
                  <a16:creationId xmlns:a16="http://schemas.microsoft.com/office/drawing/2014/main" id="{9EF71E96-D069-134D-9318-D85F7FF2C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51" name="Oval 206">
              <a:extLst>
                <a:ext uri="{FF2B5EF4-FFF2-40B4-BE49-F238E27FC236}">
                  <a16:creationId xmlns:a16="http://schemas.microsoft.com/office/drawing/2014/main" id="{3E78A6EB-9CEA-E74E-91AB-439D7171D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2" name="Rectangle 207">
              <a:extLst>
                <a:ext uri="{FF2B5EF4-FFF2-40B4-BE49-F238E27FC236}">
                  <a16:creationId xmlns:a16="http://schemas.microsoft.com/office/drawing/2014/main" id="{1A62E052-D07D-6743-8E2D-F67E3E528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61" name="Group 208">
            <a:extLst>
              <a:ext uri="{FF2B5EF4-FFF2-40B4-BE49-F238E27FC236}">
                <a16:creationId xmlns:a16="http://schemas.microsoft.com/office/drawing/2014/main" id="{6A05235C-3E77-6F4F-8ADA-6D04AB8484D1}"/>
              </a:ext>
            </a:extLst>
          </p:cNvPr>
          <p:cNvGrpSpPr>
            <a:grpSpLocks/>
          </p:cNvGrpSpPr>
          <p:nvPr/>
        </p:nvGrpSpPr>
        <p:grpSpPr bwMode="auto">
          <a:xfrm>
            <a:off x="9402667" y="1589358"/>
            <a:ext cx="377825" cy="576263"/>
            <a:chOff x="4140" y="429"/>
            <a:chExt cx="1425" cy="2396"/>
          </a:xfrm>
        </p:grpSpPr>
        <p:sp>
          <p:nvSpPr>
            <p:cNvPr id="362" name="Freeform 209">
              <a:extLst>
                <a:ext uri="{FF2B5EF4-FFF2-40B4-BE49-F238E27FC236}">
                  <a16:creationId xmlns:a16="http://schemas.microsoft.com/office/drawing/2014/main" id="{D166875E-AD19-804C-965F-CDAED7A64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3" name="Rectangle 210">
              <a:extLst>
                <a:ext uri="{FF2B5EF4-FFF2-40B4-BE49-F238E27FC236}">
                  <a16:creationId xmlns:a16="http://schemas.microsoft.com/office/drawing/2014/main" id="{EC5E264D-98A2-B44D-B995-4CB53C25E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4" name="Freeform 211">
              <a:extLst>
                <a:ext uri="{FF2B5EF4-FFF2-40B4-BE49-F238E27FC236}">
                  <a16:creationId xmlns:a16="http://schemas.microsoft.com/office/drawing/2014/main" id="{C1CF933D-FB73-3240-9F1D-5EED49E6A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5" name="Freeform 212">
              <a:extLst>
                <a:ext uri="{FF2B5EF4-FFF2-40B4-BE49-F238E27FC236}">
                  <a16:creationId xmlns:a16="http://schemas.microsoft.com/office/drawing/2014/main" id="{0FC67CB2-6BE1-1847-A437-D99084C5C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6" name="Rectangle 213">
              <a:extLst>
                <a:ext uri="{FF2B5EF4-FFF2-40B4-BE49-F238E27FC236}">
                  <a16:creationId xmlns:a16="http://schemas.microsoft.com/office/drawing/2014/main" id="{14B7D932-BBFC-B74D-816C-440DB3FEB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67" name="Group 214">
              <a:extLst>
                <a:ext uri="{FF2B5EF4-FFF2-40B4-BE49-F238E27FC236}">
                  <a16:creationId xmlns:a16="http://schemas.microsoft.com/office/drawing/2014/main" id="{904783F7-C673-AC48-8DEC-45B791D2E0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92" name="AutoShape 215">
                <a:extLst>
                  <a:ext uri="{FF2B5EF4-FFF2-40B4-BE49-F238E27FC236}">
                    <a16:creationId xmlns:a16="http://schemas.microsoft.com/office/drawing/2014/main" id="{259ABA3E-950D-BF40-AF00-89747854A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3" name="AutoShape 216">
                <a:extLst>
                  <a:ext uri="{FF2B5EF4-FFF2-40B4-BE49-F238E27FC236}">
                    <a16:creationId xmlns:a16="http://schemas.microsoft.com/office/drawing/2014/main" id="{D537C256-5556-E84D-BFD9-801601AF6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8" name="Rectangle 217">
              <a:extLst>
                <a:ext uri="{FF2B5EF4-FFF2-40B4-BE49-F238E27FC236}">
                  <a16:creationId xmlns:a16="http://schemas.microsoft.com/office/drawing/2014/main" id="{6A16D193-BA00-FA4C-84D3-5F7B5C031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69" name="Group 218">
              <a:extLst>
                <a:ext uri="{FF2B5EF4-FFF2-40B4-BE49-F238E27FC236}">
                  <a16:creationId xmlns:a16="http://schemas.microsoft.com/office/drawing/2014/main" id="{7151F57C-7772-D741-B346-9FD22AFEAC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90" name="AutoShape 219">
                <a:extLst>
                  <a:ext uri="{FF2B5EF4-FFF2-40B4-BE49-F238E27FC236}">
                    <a16:creationId xmlns:a16="http://schemas.microsoft.com/office/drawing/2014/main" id="{28A8406C-AFA4-F94B-A2C4-E4FFB185C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1" name="AutoShape 220">
                <a:extLst>
                  <a:ext uri="{FF2B5EF4-FFF2-40B4-BE49-F238E27FC236}">
                    <a16:creationId xmlns:a16="http://schemas.microsoft.com/office/drawing/2014/main" id="{9A186499-2183-C24F-89D0-ACB1D39A2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70" name="Rectangle 221">
              <a:extLst>
                <a:ext uri="{FF2B5EF4-FFF2-40B4-BE49-F238E27FC236}">
                  <a16:creationId xmlns:a16="http://schemas.microsoft.com/office/drawing/2014/main" id="{6959C99C-8685-CE45-B4A0-BEEBD9CE6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1" name="Rectangle 222">
              <a:extLst>
                <a:ext uri="{FF2B5EF4-FFF2-40B4-BE49-F238E27FC236}">
                  <a16:creationId xmlns:a16="http://schemas.microsoft.com/office/drawing/2014/main" id="{0CEC0CDC-F36A-E147-800E-4BFDDC412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72" name="Group 223">
              <a:extLst>
                <a:ext uri="{FF2B5EF4-FFF2-40B4-BE49-F238E27FC236}">
                  <a16:creationId xmlns:a16="http://schemas.microsoft.com/office/drawing/2014/main" id="{07BF1C14-2C6F-B94F-8289-1C37D6C61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88" name="AutoShape 224">
                <a:extLst>
                  <a:ext uri="{FF2B5EF4-FFF2-40B4-BE49-F238E27FC236}">
                    <a16:creationId xmlns:a16="http://schemas.microsoft.com/office/drawing/2014/main" id="{B660D864-E6AF-2A4B-AF6E-15E67C246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9" name="AutoShape 225">
                <a:extLst>
                  <a:ext uri="{FF2B5EF4-FFF2-40B4-BE49-F238E27FC236}">
                    <a16:creationId xmlns:a16="http://schemas.microsoft.com/office/drawing/2014/main" id="{A5592FCE-B8EB-CD42-BD69-D7E95DA3E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73" name="Freeform 226">
              <a:extLst>
                <a:ext uri="{FF2B5EF4-FFF2-40B4-BE49-F238E27FC236}">
                  <a16:creationId xmlns:a16="http://schemas.microsoft.com/office/drawing/2014/main" id="{176C9152-AD9C-0043-999D-97BF01B75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74" name="Group 227">
              <a:extLst>
                <a:ext uri="{FF2B5EF4-FFF2-40B4-BE49-F238E27FC236}">
                  <a16:creationId xmlns:a16="http://schemas.microsoft.com/office/drawing/2014/main" id="{DB7553BD-7EEF-1144-A10E-45052E753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86" name="AutoShape 228">
                <a:extLst>
                  <a:ext uri="{FF2B5EF4-FFF2-40B4-BE49-F238E27FC236}">
                    <a16:creationId xmlns:a16="http://schemas.microsoft.com/office/drawing/2014/main" id="{209B423B-7C84-A444-BC5D-A11FD1567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7" name="AutoShape 229">
                <a:extLst>
                  <a:ext uri="{FF2B5EF4-FFF2-40B4-BE49-F238E27FC236}">
                    <a16:creationId xmlns:a16="http://schemas.microsoft.com/office/drawing/2014/main" id="{5AE73D33-B566-9A49-9DC6-C5469487B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75" name="Rectangle 230">
              <a:extLst>
                <a:ext uri="{FF2B5EF4-FFF2-40B4-BE49-F238E27FC236}">
                  <a16:creationId xmlns:a16="http://schemas.microsoft.com/office/drawing/2014/main" id="{F54FB1FA-BA67-4B47-8CD0-DC612A86E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6" name="Freeform 231">
              <a:extLst>
                <a:ext uri="{FF2B5EF4-FFF2-40B4-BE49-F238E27FC236}">
                  <a16:creationId xmlns:a16="http://schemas.microsoft.com/office/drawing/2014/main" id="{A3240397-6B0C-654E-88F1-F3F3AD623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7" name="Freeform 232">
              <a:extLst>
                <a:ext uri="{FF2B5EF4-FFF2-40B4-BE49-F238E27FC236}">
                  <a16:creationId xmlns:a16="http://schemas.microsoft.com/office/drawing/2014/main" id="{1A86C13D-4B43-504E-B61C-E2C654775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8" name="Oval 233">
              <a:extLst>
                <a:ext uri="{FF2B5EF4-FFF2-40B4-BE49-F238E27FC236}">
                  <a16:creationId xmlns:a16="http://schemas.microsoft.com/office/drawing/2014/main" id="{A925E2BE-2521-064E-94A2-F5B3CE2A6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" name="Freeform 234">
              <a:extLst>
                <a:ext uri="{FF2B5EF4-FFF2-40B4-BE49-F238E27FC236}">
                  <a16:creationId xmlns:a16="http://schemas.microsoft.com/office/drawing/2014/main" id="{D0F8527B-9979-9843-B950-02EEB33AD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0" name="AutoShape 235">
              <a:extLst>
                <a:ext uri="{FF2B5EF4-FFF2-40B4-BE49-F238E27FC236}">
                  <a16:creationId xmlns:a16="http://schemas.microsoft.com/office/drawing/2014/main" id="{01246D65-1D83-514D-96A0-3F53F7E62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1" name="AutoShape 236">
              <a:extLst>
                <a:ext uri="{FF2B5EF4-FFF2-40B4-BE49-F238E27FC236}">
                  <a16:creationId xmlns:a16="http://schemas.microsoft.com/office/drawing/2014/main" id="{EE09E67D-74DE-8E41-B31D-30EBA899E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2" name="Oval 237">
              <a:extLst>
                <a:ext uri="{FF2B5EF4-FFF2-40B4-BE49-F238E27FC236}">
                  <a16:creationId xmlns:a16="http://schemas.microsoft.com/office/drawing/2014/main" id="{1BAA3765-A4A2-D249-B5E6-B37A65069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3" name="Oval 238">
              <a:extLst>
                <a:ext uri="{FF2B5EF4-FFF2-40B4-BE49-F238E27FC236}">
                  <a16:creationId xmlns:a16="http://schemas.microsoft.com/office/drawing/2014/main" id="{B5829A6B-5209-D644-82E1-A9C2A8D9A0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4" name="Oval 239">
              <a:extLst>
                <a:ext uri="{FF2B5EF4-FFF2-40B4-BE49-F238E27FC236}">
                  <a16:creationId xmlns:a16="http://schemas.microsoft.com/office/drawing/2014/main" id="{95394ED4-DC3D-F146-9AEE-0FC4AFC88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5" name="Rectangle 240">
              <a:extLst>
                <a:ext uri="{FF2B5EF4-FFF2-40B4-BE49-F238E27FC236}">
                  <a16:creationId xmlns:a16="http://schemas.microsoft.com/office/drawing/2014/main" id="{A039A534-5AD2-354C-8072-85670484B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94" name="Group 241">
            <a:extLst>
              <a:ext uri="{FF2B5EF4-FFF2-40B4-BE49-F238E27FC236}">
                <a16:creationId xmlns:a16="http://schemas.microsoft.com/office/drawing/2014/main" id="{9BE96710-6956-1941-96D5-89D2082B85BD}"/>
              </a:ext>
            </a:extLst>
          </p:cNvPr>
          <p:cNvGrpSpPr>
            <a:grpSpLocks/>
          </p:cNvGrpSpPr>
          <p:nvPr/>
        </p:nvGrpSpPr>
        <p:grpSpPr bwMode="auto">
          <a:xfrm>
            <a:off x="10012267" y="1741758"/>
            <a:ext cx="377825" cy="576263"/>
            <a:chOff x="4140" y="429"/>
            <a:chExt cx="1425" cy="2396"/>
          </a:xfrm>
        </p:grpSpPr>
        <p:sp>
          <p:nvSpPr>
            <p:cNvPr id="395" name="Freeform 242">
              <a:extLst>
                <a:ext uri="{FF2B5EF4-FFF2-40B4-BE49-F238E27FC236}">
                  <a16:creationId xmlns:a16="http://schemas.microsoft.com/office/drawing/2014/main" id="{98FED06C-86AC-174D-897A-AF88782AB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6" name="Rectangle 243">
              <a:extLst>
                <a:ext uri="{FF2B5EF4-FFF2-40B4-BE49-F238E27FC236}">
                  <a16:creationId xmlns:a16="http://schemas.microsoft.com/office/drawing/2014/main" id="{7BCB3493-2EA3-894F-95D3-4BD9689BC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7" name="Freeform 244">
              <a:extLst>
                <a:ext uri="{FF2B5EF4-FFF2-40B4-BE49-F238E27FC236}">
                  <a16:creationId xmlns:a16="http://schemas.microsoft.com/office/drawing/2014/main" id="{04E3D02B-467F-7F4F-8DC3-9D363101F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8" name="Freeform 245">
              <a:extLst>
                <a:ext uri="{FF2B5EF4-FFF2-40B4-BE49-F238E27FC236}">
                  <a16:creationId xmlns:a16="http://schemas.microsoft.com/office/drawing/2014/main" id="{DA94A9FA-D5B5-214A-8D37-34D4B61F6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" name="Rectangle 246">
              <a:extLst>
                <a:ext uri="{FF2B5EF4-FFF2-40B4-BE49-F238E27FC236}">
                  <a16:creationId xmlns:a16="http://schemas.microsoft.com/office/drawing/2014/main" id="{50539DB1-8D20-F44A-8958-354C5B49C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00" name="Group 247">
              <a:extLst>
                <a:ext uri="{FF2B5EF4-FFF2-40B4-BE49-F238E27FC236}">
                  <a16:creationId xmlns:a16="http://schemas.microsoft.com/office/drawing/2014/main" id="{ABC4B2B5-E127-B14E-8370-5BCDD85E29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25" name="AutoShape 248">
                <a:extLst>
                  <a:ext uri="{FF2B5EF4-FFF2-40B4-BE49-F238E27FC236}">
                    <a16:creationId xmlns:a16="http://schemas.microsoft.com/office/drawing/2014/main" id="{2544F03E-3822-9142-840A-4600BC492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6" name="AutoShape 249">
                <a:extLst>
                  <a:ext uri="{FF2B5EF4-FFF2-40B4-BE49-F238E27FC236}">
                    <a16:creationId xmlns:a16="http://schemas.microsoft.com/office/drawing/2014/main" id="{0D6C988D-2CAC-3A4A-8FAC-72B8697E7B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1" name="Rectangle 250">
              <a:extLst>
                <a:ext uri="{FF2B5EF4-FFF2-40B4-BE49-F238E27FC236}">
                  <a16:creationId xmlns:a16="http://schemas.microsoft.com/office/drawing/2014/main" id="{FA55D5A2-C0A3-7741-814B-310A28BDD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02" name="Group 251">
              <a:extLst>
                <a:ext uri="{FF2B5EF4-FFF2-40B4-BE49-F238E27FC236}">
                  <a16:creationId xmlns:a16="http://schemas.microsoft.com/office/drawing/2014/main" id="{DC8A3227-B450-FB4D-852D-DC7E66FF66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23" name="AutoShape 252">
                <a:extLst>
                  <a:ext uri="{FF2B5EF4-FFF2-40B4-BE49-F238E27FC236}">
                    <a16:creationId xmlns:a16="http://schemas.microsoft.com/office/drawing/2014/main" id="{07F021BE-923D-804C-AB1C-CB812D97B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4" name="AutoShape 253">
                <a:extLst>
                  <a:ext uri="{FF2B5EF4-FFF2-40B4-BE49-F238E27FC236}">
                    <a16:creationId xmlns:a16="http://schemas.microsoft.com/office/drawing/2014/main" id="{3A5C7537-D941-954D-9024-BF32F6D13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3" name="Rectangle 254">
              <a:extLst>
                <a:ext uri="{FF2B5EF4-FFF2-40B4-BE49-F238E27FC236}">
                  <a16:creationId xmlns:a16="http://schemas.microsoft.com/office/drawing/2014/main" id="{855ECB0D-BAD2-724F-8296-56F037E68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4" name="Rectangle 255">
              <a:extLst>
                <a:ext uri="{FF2B5EF4-FFF2-40B4-BE49-F238E27FC236}">
                  <a16:creationId xmlns:a16="http://schemas.microsoft.com/office/drawing/2014/main" id="{6D021B7D-23B8-4545-B682-3F0C4BAB5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05" name="Group 256">
              <a:extLst>
                <a:ext uri="{FF2B5EF4-FFF2-40B4-BE49-F238E27FC236}">
                  <a16:creationId xmlns:a16="http://schemas.microsoft.com/office/drawing/2014/main" id="{431DAF1F-4CC8-1C41-8EEC-05F7D5D78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21" name="AutoShape 257">
                <a:extLst>
                  <a:ext uri="{FF2B5EF4-FFF2-40B4-BE49-F238E27FC236}">
                    <a16:creationId xmlns:a16="http://schemas.microsoft.com/office/drawing/2014/main" id="{18C2CCBA-D707-A24B-A885-97D020E7B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2" name="AutoShape 258">
                <a:extLst>
                  <a:ext uri="{FF2B5EF4-FFF2-40B4-BE49-F238E27FC236}">
                    <a16:creationId xmlns:a16="http://schemas.microsoft.com/office/drawing/2014/main" id="{D7E10C1F-D1F0-7148-A44B-7FEC28811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6" name="Freeform 259">
              <a:extLst>
                <a:ext uri="{FF2B5EF4-FFF2-40B4-BE49-F238E27FC236}">
                  <a16:creationId xmlns:a16="http://schemas.microsoft.com/office/drawing/2014/main" id="{0365C11C-6E47-864E-8122-6C27C34F0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07" name="Group 260">
              <a:extLst>
                <a:ext uri="{FF2B5EF4-FFF2-40B4-BE49-F238E27FC236}">
                  <a16:creationId xmlns:a16="http://schemas.microsoft.com/office/drawing/2014/main" id="{27B41BB0-4231-F248-B65A-1A45AD2C9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19" name="AutoShape 261">
                <a:extLst>
                  <a:ext uri="{FF2B5EF4-FFF2-40B4-BE49-F238E27FC236}">
                    <a16:creationId xmlns:a16="http://schemas.microsoft.com/office/drawing/2014/main" id="{CEAEF38F-92BA-B54F-82FB-C23A106C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0" name="AutoShape 262">
                <a:extLst>
                  <a:ext uri="{FF2B5EF4-FFF2-40B4-BE49-F238E27FC236}">
                    <a16:creationId xmlns:a16="http://schemas.microsoft.com/office/drawing/2014/main" id="{77559B45-47D4-F047-A0E1-3FD4F7705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8" name="Rectangle 263">
              <a:extLst>
                <a:ext uri="{FF2B5EF4-FFF2-40B4-BE49-F238E27FC236}">
                  <a16:creationId xmlns:a16="http://schemas.microsoft.com/office/drawing/2014/main" id="{2BB4AB2F-1E19-ED46-91D0-686A5791A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" name="Freeform 264">
              <a:extLst>
                <a:ext uri="{FF2B5EF4-FFF2-40B4-BE49-F238E27FC236}">
                  <a16:creationId xmlns:a16="http://schemas.microsoft.com/office/drawing/2014/main" id="{EFA4165B-2B89-EA44-AAFD-284DDE325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" name="Freeform 265">
              <a:extLst>
                <a:ext uri="{FF2B5EF4-FFF2-40B4-BE49-F238E27FC236}">
                  <a16:creationId xmlns:a16="http://schemas.microsoft.com/office/drawing/2014/main" id="{BF31806F-E19D-6643-B3AB-FCD244912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1" name="Oval 266">
              <a:extLst>
                <a:ext uri="{FF2B5EF4-FFF2-40B4-BE49-F238E27FC236}">
                  <a16:creationId xmlns:a16="http://schemas.microsoft.com/office/drawing/2014/main" id="{297B65E1-F9B5-1942-BAE5-456457D2A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2" name="Freeform 267">
              <a:extLst>
                <a:ext uri="{FF2B5EF4-FFF2-40B4-BE49-F238E27FC236}">
                  <a16:creationId xmlns:a16="http://schemas.microsoft.com/office/drawing/2014/main" id="{D1451455-90D3-7B4E-9A6C-AC54A2B18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3" name="AutoShape 268">
              <a:extLst>
                <a:ext uri="{FF2B5EF4-FFF2-40B4-BE49-F238E27FC236}">
                  <a16:creationId xmlns:a16="http://schemas.microsoft.com/office/drawing/2014/main" id="{B96820D1-74F4-9A4F-81C3-99D80AA66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4" name="AutoShape 269">
              <a:extLst>
                <a:ext uri="{FF2B5EF4-FFF2-40B4-BE49-F238E27FC236}">
                  <a16:creationId xmlns:a16="http://schemas.microsoft.com/office/drawing/2014/main" id="{24247BD6-F113-7F46-93F5-34E742E7F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5" name="Oval 270">
              <a:extLst>
                <a:ext uri="{FF2B5EF4-FFF2-40B4-BE49-F238E27FC236}">
                  <a16:creationId xmlns:a16="http://schemas.microsoft.com/office/drawing/2014/main" id="{4716773C-A574-8342-86DD-F8046121F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6" name="Oval 271">
              <a:extLst>
                <a:ext uri="{FF2B5EF4-FFF2-40B4-BE49-F238E27FC236}">
                  <a16:creationId xmlns:a16="http://schemas.microsoft.com/office/drawing/2014/main" id="{9F959D50-71EC-0F46-8ED3-4FE4C63D6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17" name="Oval 272">
              <a:extLst>
                <a:ext uri="{FF2B5EF4-FFF2-40B4-BE49-F238E27FC236}">
                  <a16:creationId xmlns:a16="http://schemas.microsoft.com/office/drawing/2014/main" id="{E6997777-676B-9145-9B53-650C59909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8" name="Rectangle 273">
              <a:extLst>
                <a:ext uri="{FF2B5EF4-FFF2-40B4-BE49-F238E27FC236}">
                  <a16:creationId xmlns:a16="http://schemas.microsoft.com/office/drawing/2014/main" id="{80128537-C0E9-B945-A472-82EC596F1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27" name="Group 274">
            <a:extLst>
              <a:ext uri="{FF2B5EF4-FFF2-40B4-BE49-F238E27FC236}">
                <a16:creationId xmlns:a16="http://schemas.microsoft.com/office/drawing/2014/main" id="{637BEA6D-6926-F241-A7B7-63FD120295AA}"/>
              </a:ext>
            </a:extLst>
          </p:cNvPr>
          <p:cNvGrpSpPr>
            <a:grpSpLocks/>
          </p:cNvGrpSpPr>
          <p:nvPr/>
        </p:nvGrpSpPr>
        <p:grpSpPr bwMode="auto">
          <a:xfrm>
            <a:off x="10340880" y="2687908"/>
            <a:ext cx="377825" cy="576263"/>
            <a:chOff x="4140" y="429"/>
            <a:chExt cx="1425" cy="2396"/>
          </a:xfrm>
        </p:grpSpPr>
        <p:sp>
          <p:nvSpPr>
            <p:cNvPr id="428" name="Freeform 275">
              <a:extLst>
                <a:ext uri="{FF2B5EF4-FFF2-40B4-BE49-F238E27FC236}">
                  <a16:creationId xmlns:a16="http://schemas.microsoft.com/office/drawing/2014/main" id="{B73B5122-7AC1-A541-A7CB-7C92E34FE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9" name="Rectangle 276">
              <a:extLst>
                <a:ext uri="{FF2B5EF4-FFF2-40B4-BE49-F238E27FC236}">
                  <a16:creationId xmlns:a16="http://schemas.microsoft.com/office/drawing/2014/main" id="{618AFC31-125F-CC41-8835-357B8CF40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" name="Freeform 277">
              <a:extLst>
                <a:ext uri="{FF2B5EF4-FFF2-40B4-BE49-F238E27FC236}">
                  <a16:creationId xmlns:a16="http://schemas.microsoft.com/office/drawing/2014/main" id="{BA586EC9-AFB5-864C-A8D5-50566D382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" name="Freeform 278">
              <a:extLst>
                <a:ext uri="{FF2B5EF4-FFF2-40B4-BE49-F238E27FC236}">
                  <a16:creationId xmlns:a16="http://schemas.microsoft.com/office/drawing/2014/main" id="{988FA82D-26DD-2446-871B-4FBCD5FE6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2" name="Rectangle 279">
              <a:extLst>
                <a:ext uri="{FF2B5EF4-FFF2-40B4-BE49-F238E27FC236}">
                  <a16:creationId xmlns:a16="http://schemas.microsoft.com/office/drawing/2014/main" id="{E4B9CCE7-0279-6143-BB4D-1198F3326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33" name="Group 280">
              <a:extLst>
                <a:ext uri="{FF2B5EF4-FFF2-40B4-BE49-F238E27FC236}">
                  <a16:creationId xmlns:a16="http://schemas.microsoft.com/office/drawing/2014/main" id="{2924B866-539E-1244-B043-D51911A295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8" name="AutoShape 281">
                <a:extLst>
                  <a:ext uri="{FF2B5EF4-FFF2-40B4-BE49-F238E27FC236}">
                    <a16:creationId xmlns:a16="http://schemas.microsoft.com/office/drawing/2014/main" id="{BDE3646A-4204-5046-942C-15C165338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9" name="AutoShape 282">
                <a:extLst>
                  <a:ext uri="{FF2B5EF4-FFF2-40B4-BE49-F238E27FC236}">
                    <a16:creationId xmlns:a16="http://schemas.microsoft.com/office/drawing/2014/main" id="{6DE9F0CF-D5ED-704E-8142-3345FC3BB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34" name="Rectangle 283">
              <a:extLst>
                <a:ext uri="{FF2B5EF4-FFF2-40B4-BE49-F238E27FC236}">
                  <a16:creationId xmlns:a16="http://schemas.microsoft.com/office/drawing/2014/main" id="{657D3494-75CD-034E-9543-256927444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35" name="Group 284">
              <a:extLst>
                <a:ext uri="{FF2B5EF4-FFF2-40B4-BE49-F238E27FC236}">
                  <a16:creationId xmlns:a16="http://schemas.microsoft.com/office/drawing/2014/main" id="{3B21D6B8-9A13-CB4D-A567-07369736D7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6" name="AutoShape 285">
                <a:extLst>
                  <a:ext uri="{FF2B5EF4-FFF2-40B4-BE49-F238E27FC236}">
                    <a16:creationId xmlns:a16="http://schemas.microsoft.com/office/drawing/2014/main" id="{6F0CB466-469D-3F45-BE66-39F561D60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7" name="AutoShape 286">
                <a:extLst>
                  <a:ext uri="{FF2B5EF4-FFF2-40B4-BE49-F238E27FC236}">
                    <a16:creationId xmlns:a16="http://schemas.microsoft.com/office/drawing/2014/main" id="{29D719D4-E1C6-604A-8870-549D67683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36" name="Rectangle 287">
              <a:extLst>
                <a:ext uri="{FF2B5EF4-FFF2-40B4-BE49-F238E27FC236}">
                  <a16:creationId xmlns:a16="http://schemas.microsoft.com/office/drawing/2014/main" id="{0D71907F-6787-7144-A19B-418733EE1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7" name="Rectangle 288">
              <a:extLst>
                <a:ext uri="{FF2B5EF4-FFF2-40B4-BE49-F238E27FC236}">
                  <a16:creationId xmlns:a16="http://schemas.microsoft.com/office/drawing/2014/main" id="{35AED19C-A1F1-AC46-914C-8F5D6F4BC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38" name="Group 289">
              <a:extLst>
                <a:ext uri="{FF2B5EF4-FFF2-40B4-BE49-F238E27FC236}">
                  <a16:creationId xmlns:a16="http://schemas.microsoft.com/office/drawing/2014/main" id="{45D31D32-5A14-5742-954A-BA17509AC6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4" name="AutoShape 290">
                <a:extLst>
                  <a:ext uri="{FF2B5EF4-FFF2-40B4-BE49-F238E27FC236}">
                    <a16:creationId xmlns:a16="http://schemas.microsoft.com/office/drawing/2014/main" id="{FBB57FC3-B7A2-A541-9EC0-D57A59BBEF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5" name="AutoShape 291">
                <a:extLst>
                  <a:ext uri="{FF2B5EF4-FFF2-40B4-BE49-F238E27FC236}">
                    <a16:creationId xmlns:a16="http://schemas.microsoft.com/office/drawing/2014/main" id="{52BE3087-7497-914D-B468-02CDAA58D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39" name="Freeform 292">
              <a:extLst>
                <a:ext uri="{FF2B5EF4-FFF2-40B4-BE49-F238E27FC236}">
                  <a16:creationId xmlns:a16="http://schemas.microsoft.com/office/drawing/2014/main" id="{5070ED80-559E-4540-964B-D73009E42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40" name="Group 293">
              <a:extLst>
                <a:ext uri="{FF2B5EF4-FFF2-40B4-BE49-F238E27FC236}">
                  <a16:creationId xmlns:a16="http://schemas.microsoft.com/office/drawing/2014/main" id="{30993F73-047D-CD47-96E3-F759940430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52" name="AutoShape 294">
                <a:extLst>
                  <a:ext uri="{FF2B5EF4-FFF2-40B4-BE49-F238E27FC236}">
                    <a16:creationId xmlns:a16="http://schemas.microsoft.com/office/drawing/2014/main" id="{F253CC19-7627-6043-A479-C0AADFD1B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3" name="AutoShape 295">
                <a:extLst>
                  <a:ext uri="{FF2B5EF4-FFF2-40B4-BE49-F238E27FC236}">
                    <a16:creationId xmlns:a16="http://schemas.microsoft.com/office/drawing/2014/main" id="{9818C9E1-67F5-5D42-8D8A-BFA567194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41" name="Rectangle 296">
              <a:extLst>
                <a:ext uri="{FF2B5EF4-FFF2-40B4-BE49-F238E27FC236}">
                  <a16:creationId xmlns:a16="http://schemas.microsoft.com/office/drawing/2014/main" id="{D263AAA2-92D9-9A4A-9D5F-0CEC89CD0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2" name="Freeform 297">
              <a:extLst>
                <a:ext uri="{FF2B5EF4-FFF2-40B4-BE49-F238E27FC236}">
                  <a16:creationId xmlns:a16="http://schemas.microsoft.com/office/drawing/2014/main" id="{51AD4C3A-6939-3B47-91CC-E1A0D3A3E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3" name="Freeform 298">
              <a:extLst>
                <a:ext uri="{FF2B5EF4-FFF2-40B4-BE49-F238E27FC236}">
                  <a16:creationId xmlns:a16="http://schemas.microsoft.com/office/drawing/2014/main" id="{023E9D5F-D41C-8A48-B73A-4E4F43755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4" name="Oval 299">
              <a:extLst>
                <a:ext uri="{FF2B5EF4-FFF2-40B4-BE49-F238E27FC236}">
                  <a16:creationId xmlns:a16="http://schemas.microsoft.com/office/drawing/2014/main" id="{C4126737-BE73-B444-BC40-5B679E6E1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5" name="Freeform 300">
              <a:extLst>
                <a:ext uri="{FF2B5EF4-FFF2-40B4-BE49-F238E27FC236}">
                  <a16:creationId xmlns:a16="http://schemas.microsoft.com/office/drawing/2014/main" id="{567B6CFD-A1A1-094D-8F7C-5A9EF1AB0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6" name="AutoShape 301">
              <a:extLst>
                <a:ext uri="{FF2B5EF4-FFF2-40B4-BE49-F238E27FC236}">
                  <a16:creationId xmlns:a16="http://schemas.microsoft.com/office/drawing/2014/main" id="{3B7B7519-C492-8348-B873-C01A2103E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7" name="AutoShape 302">
              <a:extLst>
                <a:ext uri="{FF2B5EF4-FFF2-40B4-BE49-F238E27FC236}">
                  <a16:creationId xmlns:a16="http://schemas.microsoft.com/office/drawing/2014/main" id="{0AEDB1EF-7012-ED44-8FBC-F1B714A63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8" name="Oval 303">
              <a:extLst>
                <a:ext uri="{FF2B5EF4-FFF2-40B4-BE49-F238E27FC236}">
                  <a16:creationId xmlns:a16="http://schemas.microsoft.com/office/drawing/2014/main" id="{BA640DBB-C29F-A54E-BE9A-180B14269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9" name="Oval 304">
              <a:extLst>
                <a:ext uri="{FF2B5EF4-FFF2-40B4-BE49-F238E27FC236}">
                  <a16:creationId xmlns:a16="http://schemas.microsoft.com/office/drawing/2014/main" id="{2F7F78D4-9C68-A84C-8801-9C057B8C1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50" name="Oval 305">
              <a:extLst>
                <a:ext uri="{FF2B5EF4-FFF2-40B4-BE49-F238E27FC236}">
                  <a16:creationId xmlns:a16="http://schemas.microsoft.com/office/drawing/2014/main" id="{3D213A7E-B9E9-694B-8ED3-47609E49D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" name="Rectangle 306">
              <a:extLst>
                <a:ext uri="{FF2B5EF4-FFF2-40B4-BE49-F238E27FC236}">
                  <a16:creationId xmlns:a16="http://schemas.microsoft.com/office/drawing/2014/main" id="{4F8B5B78-3482-8142-BC2B-1825AA302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93" name="Group 340">
            <a:extLst>
              <a:ext uri="{FF2B5EF4-FFF2-40B4-BE49-F238E27FC236}">
                <a16:creationId xmlns:a16="http://schemas.microsoft.com/office/drawing/2014/main" id="{3B951C82-D444-224D-9348-99C19D9166DC}"/>
              </a:ext>
            </a:extLst>
          </p:cNvPr>
          <p:cNvGrpSpPr>
            <a:grpSpLocks/>
          </p:cNvGrpSpPr>
          <p:nvPr/>
        </p:nvGrpSpPr>
        <p:grpSpPr bwMode="auto">
          <a:xfrm>
            <a:off x="8396192" y="5170758"/>
            <a:ext cx="525463" cy="557213"/>
            <a:chOff x="-44" y="1473"/>
            <a:chExt cx="981" cy="1105"/>
          </a:xfrm>
        </p:grpSpPr>
        <p:pic>
          <p:nvPicPr>
            <p:cNvPr id="494" name="Picture 341" descr="desktop_computer_stylized_medium">
              <a:extLst>
                <a:ext uri="{FF2B5EF4-FFF2-40B4-BE49-F238E27FC236}">
                  <a16:creationId xmlns:a16="http://schemas.microsoft.com/office/drawing/2014/main" id="{A2EB07C0-0A48-8944-B12C-316C163FF0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342">
              <a:extLst>
                <a:ext uri="{FF2B5EF4-FFF2-40B4-BE49-F238E27FC236}">
                  <a16:creationId xmlns:a16="http://schemas.microsoft.com/office/drawing/2014/main" id="{2E93558C-0361-464A-9337-3AA86EC1D4B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96" name="Group 343">
            <a:extLst>
              <a:ext uri="{FF2B5EF4-FFF2-40B4-BE49-F238E27FC236}">
                <a16:creationId xmlns:a16="http://schemas.microsoft.com/office/drawing/2014/main" id="{B96E9301-59D5-4D4B-95C3-D8F5D00E370A}"/>
              </a:ext>
            </a:extLst>
          </p:cNvPr>
          <p:cNvGrpSpPr>
            <a:grpSpLocks/>
          </p:cNvGrpSpPr>
          <p:nvPr/>
        </p:nvGrpSpPr>
        <p:grpSpPr bwMode="auto">
          <a:xfrm>
            <a:off x="8920067" y="5159646"/>
            <a:ext cx="525463" cy="557212"/>
            <a:chOff x="-44" y="1473"/>
            <a:chExt cx="981" cy="1105"/>
          </a:xfrm>
        </p:grpSpPr>
        <p:pic>
          <p:nvPicPr>
            <p:cNvPr id="497" name="Picture 344" descr="desktop_computer_stylized_medium">
              <a:extLst>
                <a:ext uri="{FF2B5EF4-FFF2-40B4-BE49-F238E27FC236}">
                  <a16:creationId xmlns:a16="http://schemas.microsoft.com/office/drawing/2014/main" id="{A8402C6A-6509-0642-B84E-51B8097E13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8" name="Freeform 345">
              <a:extLst>
                <a:ext uri="{FF2B5EF4-FFF2-40B4-BE49-F238E27FC236}">
                  <a16:creationId xmlns:a16="http://schemas.microsoft.com/office/drawing/2014/main" id="{6E7E5B0F-1FE1-6A4B-BCDC-96E210FCE58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521" name="Group 520">
            <a:extLst>
              <a:ext uri="{FF2B5EF4-FFF2-40B4-BE49-F238E27FC236}">
                <a16:creationId xmlns:a16="http://schemas.microsoft.com/office/drawing/2014/main" id="{8E1A0307-E695-FC42-983B-9915B98768EC}"/>
              </a:ext>
            </a:extLst>
          </p:cNvPr>
          <p:cNvGrpSpPr/>
          <p:nvPr/>
        </p:nvGrpSpPr>
        <p:grpSpPr>
          <a:xfrm>
            <a:off x="8988913" y="3095664"/>
            <a:ext cx="889089" cy="466491"/>
            <a:chOff x="7493876" y="2774731"/>
            <a:chExt cx="1481958" cy="894622"/>
          </a:xfrm>
        </p:grpSpPr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DC9856E7-1969-524C-8F21-65D77697BD0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23" name="Oval 522">
              <a:extLst>
                <a:ext uri="{FF2B5EF4-FFF2-40B4-BE49-F238E27FC236}">
                  <a16:creationId xmlns:a16="http://schemas.microsoft.com/office/drawing/2014/main" id="{FFDA8F93-2C48-6A4A-9D27-9AECFC5B94B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24" name="Group 523">
              <a:extLst>
                <a:ext uri="{FF2B5EF4-FFF2-40B4-BE49-F238E27FC236}">
                  <a16:creationId xmlns:a16="http://schemas.microsoft.com/office/drawing/2014/main" id="{C7EC4B67-EB13-E647-A5CD-E91C5D1F40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6145C3A8-D719-B744-9DC6-51E7FB72118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92F9C394-34C8-3D42-ACE0-014520ED0D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3E34F096-DAE4-6D4F-9026-F07CB5FB9F7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8" name="Freeform 527">
                <a:extLst>
                  <a:ext uri="{FF2B5EF4-FFF2-40B4-BE49-F238E27FC236}">
                    <a16:creationId xmlns:a16="http://schemas.microsoft.com/office/drawing/2014/main" id="{3D175E3D-A4A7-3F4E-8C6B-A59321AD72E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B2C32989-94BE-1349-908C-1DF72CEEA243}"/>
              </a:ext>
            </a:extLst>
          </p:cNvPr>
          <p:cNvGrpSpPr/>
          <p:nvPr/>
        </p:nvGrpSpPr>
        <p:grpSpPr>
          <a:xfrm>
            <a:off x="8967576" y="4437217"/>
            <a:ext cx="889089" cy="466491"/>
            <a:chOff x="7493876" y="2774731"/>
            <a:chExt cx="1481958" cy="894622"/>
          </a:xfrm>
        </p:grpSpPr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C2991A41-3005-6140-8488-3B5A28439B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12" name="Oval 511">
              <a:extLst>
                <a:ext uri="{FF2B5EF4-FFF2-40B4-BE49-F238E27FC236}">
                  <a16:creationId xmlns:a16="http://schemas.microsoft.com/office/drawing/2014/main" id="{49B8AB88-8810-704D-9300-A83DE18C86C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13" name="Group 512">
              <a:extLst>
                <a:ext uri="{FF2B5EF4-FFF2-40B4-BE49-F238E27FC236}">
                  <a16:creationId xmlns:a16="http://schemas.microsoft.com/office/drawing/2014/main" id="{9DCFAF85-9D5F-BD4E-92DB-E7931A4466B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14" name="Freeform 513">
                <a:extLst>
                  <a:ext uri="{FF2B5EF4-FFF2-40B4-BE49-F238E27FC236}">
                    <a16:creationId xmlns:a16="http://schemas.microsoft.com/office/drawing/2014/main" id="{EB001B67-F654-CF4C-934D-354F339EBA6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5" name="Freeform 514">
                <a:extLst>
                  <a:ext uri="{FF2B5EF4-FFF2-40B4-BE49-F238E27FC236}">
                    <a16:creationId xmlns:a16="http://schemas.microsoft.com/office/drawing/2014/main" id="{C0D4D273-34F9-9640-8CF6-6EF497AEF3E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6" name="Freeform 515">
                <a:extLst>
                  <a:ext uri="{FF2B5EF4-FFF2-40B4-BE49-F238E27FC236}">
                    <a16:creationId xmlns:a16="http://schemas.microsoft.com/office/drawing/2014/main" id="{14D9297A-8D94-304C-9142-46F6B69902F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7" name="Freeform 516">
                <a:extLst>
                  <a:ext uri="{FF2B5EF4-FFF2-40B4-BE49-F238E27FC236}">
                    <a16:creationId xmlns:a16="http://schemas.microsoft.com/office/drawing/2014/main" id="{18D26BD9-84B6-C74F-8936-105C5777BB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C1B9D561-2CE1-E94C-A5B6-6D386991296C}"/>
              </a:ext>
            </a:extLst>
          </p:cNvPr>
          <p:cNvGrpSpPr/>
          <p:nvPr/>
        </p:nvGrpSpPr>
        <p:grpSpPr>
          <a:xfrm>
            <a:off x="9339961" y="4807753"/>
            <a:ext cx="811212" cy="1033463"/>
            <a:chOff x="9001301" y="5550914"/>
            <a:chExt cx="811212" cy="1033463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A298426B-04DE-A940-931E-BDC464270408}"/>
                </a:ext>
              </a:extLst>
            </p:cNvPr>
            <p:cNvSpPr/>
            <p:nvPr/>
          </p:nvSpPr>
          <p:spPr>
            <a:xfrm>
              <a:off x="9001301" y="5550914"/>
              <a:ext cx="811212" cy="1033463"/>
            </a:xfrm>
            <a:prstGeom prst="ellipse">
              <a:avLst/>
            </a:prstGeom>
            <a:solidFill>
              <a:srgbClr val="C000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738995C0-BBC9-804D-85E8-324290F772D6}"/>
                </a:ext>
              </a:extLst>
            </p:cNvPr>
            <p:cNvGrpSpPr/>
            <p:nvPr/>
          </p:nvGrpSpPr>
          <p:grpSpPr>
            <a:xfrm>
              <a:off x="9256094" y="5631762"/>
              <a:ext cx="377825" cy="800176"/>
              <a:chOff x="10907888" y="5189290"/>
              <a:chExt cx="377825" cy="800176"/>
            </a:xfrm>
          </p:grpSpPr>
          <p:sp>
            <p:nvSpPr>
              <p:cNvPr id="266" name="Line 80">
                <a:extLst>
                  <a:ext uri="{FF2B5EF4-FFF2-40B4-BE49-F238E27FC236}">
                    <a16:creationId xmlns:a16="http://schemas.microsoft.com/office/drawing/2014/main" id="{DC2C9F57-B9EB-1941-A689-B13B8950BD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66625" y="5189290"/>
                <a:ext cx="76200" cy="32226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460" name="Group 307">
                <a:extLst>
                  <a:ext uri="{FF2B5EF4-FFF2-40B4-BE49-F238E27FC236}">
                    <a16:creationId xmlns:a16="http://schemas.microsoft.com/office/drawing/2014/main" id="{EBBCE30B-4C00-0843-BA56-FF3F98DF9C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907888" y="5413204"/>
                <a:ext cx="377825" cy="576262"/>
                <a:chOff x="4140" y="429"/>
                <a:chExt cx="1425" cy="2396"/>
              </a:xfrm>
            </p:grpSpPr>
            <p:sp>
              <p:nvSpPr>
                <p:cNvPr id="461" name="Freeform 308">
                  <a:extLst>
                    <a:ext uri="{FF2B5EF4-FFF2-40B4-BE49-F238E27FC236}">
                      <a16:creationId xmlns:a16="http://schemas.microsoft.com/office/drawing/2014/main" id="{83748550-5535-714B-A011-5732D5AB9F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62" name="Rectangle 309">
                  <a:extLst>
                    <a:ext uri="{FF2B5EF4-FFF2-40B4-BE49-F238E27FC236}">
                      <a16:creationId xmlns:a16="http://schemas.microsoft.com/office/drawing/2014/main" id="{9EDD97E5-06A3-F844-AC12-86FF0C9889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6" y="429"/>
                  <a:ext cx="1048" cy="2284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63" name="Freeform 310">
                  <a:extLst>
                    <a:ext uri="{FF2B5EF4-FFF2-40B4-BE49-F238E27FC236}">
                      <a16:creationId xmlns:a16="http://schemas.microsoft.com/office/drawing/2014/main" id="{70945480-4E5A-4D4D-9CB5-2EE3B8B723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64" name="Freeform 311">
                  <a:extLst>
                    <a:ext uri="{FF2B5EF4-FFF2-40B4-BE49-F238E27FC236}">
                      <a16:creationId xmlns:a16="http://schemas.microsoft.com/office/drawing/2014/main" id="{2D50B6AC-633A-E648-9313-0B33331842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65" name="Rectangle 312">
                  <a:extLst>
                    <a:ext uri="{FF2B5EF4-FFF2-40B4-BE49-F238E27FC236}">
                      <a16:creationId xmlns:a16="http://schemas.microsoft.com/office/drawing/2014/main" id="{47F72229-4C07-FF49-B907-A9D7C03797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2" y="693"/>
                  <a:ext cx="599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466" name="Group 313">
                  <a:extLst>
                    <a:ext uri="{FF2B5EF4-FFF2-40B4-BE49-F238E27FC236}">
                      <a16:creationId xmlns:a16="http://schemas.microsoft.com/office/drawing/2014/main" id="{A42FF10A-615B-304D-8C35-154C0E4C578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491" name="AutoShape 314">
                    <a:extLst>
                      <a:ext uri="{FF2B5EF4-FFF2-40B4-BE49-F238E27FC236}">
                        <a16:creationId xmlns:a16="http://schemas.microsoft.com/office/drawing/2014/main" id="{34A57301-3C4F-8449-804B-13CE58B484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7"/>
                    <a:ext cx="725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92" name="AutoShape 315">
                    <a:extLst>
                      <a:ext uri="{FF2B5EF4-FFF2-40B4-BE49-F238E27FC236}">
                        <a16:creationId xmlns:a16="http://schemas.microsoft.com/office/drawing/2014/main" id="{9A1FA8F9-C3C6-0F4F-92B5-0F88F3CADE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1" y="2586"/>
                    <a:ext cx="695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467" name="Rectangle 316">
                  <a:extLst>
                    <a:ext uri="{FF2B5EF4-FFF2-40B4-BE49-F238E27FC236}">
                      <a16:creationId xmlns:a16="http://schemas.microsoft.com/office/drawing/2014/main" id="{9C19D553-23E1-C642-BE27-380720AFE3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4" y="1016"/>
                  <a:ext cx="599" cy="5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468" name="Group 317">
                  <a:extLst>
                    <a:ext uri="{FF2B5EF4-FFF2-40B4-BE49-F238E27FC236}">
                      <a16:creationId xmlns:a16="http://schemas.microsoft.com/office/drawing/2014/main" id="{BA84A45F-1D87-2D4A-ADC6-FBD0F07175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489" name="AutoShape 318">
                    <a:extLst>
                      <a:ext uri="{FF2B5EF4-FFF2-40B4-BE49-F238E27FC236}">
                        <a16:creationId xmlns:a16="http://schemas.microsoft.com/office/drawing/2014/main" id="{9967BFD2-AF98-6C48-9664-709DAD7F64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71"/>
                    <a:ext cx="725" cy="137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90" name="AutoShape 319">
                    <a:extLst>
                      <a:ext uri="{FF2B5EF4-FFF2-40B4-BE49-F238E27FC236}">
                        <a16:creationId xmlns:a16="http://schemas.microsoft.com/office/drawing/2014/main" id="{98F66D34-8A75-524A-85C0-CD7FBB2309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4"/>
                    <a:ext cx="695" cy="11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469" name="Rectangle 320">
                  <a:extLst>
                    <a:ext uri="{FF2B5EF4-FFF2-40B4-BE49-F238E27FC236}">
                      <a16:creationId xmlns:a16="http://schemas.microsoft.com/office/drawing/2014/main" id="{C6107AE3-3C09-A34C-964D-28157ABBDF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8" y="1360"/>
                  <a:ext cx="593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0" name="Rectangle 321">
                  <a:extLst>
                    <a:ext uri="{FF2B5EF4-FFF2-40B4-BE49-F238E27FC236}">
                      <a16:creationId xmlns:a16="http://schemas.microsoft.com/office/drawing/2014/main" id="{737FBD85-26B2-914A-8B0D-606EB3EDB4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7"/>
                  <a:ext cx="593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471" name="Group 322">
                  <a:extLst>
                    <a:ext uri="{FF2B5EF4-FFF2-40B4-BE49-F238E27FC236}">
                      <a16:creationId xmlns:a16="http://schemas.microsoft.com/office/drawing/2014/main" id="{E5A59E91-C5CD-894D-8213-3909A8CC3A4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487" name="AutoShape 323">
                    <a:extLst>
                      <a:ext uri="{FF2B5EF4-FFF2-40B4-BE49-F238E27FC236}">
                        <a16:creationId xmlns:a16="http://schemas.microsoft.com/office/drawing/2014/main" id="{8962A917-2AE1-7242-B9FB-8E9263A510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71"/>
                    <a:ext cx="731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88" name="AutoShape 324">
                    <a:extLst>
                      <a:ext uri="{FF2B5EF4-FFF2-40B4-BE49-F238E27FC236}">
                        <a16:creationId xmlns:a16="http://schemas.microsoft.com/office/drawing/2014/main" id="{97C18552-37AD-CE49-8BBD-05E8608B61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9"/>
                    <a:ext cx="701" cy="9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472" name="Freeform 325">
                  <a:extLst>
                    <a:ext uri="{FF2B5EF4-FFF2-40B4-BE49-F238E27FC236}">
                      <a16:creationId xmlns:a16="http://schemas.microsoft.com/office/drawing/2014/main" id="{426DAACD-E1F3-7E44-9DC7-B1A44414FA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473" name="Group 326">
                  <a:extLst>
                    <a:ext uri="{FF2B5EF4-FFF2-40B4-BE49-F238E27FC236}">
                      <a16:creationId xmlns:a16="http://schemas.microsoft.com/office/drawing/2014/main" id="{73D89D04-968E-6442-873B-B8D1778FD27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485" name="AutoShape 327">
                    <a:extLst>
                      <a:ext uri="{FF2B5EF4-FFF2-40B4-BE49-F238E27FC236}">
                        <a16:creationId xmlns:a16="http://schemas.microsoft.com/office/drawing/2014/main" id="{6065DB5E-95E8-8643-B0FE-6CB09E8FDB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4" y="2568"/>
                    <a:ext cx="723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86" name="AutoShape 328">
                    <a:extLst>
                      <a:ext uri="{FF2B5EF4-FFF2-40B4-BE49-F238E27FC236}">
                        <a16:creationId xmlns:a16="http://schemas.microsoft.com/office/drawing/2014/main" id="{F973A90F-0F3C-F744-97ED-8AAC23F79D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1"/>
                    <a:ext cx="694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474" name="Rectangle 329">
                  <a:extLst>
                    <a:ext uri="{FF2B5EF4-FFF2-40B4-BE49-F238E27FC236}">
                      <a16:creationId xmlns:a16="http://schemas.microsoft.com/office/drawing/2014/main" id="{F4ADD3E7-CF4E-ED4B-B276-1E6A7B9D41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8" y="429"/>
                  <a:ext cx="72" cy="229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5" name="Freeform 330">
                  <a:extLst>
                    <a:ext uri="{FF2B5EF4-FFF2-40B4-BE49-F238E27FC236}">
                      <a16:creationId xmlns:a16="http://schemas.microsoft.com/office/drawing/2014/main" id="{1CEE161A-40E6-604E-B7AD-3830C72F6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6" name="Freeform 331">
                  <a:extLst>
                    <a:ext uri="{FF2B5EF4-FFF2-40B4-BE49-F238E27FC236}">
                      <a16:creationId xmlns:a16="http://schemas.microsoft.com/office/drawing/2014/main" id="{40DF445E-B42A-CF43-806C-B86CD00176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7" name="Oval 332">
                  <a:extLst>
                    <a:ext uri="{FF2B5EF4-FFF2-40B4-BE49-F238E27FC236}">
                      <a16:creationId xmlns:a16="http://schemas.microsoft.com/office/drawing/2014/main" id="{4AA850BD-AD7E-884D-BB50-C36880F437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7" y="2614"/>
                  <a:ext cx="48" cy="92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8" name="Freeform 333">
                  <a:extLst>
                    <a:ext uri="{FF2B5EF4-FFF2-40B4-BE49-F238E27FC236}">
                      <a16:creationId xmlns:a16="http://schemas.microsoft.com/office/drawing/2014/main" id="{04990E0C-FF14-0448-9208-F0CB93DA52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9" name="AutoShape 334">
                  <a:extLst>
                    <a:ext uri="{FF2B5EF4-FFF2-40B4-BE49-F238E27FC236}">
                      <a16:creationId xmlns:a16="http://schemas.microsoft.com/office/drawing/2014/main" id="{29F22CD1-333F-2444-8E27-DB06458666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80"/>
                  <a:ext cx="1197" cy="145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80" name="AutoShape 335">
                  <a:extLst>
                    <a:ext uri="{FF2B5EF4-FFF2-40B4-BE49-F238E27FC236}">
                      <a16:creationId xmlns:a16="http://schemas.microsoft.com/office/drawing/2014/main" id="{9522690A-CB4D-3F4F-855E-313DECF4F1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6" y="2713"/>
                  <a:ext cx="1072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81" name="Oval 336">
                  <a:extLst>
                    <a:ext uri="{FF2B5EF4-FFF2-40B4-BE49-F238E27FC236}">
                      <a16:creationId xmlns:a16="http://schemas.microsoft.com/office/drawing/2014/main" id="{749723D7-4892-4246-90CC-F3A241CAD0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8" y="2383"/>
                  <a:ext cx="156" cy="14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82" name="Oval 337">
                  <a:extLst>
                    <a:ext uri="{FF2B5EF4-FFF2-40B4-BE49-F238E27FC236}">
                      <a16:creationId xmlns:a16="http://schemas.microsoft.com/office/drawing/2014/main" id="{B774EC24-F0E4-0846-B90E-1164E93324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7" y="2383"/>
                  <a:ext cx="162" cy="14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83" name="Oval 338">
                  <a:extLst>
                    <a:ext uri="{FF2B5EF4-FFF2-40B4-BE49-F238E27FC236}">
                      <a16:creationId xmlns:a16="http://schemas.microsoft.com/office/drawing/2014/main" id="{2751493B-E933-8A4F-BE77-A10013F6A4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1" y="2383"/>
                  <a:ext cx="162" cy="139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84" name="Rectangle 339">
                  <a:extLst>
                    <a:ext uri="{FF2B5EF4-FFF2-40B4-BE49-F238E27FC236}">
                      <a16:creationId xmlns:a16="http://schemas.microsoft.com/office/drawing/2014/main" id="{635CA67E-C290-3742-9D2C-39D9B69DB5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2" y="1835"/>
                  <a:ext cx="84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</p:grpSp>
      <p:sp>
        <p:nvSpPr>
          <p:cNvPr id="251" name="Text Box 98">
            <a:extLst>
              <a:ext uri="{FF2B5EF4-FFF2-40B4-BE49-F238E27FC236}">
                <a16:creationId xmlns:a16="http://schemas.microsoft.com/office/drawing/2014/main" id="{40BB819D-0723-5748-B260-0AF0BBAC27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3782" y="5793184"/>
            <a:ext cx="1641796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local web cache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2" name="Rectangle 4">
            <a:extLst>
              <a:ext uri="{FF2B5EF4-FFF2-40B4-BE49-F238E27FC236}">
                <a16:creationId xmlns:a16="http://schemas.microsoft.com/office/drawing/2014/main" id="{5292EFEC-88AD-0B46-B2E3-643489D30B9D}"/>
              </a:ext>
            </a:extLst>
          </p:cNvPr>
          <p:cNvSpPr txBox="1">
            <a:spLocks noChangeArrowheads="1"/>
          </p:cNvSpPr>
          <p:nvPr/>
        </p:nvSpPr>
        <p:spPr>
          <a:xfrm>
            <a:off x="889002" y="1405471"/>
            <a:ext cx="6166171" cy="1744128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5875" marR="0" lvl="0" indent="0" algn="l" defTabSz="914400" rtl="0" eaLnBrk="1" fontAlgn="auto" latinLnBrk="0" hangingPunct="1">
              <a:lnSpc>
                <a:spcPct val="11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>
                <a:tab pos="53975" algn="l"/>
                <a:tab pos="576263" algn="l"/>
              </a:tabLst>
              <a:defRPr/>
            </a:pPr>
            <a:r>
              <a:rPr kumimoji="0" lang="en-US" alt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suppose cache hit rate is 0.4:  </a:t>
            </a:r>
          </a:p>
          <a:p>
            <a:pPr marL="352425" marR="0" lvl="0" indent="-231775" algn="l" defTabSz="914400" rtl="0" eaLnBrk="1" fontAlgn="auto" latinLnBrk="0" hangingPunct="1">
              <a:lnSpc>
                <a:spcPct val="11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3975" algn="l"/>
                <a:tab pos="576263" algn="l"/>
              </a:tabLst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40% requests served by cache, with low (msec) delay </a:t>
            </a:r>
          </a:p>
          <a:p>
            <a:pPr marL="228600" marR="0" lvl="0" indent="-22860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>
                <a:tab pos="576263" algn="l"/>
              </a:tabLst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 </a:t>
            </a:r>
          </a:p>
        </p:txBody>
      </p:sp>
      <p:sp>
        <p:nvSpPr>
          <p:cNvPr id="253" name="Rectangle 4">
            <a:extLst>
              <a:ext uri="{FF2B5EF4-FFF2-40B4-BE49-F238E27FC236}">
                <a16:creationId xmlns:a16="http://schemas.microsoft.com/office/drawing/2014/main" id="{0C139AEE-1F5A-A64B-9C16-223417C8CB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219" y="2685374"/>
            <a:ext cx="6168360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576263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60% requests satisfied at origin </a:t>
            </a:r>
          </a:p>
          <a:p>
            <a:pPr marL="406400" marR="0" lvl="1" indent="-1698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tabLst>
                <a:tab pos="457200" algn="l"/>
              </a:tabLst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charset="0"/>
                <a:cs typeface="ＭＳ Ｐゴシック" charset="0"/>
              </a:rPr>
              <a:t> rate to browsers over access link </a:t>
            </a:r>
          </a:p>
          <a:p>
            <a:pPr marL="457200" marR="0" lvl="1" indent="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ZapfDingbats" charset="0"/>
              <a:buNone/>
              <a:tabLst>
                <a:tab pos="576263" algn="l"/>
              </a:tabLst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charset="0"/>
                <a:cs typeface="ＭＳ Ｐゴシック" charset="0"/>
              </a:rPr>
              <a:t>       = 0.6 * 1.50 Mbps  =  .9 Mbps </a:t>
            </a:r>
          </a:p>
          <a:p>
            <a:pPr marL="473075" marR="0" lvl="1" indent="-287338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Pct val="100000"/>
              <a:buFont typeface="Arial" panose="020B0604020202020204" pitchFamily="34" charset="0"/>
              <a:buChar char="•"/>
              <a:tabLst>
                <a:tab pos="576263" algn="l"/>
              </a:tabLst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charset="0"/>
                <a:cs typeface="ＭＳ Ｐゴシック" charset="0"/>
              </a:rPr>
              <a:t>access link utilization = 0.9/1.54 = .58 means low (msec) queueing delay at access link</a:t>
            </a:r>
          </a:p>
        </p:txBody>
      </p:sp>
      <p:sp>
        <p:nvSpPr>
          <p:cNvPr id="271" name="Rectangle 4">
            <a:extLst>
              <a:ext uri="{FF2B5EF4-FFF2-40B4-BE49-F238E27FC236}">
                <a16:creationId xmlns:a16="http://schemas.microsoft.com/office/drawing/2014/main" id="{D2059C01-2D9C-6C48-A831-71AE55D0D0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9326" y="4570944"/>
            <a:ext cx="6438281" cy="149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5750" marR="0" lvl="0" indent="-220663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576263" algn="l"/>
              </a:tabLst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charset="0"/>
                <a:cs typeface="ＭＳ Ｐゴシック" charset="0"/>
              </a:rPr>
              <a:t>average end-end delay:</a:t>
            </a:r>
          </a:p>
          <a:p>
            <a:pPr marL="342900" marR="0" lvl="1" indent="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99"/>
              </a:buClr>
              <a:buSzTx/>
              <a:buFontTx/>
              <a:buNone/>
              <a:tabLst>
                <a:tab pos="576263" algn="l"/>
              </a:tabLst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charset="0"/>
                <a:cs typeface="ＭＳ Ｐゴシック" charset="0"/>
              </a:rPr>
              <a:t>=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charset="0"/>
                <a:cs typeface="ＭＳ Ｐゴシック" charset="0"/>
              </a:rPr>
              <a:t> 0.6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charset="0"/>
                <a:cs typeface="ＭＳ Ｐゴシック" charset="0"/>
              </a:rPr>
              <a:t>* (delay from origin servers)</a:t>
            </a:r>
          </a:p>
          <a:p>
            <a:pPr marL="342900" marR="0" lvl="1" indent="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99"/>
              </a:buClr>
              <a:buSzTx/>
              <a:buFontTx/>
              <a:buNone/>
              <a:tabLst>
                <a:tab pos="576263" algn="l"/>
              </a:tabLst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charset="0"/>
                <a:cs typeface="ＭＳ Ｐゴシック" charset="0"/>
              </a:rPr>
              <a:t>           +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charset="0"/>
                <a:cs typeface="ＭＳ Ｐゴシック" charset="0"/>
              </a:rPr>
              <a:t> 0.4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charset="0"/>
                <a:cs typeface="ＭＳ Ｐゴシック" charset="0"/>
              </a:rPr>
              <a:t>* (delay when satisfied at cache)</a:t>
            </a:r>
          </a:p>
          <a:p>
            <a:pPr marL="342900" marR="0" lvl="1" indent="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99"/>
              </a:buClr>
              <a:buSzTx/>
              <a:buFontTx/>
              <a:buNone/>
              <a:tabLst>
                <a:tab pos="576263" algn="l"/>
              </a:tabLst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charset="0"/>
                <a:cs typeface="ＭＳ Ｐゴシック" charset="0"/>
              </a:rPr>
              <a:t>= 0.6 (2.01) + 0.4 (~msecs) = ~ 1.2 secs</a:t>
            </a:r>
          </a:p>
          <a:p>
            <a:pPr marL="228600" marR="0" lvl="0" indent="-2286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None/>
              <a:tabLst>
                <a:tab pos="576263" algn="l"/>
              </a:tabLst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  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3ABE105-9733-D741-944B-F6DC771B29F2}"/>
              </a:ext>
            </a:extLst>
          </p:cNvPr>
          <p:cNvSpPr txBox="1"/>
          <p:nvPr/>
        </p:nvSpPr>
        <p:spPr>
          <a:xfrm>
            <a:off x="990600" y="6119336"/>
            <a:ext cx="9274975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charset="0"/>
                <a:cs typeface="ＭＳ Ｐゴシック" charset="0"/>
              </a:rPr>
              <a:t>lower average end-end delay than with 154 Mbps link (and cheaper too!)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72" name="Slide Number Placeholder 2">
            <a:extLst>
              <a:ext uri="{FF2B5EF4-FFF2-40B4-BE49-F238E27FC236}">
                <a16:creationId xmlns:a16="http://schemas.microsoft.com/office/drawing/2014/main" id="{14DEAC98-1261-9342-BC5F-A639A0695D7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645778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3" grpId="0"/>
      <p:bldP spid="271" grpId="0"/>
      <p:bldP spid="2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Browser caching: Conditional GET</a:t>
            </a:r>
            <a:endParaRPr lang="en-US" sz="4400" dirty="0"/>
          </a:p>
        </p:txBody>
      </p:sp>
      <p:sp>
        <p:nvSpPr>
          <p:cNvPr id="272" name="Rectangle 3">
            <a:extLst>
              <a:ext uri="{FF2B5EF4-FFF2-40B4-BE49-F238E27FC236}">
                <a16:creationId xmlns:a16="http://schemas.microsoft.com/office/drawing/2014/main" id="{8CBA4EFF-1AC8-A245-B998-4DDACE8C36D2}"/>
              </a:ext>
            </a:extLst>
          </p:cNvPr>
          <p:cNvSpPr txBox="1">
            <a:spLocks noChangeArrowheads="1"/>
          </p:cNvSpPr>
          <p:nvPr/>
        </p:nvSpPr>
        <p:spPr>
          <a:xfrm>
            <a:off x="714337" y="1626575"/>
            <a:ext cx="5597253" cy="513238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Goal: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don’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 send object if browser has up-to-date cached version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no object transmission delay (or use of network resources)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client: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specify date of browser-cached copy in HTTP request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If-modified-since: &lt;date&gt;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server: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response contains no object if browser-cached copy is up-to-date: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HTTP/1.0 304 Not Modified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73" name="Line 4">
            <a:extLst>
              <a:ext uri="{FF2B5EF4-FFF2-40B4-BE49-F238E27FC236}">
                <a16:creationId xmlns:a16="http://schemas.microsoft.com/office/drawing/2014/main" id="{F2F5CF00-0B08-CD49-8216-B019F02D62E4}"/>
              </a:ext>
            </a:extLst>
          </p:cNvPr>
          <p:cNvSpPr>
            <a:spLocks noChangeShapeType="1"/>
          </p:cNvSpPr>
          <p:nvPr/>
        </p:nvSpPr>
        <p:spPr bwMode="auto">
          <a:xfrm>
            <a:off x="7035490" y="2068251"/>
            <a:ext cx="3305175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74" name="Text Box 8">
            <a:extLst>
              <a:ext uri="{FF2B5EF4-FFF2-40B4-BE49-F238E27FC236}">
                <a16:creationId xmlns:a16="http://schemas.microsoft.com/office/drawing/2014/main" id="{906861D1-0EDE-1E49-A686-C17A98961A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41878" y="1952364"/>
            <a:ext cx="2681287" cy="620712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 request msg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If-modified-since: &lt;date&gt;</a:t>
            </a:r>
            <a:endParaRPr kumimoji="0" lang="en-US" altLang="en-US" sz="20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75" name="Line 9">
            <a:extLst>
              <a:ext uri="{FF2B5EF4-FFF2-40B4-BE49-F238E27FC236}">
                <a16:creationId xmlns:a16="http://schemas.microsoft.com/office/drawing/2014/main" id="{ED4D0E55-FFE9-4141-9763-499742C88EA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54540" y="2814376"/>
            <a:ext cx="3305175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276" name="Group 30">
            <a:extLst>
              <a:ext uri="{FF2B5EF4-FFF2-40B4-BE49-F238E27FC236}">
                <a16:creationId xmlns:a16="http://schemas.microsoft.com/office/drawing/2014/main" id="{F2D4CC5D-48B8-6642-A163-00E2785A7CB2}"/>
              </a:ext>
            </a:extLst>
          </p:cNvPr>
          <p:cNvGrpSpPr>
            <a:grpSpLocks/>
          </p:cNvGrpSpPr>
          <p:nvPr/>
        </p:nvGrpSpPr>
        <p:grpSpPr bwMode="auto">
          <a:xfrm>
            <a:off x="7322828" y="2808026"/>
            <a:ext cx="2643187" cy="865188"/>
            <a:chOff x="2698" y="2036"/>
            <a:chExt cx="1665" cy="545"/>
          </a:xfrm>
        </p:grpSpPr>
        <p:sp>
          <p:nvSpPr>
            <p:cNvPr id="277" name="Rectangle 10">
              <a:extLst>
                <a:ext uri="{FF2B5EF4-FFF2-40B4-BE49-F238E27FC236}">
                  <a16:creationId xmlns:a16="http://schemas.microsoft.com/office/drawing/2014/main" id="{B8FAE946-FF4C-5F4E-8634-A0F622EB3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2071"/>
              <a:ext cx="1578" cy="46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8" name="Text Box 11">
              <a:extLst>
                <a:ext uri="{FF2B5EF4-FFF2-40B4-BE49-F238E27FC236}">
                  <a16:creationId xmlns:a16="http://schemas.microsoft.com/office/drawing/2014/main" id="{D0F47DD5-D98D-8947-AE9C-C9BE59718F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98" y="2036"/>
              <a:ext cx="1665" cy="54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HTTP response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HTTP/1.0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304 Not Modified</a:t>
              </a:r>
              <a:endPara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279" name="Text Box 28">
            <a:extLst>
              <a:ext uri="{FF2B5EF4-FFF2-40B4-BE49-F238E27FC236}">
                <a16:creationId xmlns:a16="http://schemas.microsoft.com/office/drawing/2014/main" id="{FD73E46B-3F04-E648-BC54-671B5D578B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20040" y="2103176"/>
            <a:ext cx="1047750" cy="1465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object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not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modified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before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&lt;date&gt;</a:t>
            </a:r>
          </a:p>
        </p:txBody>
      </p:sp>
      <p:sp>
        <p:nvSpPr>
          <p:cNvPr id="280" name="Line 31">
            <a:extLst>
              <a:ext uri="{FF2B5EF4-FFF2-40B4-BE49-F238E27FC236}">
                <a16:creationId xmlns:a16="http://schemas.microsoft.com/office/drawing/2014/main" id="{C63FE7CD-8932-5842-A550-AB95E976B065}"/>
              </a:ext>
            </a:extLst>
          </p:cNvPr>
          <p:cNvSpPr>
            <a:spLocks noChangeShapeType="1"/>
          </p:cNvSpPr>
          <p:nvPr/>
        </p:nvSpPr>
        <p:spPr bwMode="auto">
          <a:xfrm>
            <a:off x="6792603" y="4033576"/>
            <a:ext cx="3905250" cy="0"/>
          </a:xfrm>
          <a:prstGeom prst="line">
            <a:avLst/>
          </a:prstGeom>
          <a:noFill/>
          <a:ln w="28575">
            <a:solidFill>
              <a:srgbClr val="000099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81" name="Line 32">
            <a:extLst>
              <a:ext uri="{FF2B5EF4-FFF2-40B4-BE49-F238E27FC236}">
                <a16:creationId xmlns:a16="http://schemas.microsoft.com/office/drawing/2014/main" id="{FB4BB9E8-5BA3-1A4B-A22B-B43D8797910A}"/>
              </a:ext>
            </a:extLst>
          </p:cNvPr>
          <p:cNvSpPr>
            <a:spLocks noChangeShapeType="1"/>
          </p:cNvSpPr>
          <p:nvPr/>
        </p:nvSpPr>
        <p:spPr bwMode="auto">
          <a:xfrm>
            <a:off x="7102165" y="4632064"/>
            <a:ext cx="3305175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82" name="Text Box 34">
            <a:extLst>
              <a:ext uri="{FF2B5EF4-FFF2-40B4-BE49-F238E27FC236}">
                <a16:creationId xmlns:a16="http://schemas.microsoft.com/office/drawing/2014/main" id="{EEDA71D6-F453-1A4D-98C9-B23EA89D5F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46640" y="4516176"/>
            <a:ext cx="2681288" cy="62071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 request msg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If-modified-since: &lt;date&gt;</a:t>
            </a:r>
            <a:endParaRPr kumimoji="0" lang="en-US" altLang="en-US" sz="20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83" name="Line 35">
            <a:extLst>
              <a:ext uri="{FF2B5EF4-FFF2-40B4-BE49-F238E27FC236}">
                <a16:creationId xmlns:a16="http://schemas.microsoft.com/office/drawing/2014/main" id="{8CE24BAA-3E73-704D-A359-BE2DD479246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121215" y="5411526"/>
            <a:ext cx="3305175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84" name="Text Box 38">
            <a:extLst>
              <a:ext uri="{FF2B5EF4-FFF2-40B4-BE49-F238E27FC236}">
                <a16:creationId xmlns:a16="http://schemas.microsoft.com/office/drawing/2014/main" id="{6B6CFEBF-546C-2C4A-A9DA-A2BC6976D6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65690" y="5355964"/>
            <a:ext cx="2643188" cy="1231106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 response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HTTP/1.0 200 OK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&lt;data&gt;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85" name="Text Box 39">
            <a:extLst>
              <a:ext uri="{FF2B5EF4-FFF2-40B4-BE49-F238E27FC236}">
                <a16:creationId xmlns:a16="http://schemas.microsoft.com/office/drawing/2014/main" id="{F31EAC50-5999-F949-836E-741F26435F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99415" y="4762239"/>
            <a:ext cx="1047750" cy="1190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object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modified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after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&lt;date&gt;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16DA0E8B-38E2-9342-A1EB-20A2D702A664}"/>
              </a:ext>
            </a:extLst>
          </p:cNvPr>
          <p:cNvGrpSpPr/>
          <p:nvPr/>
        </p:nvGrpSpPr>
        <p:grpSpPr>
          <a:xfrm>
            <a:off x="6311590" y="1146753"/>
            <a:ext cx="4549154" cy="787400"/>
            <a:chOff x="6311590" y="931601"/>
            <a:chExt cx="4549154" cy="787400"/>
          </a:xfrm>
        </p:grpSpPr>
        <p:sp>
          <p:nvSpPr>
            <p:cNvPr id="286" name="Text Box 5">
              <a:extLst>
                <a:ext uri="{FF2B5EF4-FFF2-40B4-BE49-F238E27FC236}">
                  <a16:creationId xmlns:a16="http://schemas.microsoft.com/office/drawing/2014/main" id="{E637D672-7B6C-1647-8EEE-A788FA28FF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1590" y="1015739"/>
              <a:ext cx="777875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client</a:t>
              </a:r>
            </a:p>
          </p:txBody>
        </p:sp>
        <p:sp>
          <p:nvSpPr>
            <p:cNvPr id="287" name="Text Box 6">
              <a:extLst>
                <a:ext uri="{FF2B5EF4-FFF2-40B4-BE49-F238E27FC236}">
                  <a16:creationId xmlns:a16="http://schemas.microsoft.com/office/drawing/2014/main" id="{5AC69B11-5115-184E-9F7C-26E36EF6DF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23785" y="1010976"/>
              <a:ext cx="83695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server</a:t>
              </a:r>
            </a:p>
          </p:txBody>
        </p:sp>
        <p:grpSp>
          <p:nvGrpSpPr>
            <p:cNvPr id="288" name="Group 34">
              <a:extLst>
                <a:ext uri="{FF2B5EF4-FFF2-40B4-BE49-F238E27FC236}">
                  <a16:creationId xmlns:a16="http://schemas.microsoft.com/office/drawing/2014/main" id="{966CD3F7-7AB2-924F-823A-58555F3217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88190" y="931601"/>
              <a:ext cx="422275" cy="685800"/>
              <a:chOff x="4140" y="429"/>
              <a:chExt cx="1425" cy="2396"/>
            </a:xfrm>
          </p:grpSpPr>
          <p:sp>
            <p:nvSpPr>
              <p:cNvPr id="289" name="Freeform 35">
                <a:extLst>
                  <a:ext uri="{FF2B5EF4-FFF2-40B4-BE49-F238E27FC236}">
                    <a16:creationId xmlns:a16="http://schemas.microsoft.com/office/drawing/2014/main" id="{8CE7E2BE-E936-F147-8C06-143889566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90" name="Rectangle 36">
                <a:extLst>
                  <a:ext uri="{FF2B5EF4-FFF2-40B4-BE49-F238E27FC236}">
                    <a16:creationId xmlns:a16="http://schemas.microsoft.com/office/drawing/2014/main" id="{A6315B9D-328B-4B4A-938A-EEDFB67D34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50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1" name="Freeform 37">
                <a:extLst>
                  <a:ext uri="{FF2B5EF4-FFF2-40B4-BE49-F238E27FC236}">
                    <a16:creationId xmlns:a16="http://schemas.microsoft.com/office/drawing/2014/main" id="{D6D629FF-99A4-C445-814B-73349ADDC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99" name="Freeform 38">
                <a:extLst>
                  <a:ext uri="{FF2B5EF4-FFF2-40B4-BE49-F238E27FC236}">
                    <a16:creationId xmlns:a16="http://schemas.microsoft.com/office/drawing/2014/main" id="{99A64A90-EA88-094D-B5BA-9DEE55C33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00" name="Rectangle 39">
                <a:extLst>
                  <a:ext uri="{FF2B5EF4-FFF2-40B4-BE49-F238E27FC236}">
                    <a16:creationId xmlns:a16="http://schemas.microsoft.com/office/drawing/2014/main" id="{4F858703-B37B-004C-96CE-22FC3EB7FA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5"/>
                <a:ext cx="600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501" name="Group 40">
                <a:extLst>
                  <a:ext uri="{FF2B5EF4-FFF2-40B4-BE49-F238E27FC236}">
                    <a16:creationId xmlns:a16="http://schemas.microsoft.com/office/drawing/2014/main" id="{94FE2F64-7E16-FF44-B770-1FF34858DF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42" name="AutoShape 41">
                  <a:extLst>
                    <a:ext uri="{FF2B5EF4-FFF2-40B4-BE49-F238E27FC236}">
                      <a16:creationId xmlns:a16="http://schemas.microsoft.com/office/drawing/2014/main" id="{FFB919DB-3DB6-2E47-9682-893EFF4503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43" name="AutoShape 42">
                  <a:extLst>
                    <a:ext uri="{FF2B5EF4-FFF2-40B4-BE49-F238E27FC236}">
                      <a16:creationId xmlns:a16="http://schemas.microsoft.com/office/drawing/2014/main" id="{4E207D69-67B1-E24E-86A3-1CFB9A8ED6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89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503" name="Rectangle 43">
                <a:extLst>
                  <a:ext uri="{FF2B5EF4-FFF2-40B4-BE49-F238E27FC236}">
                    <a16:creationId xmlns:a16="http://schemas.microsoft.com/office/drawing/2014/main" id="{B50DC330-10D1-2A4E-ACAC-FF9B40FF0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017"/>
                <a:ext cx="595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504" name="Group 44">
                <a:extLst>
                  <a:ext uri="{FF2B5EF4-FFF2-40B4-BE49-F238E27FC236}">
                    <a16:creationId xmlns:a16="http://schemas.microsoft.com/office/drawing/2014/main" id="{2E12D255-3950-B547-9406-602D45CB34C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40" name="AutoShape 45">
                  <a:extLst>
                    <a:ext uri="{FF2B5EF4-FFF2-40B4-BE49-F238E27FC236}">
                      <a16:creationId xmlns:a16="http://schemas.microsoft.com/office/drawing/2014/main" id="{BE313EB5-0E75-D64F-9B58-846AEC112D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9"/>
                  <a:ext cx="72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41" name="AutoShape 46">
                  <a:extLst>
                    <a:ext uri="{FF2B5EF4-FFF2-40B4-BE49-F238E27FC236}">
                      <a16:creationId xmlns:a16="http://schemas.microsoft.com/office/drawing/2014/main" id="{7CDD2F87-9EE6-9841-BDE1-56E95B3F00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6"/>
                  <a:ext cx="695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505" name="Rectangle 47">
                <a:extLst>
                  <a:ext uri="{FF2B5EF4-FFF2-40B4-BE49-F238E27FC236}">
                    <a16:creationId xmlns:a16="http://schemas.microsoft.com/office/drawing/2014/main" id="{A3C6AC3E-B182-224E-ABE3-984D17D8A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55"/>
                <a:ext cx="600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06" name="Rectangle 48">
                <a:extLst>
                  <a:ext uri="{FF2B5EF4-FFF2-40B4-BE49-F238E27FC236}">
                    <a16:creationId xmlns:a16="http://schemas.microsoft.com/office/drawing/2014/main" id="{D49F39F4-203C-5E48-875C-EE137013C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655"/>
                <a:ext cx="600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507" name="Group 49">
                <a:extLst>
                  <a:ext uri="{FF2B5EF4-FFF2-40B4-BE49-F238E27FC236}">
                    <a16:creationId xmlns:a16="http://schemas.microsoft.com/office/drawing/2014/main" id="{CBB7495C-CDDF-B74E-AC55-41F4E153E9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38" name="AutoShape 50">
                  <a:extLst>
                    <a:ext uri="{FF2B5EF4-FFF2-40B4-BE49-F238E27FC236}">
                      <a16:creationId xmlns:a16="http://schemas.microsoft.com/office/drawing/2014/main" id="{DBD04B1C-004E-494D-9602-0F1310B0C3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8"/>
                  <a:ext cx="727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39" name="AutoShape 51">
                  <a:extLst>
                    <a:ext uri="{FF2B5EF4-FFF2-40B4-BE49-F238E27FC236}">
                      <a16:creationId xmlns:a16="http://schemas.microsoft.com/office/drawing/2014/main" id="{3D0C8D43-BC47-E747-9FD0-5C502E897C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4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508" name="Freeform 52">
                <a:extLst>
                  <a:ext uri="{FF2B5EF4-FFF2-40B4-BE49-F238E27FC236}">
                    <a16:creationId xmlns:a16="http://schemas.microsoft.com/office/drawing/2014/main" id="{00C2FD89-F255-5B44-B5A0-4E02CB37B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509" name="Group 53">
                <a:extLst>
                  <a:ext uri="{FF2B5EF4-FFF2-40B4-BE49-F238E27FC236}">
                    <a16:creationId xmlns:a16="http://schemas.microsoft.com/office/drawing/2014/main" id="{C35E79E1-71FE-4E4A-83A2-F8C0643953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36" name="AutoShape 54">
                  <a:extLst>
                    <a:ext uri="{FF2B5EF4-FFF2-40B4-BE49-F238E27FC236}">
                      <a16:creationId xmlns:a16="http://schemas.microsoft.com/office/drawing/2014/main" id="{95A667E4-D78B-7A4C-A440-4917259D7A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8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37" name="AutoShape 55">
                  <a:extLst>
                    <a:ext uri="{FF2B5EF4-FFF2-40B4-BE49-F238E27FC236}">
                      <a16:creationId xmlns:a16="http://schemas.microsoft.com/office/drawing/2014/main" id="{ED50BD44-2B1A-A041-ACD3-EEFDC83411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5"/>
                  <a:ext cx="687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510" name="Rectangle 56">
                <a:extLst>
                  <a:ext uri="{FF2B5EF4-FFF2-40B4-BE49-F238E27FC236}">
                    <a16:creationId xmlns:a16="http://schemas.microsoft.com/office/drawing/2014/main" id="{5DA6EF43-A6D1-5A48-BBCA-48444D1A9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" y="429"/>
                <a:ext cx="70" cy="2291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18" name="Freeform 57">
                <a:extLst>
                  <a:ext uri="{FF2B5EF4-FFF2-40B4-BE49-F238E27FC236}">
                    <a16:creationId xmlns:a16="http://schemas.microsoft.com/office/drawing/2014/main" id="{3C6C8679-5D2D-A24A-B371-C4C1F50D1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9" name="Freeform 58">
                <a:extLst>
                  <a:ext uri="{FF2B5EF4-FFF2-40B4-BE49-F238E27FC236}">
                    <a16:creationId xmlns:a16="http://schemas.microsoft.com/office/drawing/2014/main" id="{84C1EB21-DBAC-5D42-A7C0-5F245901D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0" name="Oval 59">
                <a:extLst>
                  <a:ext uri="{FF2B5EF4-FFF2-40B4-BE49-F238E27FC236}">
                    <a16:creationId xmlns:a16="http://schemas.microsoft.com/office/drawing/2014/main" id="{D88785FB-A16E-B34D-8961-EB75C81E8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7" y="2609"/>
                <a:ext cx="48" cy="100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29" name="Freeform 60">
                <a:extLst>
                  <a:ext uri="{FF2B5EF4-FFF2-40B4-BE49-F238E27FC236}">
                    <a16:creationId xmlns:a16="http://schemas.microsoft.com/office/drawing/2014/main" id="{137D376C-6C12-0648-BCAA-30DCACD94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30" name="AutoShape 61">
                <a:extLst>
                  <a:ext uri="{FF2B5EF4-FFF2-40B4-BE49-F238E27FC236}">
                    <a16:creationId xmlns:a16="http://schemas.microsoft.com/office/drawing/2014/main" id="{3524D490-AC16-CF4B-AAFE-EF4C666B3F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31" name="AutoShape 62">
                <a:extLst>
                  <a:ext uri="{FF2B5EF4-FFF2-40B4-BE49-F238E27FC236}">
                    <a16:creationId xmlns:a16="http://schemas.microsoft.com/office/drawing/2014/main" id="{B279651A-6EBD-F542-B219-9B4C83AF4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09"/>
                <a:ext cx="1071" cy="8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32" name="Oval 63">
                <a:extLst>
                  <a:ext uri="{FF2B5EF4-FFF2-40B4-BE49-F238E27FC236}">
                    <a16:creationId xmlns:a16="http://schemas.microsoft.com/office/drawing/2014/main" id="{15D5DA26-8982-F44B-A3F7-03FEC745AB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1"/>
                <a:ext cx="161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33" name="Oval 64">
                <a:extLst>
                  <a:ext uri="{FF2B5EF4-FFF2-40B4-BE49-F238E27FC236}">
                    <a16:creationId xmlns:a16="http://schemas.microsoft.com/office/drawing/2014/main" id="{25B61B78-2AA0-A245-9C22-EC0A104A4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1"/>
                <a:ext cx="155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34" name="Oval 65">
                <a:extLst>
                  <a:ext uri="{FF2B5EF4-FFF2-40B4-BE49-F238E27FC236}">
                    <a16:creationId xmlns:a16="http://schemas.microsoft.com/office/drawing/2014/main" id="{78934A6A-6F9D-5541-8897-F81821D1A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1"/>
                <a:ext cx="161" cy="139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35" name="Rectangle 66">
                <a:extLst>
                  <a:ext uri="{FF2B5EF4-FFF2-40B4-BE49-F238E27FC236}">
                    <a16:creationId xmlns:a16="http://schemas.microsoft.com/office/drawing/2014/main" id="{4994117A-432E-094B-BF94-5385D43F9B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8"/>
                <a:ext cx="86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544" name="Group 67">
              <a:extLst>
                <a:ext uri="{FF2B5EF4-FFF2-40B4-BE49-F238E27FC236}">
                  <a16:creationId xmlns:a16="http://schemas.microsoft.com/office/drawing/2014/main" id="{A6DA78F5-835E-D242-9B19-A42AE8C147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87853" y="976051"/>
              <a:ext cx="742950" cy="742950"/>
              <a:chOff x="-44" y="1473"/>
              <a:chExt cx="981" cy="1105"/>
            </a:xfrm>
          </p:grpSpPr>
          <p:pic>
            <p:nvPicPr>
              <p:cNvPr id="545" name="Picture 68" descr="desktop_computer_stylized_medium">
                <a:extLst>
                  <a:ext uri="{FF2B5EF4-FFF2-40B4-BE49-F238E27FC236}">
                    <a16:creationId xmlns:a16="http://schemas.microsoft.com/office/drawing/2014/main" id="{AF3FF2A0-2B19-2846-B88C-3A51C71882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46" name="Freeform 69">
                <a:extLst>
                  <a:ext uri="{FF2B5EF4-FFF2-40B4-BE49-F238E27FC236}">
                    <a16:creationId xmlns:a16="http://schemas.microsoft.com/office/drawing/2014/main" id="{77A4C668-554A-6C44-A4D3-0F6A27C1F48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sp>
        <p:nvSpPr>
          <p:cNvPr id="56" name="Slide Number Placeholder 2">
            <a:extLst>
              <a:ext uri="{FF2B5EF4-FFF2-40B4-BE49-F238E27FC236}">
                <a16:creationId xmlns:a16="http://schemas.microsoft.com/office/drawing/2014/main" id="{8064881B-A35A-8B40-BFE6-0E4FAAB88AA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Application Layer: 2-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103352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7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"/>
                            </p:stCondLst>
                            <p:childTnLst>
                              <p:par>
                                <p:cTn id="5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2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5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4" grpId="0" animBg="1"/>
      <p:bldP spid="279" grpId="0"/>
      <p:bldP spid="282" grpId="0" animBg="1"/>
      <p:bldP spid="284" grpId="0" animBg="1"/>
      <p:bldP spid="285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51417" y="223762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HTTP/2</a:t>
            </a:r>
            <a:endParaRPr lang="en-US" sz="4400" dirty="0"/>
          </a:p>
        </p:txBody>
      </p:sp>
      <p:sp>
        <p:nvSpPr>
          <p:cNvPr id="272" name="Rectangle 3">
            <a:extLst>
              <a:ext uri="{FF2B5EF4-FFF2-40B4-BE49-F238E27FC236}">
                <a16:creationId xmlns:a16="http://schemas.microsoft.com/office/drawing/2014/main" id="{8CBA4EFF-1AC8-A245-B998-4DDACE8C36D2}"/>
              </a:ext>
            </a:extLst>
          </p:cNvPr>
          <p:cNvSpPr txBox="1">
            <a:spLocks noChangeArrowheads="1"/>
          </p:cNvSpPr>
          <p:nvPr/>
        </p:nvSpPr>
        <p:spPr>
          <a:xfrm>
            <a:off x="572119" y="1236917"/>
            <a:ext cx="11117107" cy="50330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Key goal: </a:t>
            </a:r>
            <a:r>
              <a: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decreased delay in multi-object HTTP requests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7" name="Rectangle 3">
            <a:extLst>
              <a:ext uri="{FF2B5EF4-FFF2-40B4-BE49-F238E27FC236}">
                <a16:creationId xmlns:a16="http://schemas.microsoft.com/office/drawing/2014/main" id="{FB527882-F34C-8945-BA16-5C2965DA6310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2142059"/>
            <a:ext cx="10654118" cy="3930449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952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HTTP1.1:</a:t>
            </a:r>
            <a:r>
              <a:rPr kumimoji="0" lang="en-US" altLang="en-US" sz="3200" b="0" i="0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introduced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multiple, pipelined GETs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over single TCP connection</a:t>
            </a: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server responds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in-order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(FCFS: first-come-first-served scheduling) to GET requests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with FCFS, small object may have to wait for transmission  (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head-of-line (HOL) blocking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) behind large object(s)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loss recovery (retransmitting lost TCP segments) stalls object transmission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A6F2E176-E832-C946-945A-E70AAE074BF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1216072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51417" y="223762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HTTP/2</a:t>
            </a:r>
            <a:endParaRPr lang="en-US" sz="4400" dirty="0"/>
          </a:p>
        </p:txBody>
      </p:sp>
      <p:sp>
        <p:nvSpPr>
          <p:cNvPr id="56" name="Rectangle 3">
            <a:extLst>
              <a:ext uri="{FF2B5EF4-FFF2-40B4-BE49-F238E27FC236}">
                <a16:creationId xmlns:a16="http://schemas.microsoft.com/office/drawing/2014/main" id="{9A8B785A-4E29-F546-8152-139D7CF7C8F9}"/>
              </a:ext>
            </a:extLst>
          </p:cNvPr>
          <p:cNvSpPr txBox="1">
            <a:spLocks noChangeArrowheads="1"/>
          </p:cNvSpPr>
          <p:nvPr/>
        </p:nvSpPr>
        <p:spPr>
          <a:xfrm>
            <a:off x="901486" y="2150525"/>
            <a:ext cx="10458375" cy="4487272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952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HTTP/2: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[RFC 7540, 2015]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increased flexibility at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server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in sending objects to client:</a:t>
            </a:r>
          </a:p>
          <a:p>
            <a:pPr marL="346075" marR="0" lvl="0" indent="-2809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methods, status codes, most header fields unchanged from HTTP 1.1</a:t>
            </a:r>
          </a:p>
          <a:p>
            <a:pPr marL="346075" marR="0" lvl="0" indent="-2809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transmission order of requested objects based on client-specified object priority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(not necessarily FCFS)</a:t>
            </a:r>
          </a:p>
          <a:p>
            <a:pPr marL="346075" marR="0" lvl="0" indent="-2809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push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unrequested objects to client</a:t>
            </a:r>
          </a:p>
          <a:p>
            <a:pPr marL="346075" marR="0" lvl="0" indent="-2809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divide objects into frames, schedule frames to mitigate HOL blocking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279D3858-EB11-8347-B284-0EA3928CF486}"/>
              </a:ext>
            </a:extLst>
          </p:cNvPr>
          <p:cNvSpPr txBox="1">
            <a:spLocks noChangeArrowheads="1"/>
          </p:cNvSpPr>
          <p:nvPr/>
        </p:nvSpPr>
        <p:spPr>
          <a:xfrm>
            <a:off x="572119" y="1236917"/>
            <a:ext cx="11117107" cy="50330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Key goal: </a:t>
            </a:r>
            <a:r>
              <a: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decreased delay in multi-object HTTP requests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20476A41-E13C-BC40-A484-B8CD2CE4B46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34702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HTTP/2: mitigating HOL blocking</a:t>
            </a:r>
            <a:endParaRPr lang="en-US" sz="4400" dirty="0"/>
          </a:p>
        </p:txBody>
      </p:sp>
      <p:sp>
        <p:nvSpPr>
          <p:cNvPr id="272" name="Rectangle 3">
            <a:extLst>
              <a:ext uri="{FF2B5EF4-FFF2-40B4-BE49-F238E27FC236}">
                <a16:creationId xmlns:a16="http://schemas.microsoft.com/office/drawing/2014/main" id="{8CBA4EFF-1AC8-A245-B998-4DDACE8C36D2}"/>
              </a:ext>
            </a:extLst>
          </p:cNvPr>
          <p:cNvSpPr txBox="1">
            <a:spLocks noChangeArrowheads="1"/>
          </p:cNvSpPr>
          <p:nvPr/>
        </p:nvSpPr>
        <p:spPr>
          <a:xfrm>
            <a:off x="798691" y="1274501"/>
            <a:ext cx="11117107" cy="50330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 1.1: client requests 1 large object (e.g., video file) and 3 smaller objects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" name="Text Box 5">
            <a:extLst>
              <a:ext uri="{FF2B5EF4-FFF2-40B4-BE49-F238E27FC236}">
                <a16:creationId xmlns:a16="http://schemas.microsoft.com/office/drawing/2014/main" id="{9C81A400-509D-8B49-94F6-4A247623F1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00584" y="2902508"/>
            <a:ext cx="777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client</a:t>
            </a:r>
          </a:p>
        </p:txBody>
      </p:sp>
      <p:sp>
        <p:nvSpPr>
          <p:cNvPr id="12" name="Text Box 6">
            <a:extLst>
              <a:ext uri="{FF2B5EF4-FFF2-40B4-BE49-F238E27FC236}">
                <a16:creationId xmlns:a16="http://schemas.microsoft.com/office/drawing/2014/main" id="{1C4A8696-15E9-F34E-9D6B-A386450B2B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29972" y="1892257"/>
            <a:ext cx="83695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server</a:t>
            </a:r>
          </a:p>
        </p:txBody>
      </p:sp>
      <p:grpSp>
        <p:nvGrpSpPr>
          <p:cNvPr id="13" name="Group 34">
            <a:extLst>
              <a:ext uri="{FF2B5EF4-FFF2-40B4-BE49-F238E27FC236}">
                <a16:creationId xmlns:a16="http://schemas.microsoft.com/office/drawing/2014/main" id="{3F9049F0-AD0D-BB4A-9A38-AE6CD2DEE44B}"/>
              </a:ext>
            </a:extLst>
          </p:cNvPr>
          <p:cNvGrpSpPr>
            <a:grpSpLocks/>
          </p:cNvGrpSpPr>
          <p:nvPr/>
        </p:nvGrpSpPr>
        <p:grpSpPr bwMode="auto">
          <a:xfrm>
            <a:off x="7234967" y="2262203"/>
            <a:ext cx="422275" cy="685800"/>
            <a:chOff x="4140" y="429"/>
            <a:chExt cx="1425" cy="2396"/>
          </a:xfrm>
        </p:grpSpPr>
        <p:sp>
          <p:nvSpPr>
            <p:cNvPr id="14" name="Freeform 35">
              <a:extLst>
                <a:ext uri="{FF2B5EF4-FFF2-40B4-BE49-F238E27FC236}">
                  <a16:creationId xmlns:a16="http://schemas.microsoft.com/office/drawing/2014/main" id="{803C6B5A-D9D1-EB4A-A391-52C6BC681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5" name="Rectangle 36">
              <a:extLst>
                <a:ext uri="{FF2B5EF4-FFF2-40B4-BE49-F238E27FC236}">
                  <a16:creationId xmlns:a16="http://schemas.microsoft.com/office/drawing/2014/main" id="{743E8922-0B4F-124B-8E08-EAFC48A26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0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" name="Freeform 37">
              <a:extLst>
                <a:ext uri="{FF2B5EF4-FFF2-40B4-BE49-F238E27FC236}">
                  <a16:creationId xmlns:a16="http://schemas.microsoft.com/office/drawing/2014/main" id="{B8099CED-B66E-A64F-9D64-36008CA17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7" name="Freeform 38">
              <a:extLst>
                <a:ext uri="{FF2B5EF4-FFF2-40B4-BE49-F238E27FC236}">
                  <a16:creationId xmlns:a16="http://schemas.microsoft.com/office/drawing/2014/main" id="{8E10A1E3-E714-724B-9A56-653D39FCC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8" name="Rectangle 39">
              <a:extLst>
                <a:ext uri="{FF2B5EF4-FFF2-40B4-BE49-F238E27FC236}">
                  <a16:creationId xmlns:a16="http://schemas.microsoft.com/office/drawing/2014/main" id="{51B7511E-9F4A-634B-B78E-ADF6D024C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5"/>
              <a:ext cx="600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9" name="Group 40">
              <a:extLst>
                <a:ext uri="{FF2B5EF4-FFF2-40B4-BE49-F238E27FC236}">
                  <a16:creationId xmlns:a16="http://schemas.microsoft.com/office/drawing/2014/main" id="{5B0CC43F-BAC2-3140-B5A3-62B0B2DB20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4" name="AutoShape 41">
                <a:extLst>
                  <a:ext uri="{FF2B5EF4-FFF2-40B4-BE49-F238E27FC236}">
                    <a16:creationId xmlns:a16="http://schemas.microsoft.com/office/drawing/2014/main" id="{15BC3053-32F0-D74D-89AF-8B97E27A3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" name="AutoShape 42">
                <a:extLst>
                  <a:ext uri="{FF2B5EF4-FFF2-40B4-BE49-F238E27FC236}">
                    <a16:creationId xmlns:a16="http://schemas.microsoft.com/office/drawing/2014/main" id="{20995AA6-2DCD-3745-B56B-D4A2BD016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0" name="Rectangle 43">
              <a:extLst>
                <a:ext uri="{FF2B5EF4-FFF2-40B4-BE49-F238E27FC236}">
                  <a16:creationId xmlns:a16="http://schemas.microsoft.com/office/drawing/2014/main" id="{A0AB9F72-54CB-1348-80D1-B314D48A0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17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1" name="Group 44">
              <a:extLst>
                <a:ext uri="{FF2B5EF4-FFF2-40B4-BE49-F238E27FC236}">
                  <a16:creationId xmlns:a16="http://schemas.microsoft.com/office/drawing/2014/main" id="{9E4659C2-4E42-B443-84EF-9148F9288B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2" name="AutoShape 45">
                <a:extLst>
                  <a:ext uri="{FF2B5EF4-FFF2-40B4-BE49-F238E27FC236}">
                    <a16:creationId xmlns:a16="http://schemas.microsoft.com/office/drawing/2014/main" id="{D8903B39-8265-544A-9AFB-566D599B94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3" name="AutoShape 46">
                <a:extLst>
                  <a:ext uri="{FF2B5EF4-FFF2-40B4-BE49-F238E27FC236}">
                    <a16:creationId xmlns:a16="http://schemas.microsoft.com/office/drawing/2014/main" id="{FD67A903-00AF-8F4D-B4F7-1CE981372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2" name="Rectangle 47">
              <a:extLst>
                <a:ext uri="{FF2B5EF4-FFF2-40B4-BE49-F238E27FC236}">
                  <a16:creationId xmlns:a16="http://schemas.microsoft.com/office/drawing/2014/main" id="{4CE4A0E0-E439-5A47-BF8B-98C51081A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" name="Rectangle 48">
              <a:extLst>
                <a:ext uri="{FF2B5EF4-FFF2-40B4-BE49-F238E27FC236}">
                  <a16:creationId xmlns:a16="http://schemas.microsoft.com/office/drawing/2014/main" id="{9C3A9589-0AF1-484B-8D65-785BF63FA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" name="Group 49">
              <a:extLst>
                <a:ext uri="{FF2B5EF4-FFF2-40B4-BE49-F238E27FC236}">
                  <a16:creationId xmlns:a16="http://schemas.microsoft.com/office/drawing/2014/main" id="{B0BBD09F-6C03-C742-8A03-DE01670CB5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0" name="AutoShape 50">
                <a:extLst>
                  <a:ext uri="{FF2B5EF4-FFF2-40B4-BE49-F238E27FC236}">
                    <a16:creationId xmlns:a16="http://schemas.microsoft.com/office/drawing/2014/main" id="{F540A08B-AEF4-A545-BD11-4851FF84E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" name="AutoShape 51">
                <a:extLst>
                  <a:ext uri="{FF2B5EF4-FFF2-40B4-BE49-F238E27FC236}">
                    <a16:creationId xmlns:a16="http://schemas.microsoft.com/office/drawing/2014/main" id="{3E831A66-2030-664B-A089-E131017C2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5" name="Freeform 52">
              <a:extLst>
                <a:ext uri="{FF2B5EF4-FFF2-40B4-BE49-F238E27FC236}">
                  <a16:creationId xmlns:a16="http://schemas.microsoft.com/office/drawing/2014/main" id="{EB110631-8DF7-8E4E-A94B-F2F52EA1E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26" name="Group 53">
              <a:extLst>
                <a:ext uri="{FF2B5EF4-FFF2-40B4-BE49-F238E27FC236}">
                  <a16:creationId xmlns:a16="http://schemas.microsoft.com/office/drawing/2014/main" id="{0605E8F2-9F9A-7648-8BA6-ABA0DFC793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8" name="AutoShape 54">
                <a:extLst>
                  <a:ext uri="{FF2B5EF4-FFF2-40B4-BE49-F238E27FC236}">
                    <a16:creationId xmlns:a16="http://schemas.microsoft.com/office/drawing/2014/main" id="{D18E181B-E7B4-7D4A-A9B8-9FDE56CEB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" name="AutoShape 55">
                <a:extLst>
                  <a:ext uri="{FF2B5EF4-FFF2-40B4-BE49-F238E27FC236}">
                    <a16:creationId xmlns:a16="http://schemas.microsoft.com/office/drawing/2014/main" id="{0A0D2D66-4293-5E42-AB2B-B27978D8D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" name="Rectangle 56">
              <a:extLst>
                <a:ext uri="{FF2B5EF4-FFF2-40B4-BE49-F238E27FC236}">
                  <a16:creationId xmlns:a16="http://schemas.microsoft.com/office/drawing/2014/main" id="{29DA363B-DCCE-0E42-97D8-C3675780D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70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" name="Freeform 57">
              <a:extLst>
                <a:ext uri="{FF2B5EF4-FFF2-40B4-BE49-F238E27FC236}">
                  <a16:creationId xmlns:a16="http://schemas.microsoft.com/office/drawing/2014/main" id="{003F54F8-B50A-A745-830C-199E1BDB2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9" name="Freeform 58">
              <a:extLst>
                <a:ext uri="{FF2B5EF4-FFF2-40B4-BE49-F238E27FC236}">
                  <a16:creationId xmlns:a16="http://schemas.microsoft.com/office/drawing/2014/main" id="{7C5A7536-BE63-4040-ABA1-74B2DEB36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0" name="Oval 59">
              <a:extLst>
                <a:ext uri="{FF2B5EF4-FFF2-40B4-BE49-F238E27FC236}">
                  <a16:creationId xmlns:a16="http://schemas.microsoft.com/office/drawing/2014/main" id="{22686AD2-E3C1-444A-BFBF-DA4357778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09"/>
              <a:ext cx="48" cy="10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" name="Freeform 60">
              <a:extLst>
                <a:ext uri="{FF2B5EF4-FFF2-40B4-BE49-F238E27FC236}">
                  <a16:creationId xmlns:a16="http://schemas.microsoft.com/office/drawing/2014/main" id="{A511E8EF-CCBE-984C-81CA-5741AD13A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2" name="AutoShape 61">
              <a:extLst>
                <a:ext uri="{FF2B5EF4-FFF2-40B4-BE49-F238E27FC236}">
                  <a16:creationId xmlns:a16="http://schemas.microsoft.com/office/drawing/2014/main" id="{E12F38C4-3DA7-4848-A901-A1CCC9330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200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" name="AutoShape 62">
              <a:extLst>
                <a:ext uri="{FF2B5EF4-FFF2-40B4-BE49-F238E27FC236}">
                  <a16:creationId xmlns:a16="http://schemas.microsoft.com/office/drawing/2014/main" id="{48A88A52-5BBB-4743-AF8B-09BA6FDF0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1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" name="Oval 63">
              <a:extLst>
                <a:ext uri="{FF2B5EF4-FFF2-40B4-BE49-F238E27FC236}">
                  <a16:creationId xmlns:a16="http://schemas.microsoft.com/office/drawing/2014/main" id="{D48CE070-E4DE-984E-B8A5-1FAECB3FC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1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" name="Oval 64">
              <a:extLst>
                <a:ext uri="{FF2B5EF4-FFF2-40B4-BE49-F238E27FC236}">
                  <a16:creationId xmlns:a16="http://schemas.microsoft.com/office/drawing/2014/main" id="{3AACC7F2-958D-5A4E-B37D-C55208B6F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1"/>
              <a:ext cx="155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6" name="Oval 65">
              <a:extLst>
                <a:ext uri="{FF2B5EF4-FFF2-40B4-BE49-F238E27FC236}">
                  <a16:creationId xmlns:a16="http://schemas.microsoft.com/office/drawing/2014/main" id="{F26427F9-3E33-EB43-B662-FA88A41C6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1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" name="Rectangle 66">
              <a:extLst>
                <a:ext uri="{FF2B5EF4-FFF2-40B4-BE49-F238E27FC236}">
                  <a16:creationId xmlns:a16="http://schemas.microsoft.com/office/drawing/2014/main" id="{8F1829D6-46E0-BC42-B764-C952B46A2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8"/>
              <a:ext cx="86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6" name="Group 67">
            <a:extLst>
              <a:ext uri="{FF2B5EF4-FFF2-40B4-BE49-F238E27FC236}">
                <a16:creationId xmlns:a16="http://schemas.microsoft.com/office/drawing/2014/main" id="{E398CB23-1767-0048-89F5-62C5E9AF7865}"/>
              </a:ext>
            </a:extLst>
          </p:cNvPr>
          <p:cNvGrpSpPr>
            <a:grpSpLocks/>
          </p:cNvGrpSpPr>
          <p:nvPr/>
        </p:nvGrpSpPr>
        <p:grpSpPr bwMode="auto">
          <a:xfrm>
            <a:off x="2885332" y="2291964"/>
            <a:ext cx="742950" cy="742950"/>
            <a:chOff x="-44" y="1473"/>
            <a:chExt cx="981" cy="1105"/>
          </a:xfrm>
        </p:grpSpPr>
        <p:pic>
          <p:nvPicPr>
            <p:cNvPr id="47" name="Picture 68" descr="desktop_computer_stylized_medium">
              <a:extLst>
                <a:ext uri="{FF2B5EF4-FFF2-40B4-BE49-F238E27FC236}">
                  <a16:creationId xmlns:a16="http://schemas.microsoft.com/office/drawing/2014/main" id="{8EC7FF3D-42E5-D345-8DA9-637E325A4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Freeform 69">
              <a:extLst>
                <a:ext uri="{FF2B5EF4-FFF2-40B4-BE49-F238E27FC236}">
                  <a16:creationId xmlns:a16="http://schemas.microsoft.com/office/drawing/2014/main" id="{A9F3AAA5-0B80-934E-BA4C-75AD71012D0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CFD5BA50-AF40-4342-8C77-22AF37730C06}"/>
              </a:ext>
            </a:extLst>
          </p:cNvPr>
          <p:cNvCxnSpPr>
            <a:cxnSpLocks/>
          </p:cNvCxnSpPr>
          <p:nvPr/>
        </p:nvCxnSpPr>
        <p:spPr>
          <a:xfrm>
            <a:off x="3526536" y="2791484"/>
            <a:ext cx="3910012" cy="260743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BCF97F68-AA2C-FB49-ABBC-199B7521D0A1}"/>
              </a:ext>
            </a:extLst>
          </p:cNvPr>
          <p:cNvSpPr txBox="1"/>
          <p:nvPr/>
        </p:nvSpPr>
        <p:spPr>
          <a:xfrm>
            <a:off x="6093263" y="2667596"/>
            <a:ext cx="8920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GET O</a:t>
            </a:r>
            <a:r>
              <a: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1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854675CA-3B4C-CC4F-AFB8-7456C2CEC59A}"/>
              </a:ext>
            </a:extLst>
          </p:cNvPr>
          <p:cNvSpPr txBox="1"/>
          <p:nvPr/>
        </p:nvSpPr>
        <p:spPr>
          <a:xfrm>
            <a:off x="5291796" y="2596769"/>
            <a:ext cx="8920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GET O</a:t>
            </a:r>
            <a:r>
              <a: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2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EBB1F67B-C0F8-024A-91A3-3517B8E3A8B6}"/>
              </a:ext>
            </a:extLst>
          </p:cNvPr>
          <p:cNvSpPr txBox="1"/>
          <p:nvPr/>
        </p:nvSpPr>
        <p:spPr>
          <a:xfrm>
            <a:off x="4513773" y="2538104"/>
            <a:ext cx="8920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GET O</a:t>
            </a:r>
            <a:r>
              <a: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3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33D26801-4441-6448-9C51-E7BF273943AE}"/>
              </a:ext>
            </a:extLst>
          </p:cNvPr>
          <p:cNvSpPr txBox="1"/>
          <p:nvPr/>
        </p:nvSpPr>
        <p:spPr>
          <a:xfrm>
            <a:off x="3721264" y="2473869"/>
            <a:ext cx="8920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GET O</a:t>
            </a:r>
            <a:r>
              <a: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4</a:t>
            </a: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38FF6E3C-DC0A-2A42-A83A-2B0D55A3D376}"/>
              </a:ext>
            </a:extLst>
          </p:cNvPr>
          <p:cNvSpPr/>
          <p:nvPr/>
        </p:nvSpPr>
        <p:spPr>
          <a:xfrm>
            <a:off x="8620343" y="3108868"/>
            <a:ext cx="892098" cy="19713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790AB6BC-5FA2-CD42-9930-4B26196539D4}"/>
              </a:ext>
            </a:extLst>
          </p:cNvPr>
          <p:cNvSpPr/>
          <p:nvPr/>
        </p:nvSpPr>
        <p:spPr>
          <a:xfrm>
            <a:off x="8624001" y="5094824"/>
            <a:ext cx="892097" cy="11030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3BCCEA0D-BD56-2144-8446-6F45775C9DAB}"/>
              </a:ext>
            </a:extLst>
          </p:cNvPr>
          <p:cNvGrpSpPr/>
          <p:nvPr/>
        </p:nvGrpSpPr>
        <p:grpSpPr>
          <a:xfrm>
            <a:off x="3400914" y="3064264"/>
            <a:ext cx="4052925" cy="2231577"/>
            <a:chOff x="3400914" y="3064264"/>
            <a:chExt cx="4052925" cy="2231577"/>
          </a:xfrm>
        </p:grpSpPr>
        <p:cxnSp>
          <p:nvCxnSpPr>
            <p:cNvPr id="59" name="Straight Arrow Connector 58">
              <a:extLst>
                <a:ext uri="{FF2B5EF4-FFF2-40B4-BE49-F238E27FC236}">
                  <a16:creationId xmlns:a16="http://schemas.microsoft.com/office/drawing/2014/main" id="{FD6DCCE9-A422-404A-94DE-DE520C1D28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00914" y="5022530"/>
              <a:ext cx="4052925" cy="273311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AF7FDDA2-EA85-004E-AB1B-97A9090ECD2A}"/>
                </a:ext>
              </a:extLst>
            </p:cNvPr>
            <p:cNvSpPr/>
            <p:nvPr/>
          </p:nvSpPr>
          <p:spPr>
            <a:xfrm>
              <a:off x="3517643" y="3064264"/>
              <a:ext cx="3868169" cy="2226179"/>
            </a:xfrm>
            <a:custGeom>
              <a:avLst/>
              <a:gdLst>
                <a:gd name="connsiteX0" fmla="*/ 3896882 w 3926792"/>
                <a:gd name="connsiteY0" fmla="*/ 0 h 2226179"/>
                <a:gd name="connsiteX1" fmla="*/ 0 w 3926792"/>
                <a:gd name="connsiteY1" fmla="*/ 264919 h 2226179"/>
                <a:gd name="connsiteX2" fmla="*/ 29910 w 3926792"/>
                <a:gd name="connsiteY2" fmla="*/ 2226179 h 2226179"/>
                <a:gd name="connsiteX3" fmla="*/ 3926792 w 3926792"/>
                <a:gd name="connsiteY3" fmla="*/ 1961260 h 2226179"/>
                <a:gd name="connsiteX4" fmla="*/ 3896882 w 3926792"/>
                <a:gd name="connsiteY4" fmla="*/ 0 h 2226179"/>
                <a:gd name="connsiteX0" fmla="*/ 3896882 w 3909701"/>
                <a:gd name="connsiteY0" fmla="*/ 0 h 2226179"/>
                <a:gd name="connsiteX1" fmla="*/ 0 w 3909701"/>
                <a:gd name="connsiteY1" fmla="*/ 264919 h 2226179"/>
                <a:gd name="connsiteX2" fmla="*/ 29910 w 3909701"/>
                <a:gd name="connsiteY2" fmla="*/ 2226179 h 2226179"/>
                <a:gd name="connsiteX3" fmla="*/ 3909701 w 3909701"/>
                <a:gd name="connsiteY3" fmla="*/ 1969805 h 2226179"/>
                <a:gd name="connsiteX4" fmla="*/ 3896882 w 3909701"/>
                <a:gd name="connsiteY4" fmla="*/ 0 h 2226179"/>
                <a:gd name="connsiteX0" fmla="*/ 3896882 w 3896882"/>
                <a:gd name="connsiteY0" fmla="*/ 0 h 2226179"/>
                <a:gd name="connsiteX1" fmla="*/ 0 w 3896882"/>
                <a:gd name="connsiteY1" fmla="*/ 264919 h 2226179"/>
                <a:gd name="connsiteX2" fmla="*/ 29910 w 3896882"/>
                <a:gd name="connsiteY2" fmla="*/ 2226179 h 2226179"/>
                <a:gd name="connsiteX3" fmla="*/ 3892609 w 3896882"/>
                <a:gd name="connsiteY3" fmla="*/ 1974078 h 2226179"/>
                <a:gd name="connsiteX4" fmla="*/ 3896882 w 3896882"/>
                <a:gd name="connsiteY4" fmla="*/ 0 h 2226179"/>
                <a:gd name="connsiteX0" fmla="*/ 3871245 w 3871245"/>
                <a:gd name="connsiteY0" fmla="*/ 0 h 2226179"/>
                <a:gd name="connsiteX1" fmla="*/ 0 w 3871245"/>
                <a:gd name="connsiteY1" fmla="*/ 264919 h 2226179"/>
                <a:gd name="connsiteX2" fmla="*/ 4273 w 3871245"/>
                <a:gd name="connsiteY2" fmla="*/ 2226179 h 2226179"/>
                <a:gd name="connsiteX3" fmla="*/ 3866972 w 3871245"/>
                <a:gd name="connsiteY3" fmla="*/ 1974078 h 2226179"/>
                <a:gd name="connsiteX4" fmla="*/ 3871245 w 3871245"/>
                <a:gd name="connsiteY4" fmla="*/ 0 h 2226179"/>
                <a:gd name="connsiteX0" fmla="*/ 3867064 w 3867064"/>
                <a:gd name="connsiteY0" fmla="*/ 0 h 2226179"/>
                <a:gd name="connsiteX1" fmla="*/ 12911 w 3867064"/>
                <a:gd name="connsiteY1" fmla="*/ 269192 h 2226179"/>
                <a:gd name="connsiteX2" fmla="*/ 92 w 3867064"/>
                <a:gd name="connsiteY2" fmla="*/ 2226179 h 2226179"/>
                <a:gd name="connsiteX3" fmla="*/ 3862791 w 3867064"/>
                <a:gd name="connsiteY3" fmla="*/ 1974078 h 2226179"/>
                <a:gd name="connsiteX4" fmla="*/ 3867064 w 3867064"/>
                <a:gd name="connsiteY4" fmla="*/ 0 h 2226179"/>
                <a:gd name="connsiteX0" fmla="*/ 3867383 w 3867383"/>
                <a:gd name="connsiteY0" fmla="*/ 0 h 2226179"/>
                <a:gd name="connsiteX1" fmla="*/ 411 w 3867383"/>
                <a:gd name="connsiteY1" fmla="*/ 273465 h 2226179"/>
                <a:gd name="connsiteX2" fmla="*/ 411 w 3867383"/>
                <a:gd name="connsiteY2" fmla="*/ 2226179 h 2226179"/>
                <a:gd name="connsiteX3" fmla="*/ 3863110 w 3867383"/>
                <a:gd name="connsiteY3" fmla="*/ 1974078 h 2226179"/>
                <a:gd name="connsiteX4" fmla="*/ 3867383 w 3867383"/>
                <a:gd name="connsiteY4" fmla="*/ 0 h 2226179"/>
                <a:gd name="connsiteX0" fmla="*/ 3867383 w 3876052"/>
                <a:gd name="connsiteY0" fmla="*/ 0 h 2226179"/>
                <a:gd name="connsiteX1" fmla="*/ 411 w 3876052"/>
                <a:gd name="connsiteY1" fmla="*/ 273465 h 2226179"/>
                <a:gd name="connsiteX2" fmla="*/ 411 w 3876052"/>
                <a:gd name="connsiteY2" fmla="*/ 2226179 h 2226179"/>
                <a:gd name="connsiteX3" fmla="*/ 3875929 w 3876052"/>
                <a:gd name="connsiteY3" fmla="*/ 1956987 h 2226179"/>
                <a:gd name="connsiteX4" fmla="*/ 3867383 w 3876052"/>
                <a:gd name="connsiteY4" fmla="*/ 0 h 2226179"/>
                <a:gd name="connsiteX0" fmla="*/ 3867383 w 3871845"/>
                <a:gd name="connsiteY0" fmla="*/ 0 h 2226179"/>
                <a:gd name="connsiteX1" fmla="*/ 411 w 3871845"/>
                <a:gd name="connsiteY1" fmla="*/ 273465 h 2226179"/>
                <a:gd name="connsiteX2" fmla="*/ 411 w 3871845"/>
                <a:gd name="connsiteY2" fmla="*/ 2226179 h 2226179"/>
                <a:gd name="connsiteX3" fmla="*/ 3871656 w 3871845"/>
                <a:gd name="connsiteY3" fmla="*/ 1969806 h 2226179"/>
                <a:gd name="connsiteX4" fmla="*/ 3867383 w 3871845"/>
                <a:gd name="connsiteY4" fmla="*/ 0 h 2226179"/>
                <a:gd name="connsiteX0" fmla="*/ 3867383 w 3872034"/>
                <a:gd name="connsiteY0" fmla="*/ 0 h 2226179"/>
                <a:gd name="connsiteX1" fmla="*/ 411 w 3872034"/>
                <a:gd name="connsiteY1" fmla="*/ 273465 h 2226179"/>
                <a:gd name="connsiteX2" fmla="*/ 411 w 3872034"/>
                <a:gd name="connsiteY2" fmla="*/ 2226179 h 2226179"/>
                <a:gd name="connsiteX3" fmla="*/ 3871656 w 3872034"/>
                <a:gd name="connsiteY3" fmla="*/ 1969806 h 2226179"/>
                <a:gd name="connsiteX4" fmla="*/ 3867383 w 3872034"/>
                <a:gd name="connsiteY4" fmla="*/ 0 h 2226179"/>
                <a:gd name="connsiteX0" fmla="*/ 3867383 w 3868169"/>
                <a:gd name="connsiteY0" fmla="*/ 0 h 2226179"/>
                <a:gd name="connsiteX1" fmla="*/ 411 w 3868169"/>
                <a:gd name="connsiteY1" fmla="*/ 273465 h 2226179"/>
                <a:gd name="connsiteX2" fmla="*/ 411 w 3868169"/>
                <a:gd name="connsiteY2" fmla="*/ 2226179 h 2226179"/>
                <a:gd name="connsiteX3" fmla="*/ 3863110 w 3868169"/>
                <a:gd name="connsiteY3" fmla="*/ 1969806 h 2226179"/>
                <a:gd name="connsiteX4" fmla="*/ 3867383 w 3868169"/>
                <a:gd name="connsiteY4" fmla="*/ 0 h 2226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68169" h="2226179">
                  <a:moveTo>
                    <a:pt x="3867383" y="0"/>
                  </a:moveTo>
                  <a:lnTo>
                    <a:pt x="411" y="273465"/>
                  </a:lnTo>
                  <a:cubicBezTo>
                    <a:pt x="1835" y="927218"/>
                    <a:pt x="-1013" y="1572426"/>
                    <a:pt x="411" y="2226179"/>
                  </a:cubicBezTo>
                  <a:lnTo>
                    <a:pt x="3863110" y="1969806"/>
                  </a:lnTo>
                  <a:cubicBezTo>
                    <a:pt x="3864534" y="1311780"/>
                    <a:pt x="3870232" y="615297"/>
                    <a:pt x="3867383" y="0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1032D652-964E-9F43-98C4-FFCFB51B8116}"/>
              </a:ext>
            </a:extLst>
          </p:cNvPr>
          <p:cNvGrpSpPr/>
          <p:nvPr/>
        </p:nvGrpSpPr>
        <p:grpSpPr>
          <a:xfrm>
            <a:off x="3389679" y="5054301"/>
            <a:ext cx="4064160" cy="386589"/>
            <a:chOff x="3389679" y="5054301"/>
            <a:chExt cx="4064160" cy="386589"/>
          </a:xfrm>
        </p:grpSpPr>
        <p:cxnSp>
          <p:nvCxnSpPr>
            <p:cNvPr id="60" name="Straight Arrow Connector 59">
              <a:extLst>
                <a:ext uri="{FF2B5EF4-FFF2-40B4-BE49-F238E27FC236}">
                  <a16:creationId xmlns:a16="http://schemas.microsoft.com/office/drawing/2014/main" id="{74B14409-7AA2-6647-870D-F81D3E4A7B9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89679" y="5161562"/>
              <a:ext cx="4064160" cy="279328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40D71812-E6AC-D143-8CC1-FD1BA4C52E80}"/>
                </a:ext>
              </a:extLst>
            </p:cNvPr>
            <p:cNvSpPr/>
            <p:nvPr/>
          </p:nvSpPr>
          <p:spPr>
            <a:xfrm>
              <a:off x="3519116" y="5054301"/>
              <a:ext cx="3875928" cy="375356"/>
            </a:xfrm>
            <a:custGeom>
              <a:avLst/>
              <a:gdLst>
                <a:gd name="connsiteX0" fmla="*/ 3896882 w 3926792"/>
                <a:gd name="connsiteY0" fmla="*/ 0 h 2226179"/>
                <a:gd name="connsiteX1" fmla="*/ 0 w 3926792"/>
                <a:gd name="connsiteY1" fmla="*/ 264919 h 2226179"/>
                <a:gd name="connsiteX2" fmla="*/ 29910 w 3926792"/>
                <a:gd name="connsiteY2" fmla="*/ 2226179 h 2226179"/>
                <a:gd name="connsiteX3" fmla="*/ 3926792 w 3926792"/>
                <a:gd name="connsiteY3" fmla="*/ 1961260 h 2226179"/>
                <a:gd name="connsiteX4" fmla="*/ 3896882 w 3926792"/>
                <a:gd name="connsiteY4" fmla="*/ 0 h 2226179"/>
                <a:gd name="connsiteX0" fmla="*/ 3896882 w 3909701"/>
                <a:gd name="connsiteY0" fmla="*/ 0 h 2226179"/>
                <a:gd name="connsiteX1" fmla="*/ 0 w 3909701"/>
                <a:gd name="connsiteY1" fmla="*/ 264919 h 2226179"/>
                <a:gd name="connsiteX2" fmla="*/ 29910 w 3909701"/>
                <a:gd name="connsiteY2" fmla="*/ 2226179 h 2226179"/>
                <a:gd name="connsiteX3" fmla="*/ 3909701 w 3909701"/>
                <a:gd name="connsiteY3" fmla="*/ 1969805 h 2226179"/>
                <a:gd name="connsiteX4" fmla="*/ 3896882 w 3909701"/>
                <a:gd name="connsiteY4" fmla="*/ 0 h 2226179"/>
                <a:gd name="connsiteX0" fmla="*/ 3896882 w 3896882"/>
                <a:gd name="connsiteY0" fmla="*/ 0 h 2226179"/>
                <a:gd name="connsiteX1" fmla="*/ 0 w 3896882"/>
                <a:gd name="connsiteY1" fmla="*/ 264919 h 2226179"/>
                <a:gd name="connsiteX2" fmla="*/ 29910 w 3896882"/>
                <a:gd name="connsiteY2" fmla="*/ 2226179 h 2226179"/>
                <a:gd name="connsiteX3" fmla="*/ 3892609 w 3896882"/>
                <a:gd name="connsiteY3" fmla="*/ 1974078 h 2226179"/>
                <a:gd name="connsiteX4" fmla="*/ 3896882 w 3896882"/>
                <a:gd name="connsiteY4" fmla="*/ 0 h 2226179"/>
                <a:gd name="connsiteX0" fmla="*/ 3871245 w 3871245"/>
                <a:gd name="connsiteY0" fmla="*/ 0 h 2226179"/>
                <a:gd name="connsiteX1" fmla="*/ 0 w 3871245"/>
                <a:gd name="connsiteY1" fmla="*/ 264919 h 2226179"/>
                <a:gd name="connsiteX2" fmla="*/ 4273 w 3871245"/>
                <a:gd name="connsiteY2" fmla="*/ 2226179 h 2226179"/>
                <a:gd name="connsiteX3" fmla="*/ 3866972 w 3871245"/>
                <a:gd name="connsiteY3" fmla="*/ 1974078 h 2226179"/>
                <a:gd name="connsiteX4" fmla="*/ 3871245 w 3871245"/>
                <a:gd name="connsiteY4" fmla="*/ 0 h 2226179"/>
                <a:gd name="connsiteX0" fmla="*/ 3867064 w 3867064"/>
                <a:gd name="connsiteY0" fmla="*/ 0 h 2226179"/>
                <a:gd name="connsiteX1" fmla="*/ 12911 w 3867064"/>
                <a:gd name="connsiteY1" fmla="*/ 269192 h 2226179"/>
                <a:gd name="connsiteX2" fmla="*/ 92 w 3867064"/>
                <a:gd name="connsiteY2" fmla="*/ 2226179 h 2226179"/>
                <a:gd name="connsiteX3" fmla="*/ 3862791 w 3867064"/>
                <a:gd name="connsiteY3" fmla="*/ 1974078 h 2226179"/>
                <a:gd name="connsiteX4" fmla="*/ 3867064 w 3867064"/>
                <a:gd name="connsiteY4" fmla="*/ 0 h 2226179"/>
                <a:gd name="connsiteX0" fmla="*/ 3867383 w 3867383"/>
                <a:gd name="connsiteY0" fmla="*/ 0 h 2226179"/>
                <a:gd name="connsiteX1" fmla="*/ 411 w 3867383"/>
                <a:gd name="connsiteY1" fmla="*/ 273465 h 2226179"/>
                <a:gd name="connsiteX2" fmla="*/ 411 w 3867383"/>
                <a:gd name="connsiteY2" fmla="*/ 2226179 h 2226179"/>
                <a:gd name="connsiteX3" fmla="*/ 3863110 w 3867383"/>
                <a:gd name="connsiteY3" fmla="*/ 1974078 h 2226179"/>
                <a:gd name="connsiteX4" fmla="*/ 3867383 w 3867383"/>
                <a:gd name="connsiteY4" fmla="*/ 0 h 2226179"/>
                <a:gd name="connsiteX0" fmla="*/ 3892661 w 3892661"/>
                <a:gd name="connsiteY0" fmla="*/ 0 h 6403180"/>
                <a:gd name="connsiteX1" fmla="*/ 25689 w 3892661"/>
                <a:gd name="connsiteY1" fmla="*/ 273465 h 6403180"/>
                <a:gd name="connsiteX2" fmla="*/ 51 w 3892661"/>
                <a:gd name="connsiteY2" fmla="*/ 6403180 h 6403180"/>
                <a:gd name="connsiteX3" fmla="*/ 3888388 w 3892661"/>
                <a:gd name="connsiteY3" fmla="*/ 1974078 h 6403180"/>
                <a:gd name="connsiteX4" fmla="*/ 3892661 w 3892661"/>
                <a:gd name="connsiteY4" fmla="*/ 0 h 6403180"/>
                <a:gd name="connsiteX0" fmla="*/ 3896882 w 3896882"/>
                <a:gd name="connsiteY0" fmla="*/ 0 h 6403180"/>
                <a:gd name="connsiteX1" fmla="*/ 0 w 3896882"/>
                <a:gd name="connsiteY1" fmla="*/ 4599655 h 6403180"/>
                <a:gd name="connsiteX2" fmla="*/ 4272 w 3896882"/>
                <a:gd name="connsiteY2" fmla="*/ 6403180 h 6403180"/>
                <a:gd name="connsiteX3" fmla="*/ 3892609 w 3896882"/>
                <a:gd name="connsiteY3" fmla="*/ 1974078 h 6403180"/>
                <a:gd name="connsiteX4" fmla="*/ 3896882 w 3896882"/>
                <a:gd name="connsiteY4" fmla="*/ 0 h 6403180"/>
                <a:gd name="connsiteX0" fmla="*/ 3893021 w 3893021"/>
                <a:gd name="connsiteY0" fmla="*/ 0 h 6403180"/>
                <a:gd name="connsiteX1" fmla="*/ 412 w 3893021"/>
                <a:gd name="connsiteY1" fmla="*/ 4152108 h 6403180"/>
                <a:gd name="connsiteX2" fmla="*/ 411 w 3893021"/>
                <a:gd name="connsiteY2" fmla="*/ 6403180 h 6403180"/>
                <a:gd name="connsiteX3" fmla="*/ 3888748 w 3893021"/>
                <a:gd name="connsiteY3" fmla="*/ 1974078 h 6403180"/>
                <a:gd name="connsiteX4" fmla="*/ 3893021 w 3893021"/>
                <a:gd name="connsiteY4" fmla="*/ 0 h 6403180"/>
                <a:gd name="connsiteX0" fmla="*/ 3892651 w 3892651"/>
                <a:gd name="connsiteY0" fmla="*/ 0 h 6403180"/>
                <a:gd name="connsiteX1" fmla="*/ 34226 w 3892651"/>
                <a:gd name="connsiteY1" fmla="*/ 4375864 h 6403180"/>
                <a:gd name="connsiteX2" fmla="*/ 41 w 3892651"/>
                <a:gd name="connsiteY2" fmla="*/ 6403180 h 6403180"/>
                <a:gd name="connsiteX3" fmla="*/ 3888378 w 3892651"/>
                <a:gd name="connsiteY3" fmla="*/ 1974078 h 6403180"/>
                <a:gd name="connsiteX4" fmla="*/ 3892651 w 3892651"/>
                <a:gd name="connsiteY4" fmla="*/ 0 h 6403180"/>
                <a:gd name="connsiteX0" fmla="*/ 3875591 w 3875591"/>
                <a:gd name="connsiteY0" fmla="*/ 0 h 6552362"/>
                <a:gd name="connsiteX1" fmla="*/ 17166 w 3875591"/>
                <a:gd name="connsiteY1" fmla="*/ 4375864 h 6552362"/>
                <a:gd name="connsiteX2" fmla="*/ 73 w 3875591"/>
                <a:gd name="connsiteY2" fmla="*/ 6552362 h 6552362"/>
                <a:gd name="connsiteX3" fmla="*/ 3871318 w 3875591"/>
                <a:gd name="connsiteY3" fmla="*/ 1974078 h 6552362"/>
                <a:gd name="connsiteX4" fmla="*/ 3875591 w 3875591"/>
                <a:gd name="connsiteY4" fmla="*/ 0 h 6552362"/>
                <a:gd name="connsiteX0" fmla="*/ 3875928 w 3875928"/>
                <a:gd name="connsiteY0" fmla="*/ 0 h 6552362"/>
                <a:gd name="connsiteX1" fmla="*/ 412 w 3875928"/>
                <a:gd name="connsiteY1" fmla="*/ 4599620 h 6552362"/>
                <a:gd name="connsiteX2" fmla="*/ 410 w 3875928"/>
                <a:gd name="connsiteY2" fmla="*/ 6552362 h 6552362"/>
                <a:gd name="connsiteX3" fmla="*/ 3871655 w 3875928"/>
                <a:gd name="connsiteY3" fmla="*/ 1974078 h 6552362"/>
                <a:gd name="connsiteX4" fmla="*/ 3875928 w 3875928"/>
                <a:gd name="connsiteY4" fmla="*/ 0 h 655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75928" h="6552362">
                  <a:moveTo>
                    <a:pt x="3875928" y="0"/>
                  </a:moveTo>
                  <a:lnTo>
                    <a:pt x="412" y="4599620"/>
                  </a:lnTo>
                  <a:cubicBezTo>
                    <a:pt x="1836" y="5253373"/>
                    <a:pt x="-1014" y="5898609"/>
                    <a:pt x="410" y="6552362"/>
                  </a:cubicBezTo>
                  <a:lnTo>
                    <a:pt x="3871655" y="1974078"/>
                  </a:lnTo>
                  <a:cubicBezTo>
                    <a:pt x="3873079" y="1316052"/>
                    <a:pt x="3874504" y="658026"/>
                    <a:pt x="38759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40FB06DE-F29F-A246-84EE-63E1636623F1}"/>
              </a:ext>
            </a:extLst>
          </p:cNvPr>
          <p:cNvGrpSpPr/>
          <p:nvPr/>
        </p:nvGrpSpPr>
        <p:grpSpPr>
          <a:xfrm>
            <a:off x="3401181" y="5445216"/>
            <a:ext cx="4028803" cy="375356"/>
            <a:chOff x="3401181" y="5445216"/>
            <a:chExt cx="4028803" cy="375356"/>
          </a:xfrm>
        </p:grpSpPr>
        <p:cxnSp>
          <p:nvCxnSpPr>
            <p:cNvPr id="62" name="Straight Arrow Connector 61">
              <a:extLst>
                <a:ext uri="{FF2B5EF4-FFF2-40B4-BE49-F238E27FC236}">
                  <a16:creationId xmlns:a16="http://schemas.microsoft.com/office/drawing/2014/main" id="{58B400F4-D655-EC45-9A58-A60137EE250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01181" y="5534648"/>
              <a:ext cx="4028803" cy="269984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E5D9F6BF-C428-4448-A3F0-EC7E244381F1}"/>
                </a:ext>
              </a:extLst>
            </p:cNvPr>
            <p:cNvSpPr/>
            <p:nvPr/>
          </p:nvSpPr>
          <p:spPr>
            <a:xfrm>
              <a:off x="3504762" y="5445216"/>
              <a:ext cx="3875928" cy="375356"/>
            </a:xfrm>
            <a:custGeom>
              <a:avLst/>
              <a:gdLst>
                <a:gd name="connsiteX0" fmla="*/ 3896882 w 3926792"/>
                <a:gd name="connsiteY0" fmla="*/ 0 h 2226179"/>
                <a:gd name="connsiteX1" fmla="*/ 0 w 3926792"/>
                <a:gd name="connsiteY1" fmla="*/ 264919 h 2226179"/>
                <a:gd name="connsiteX2" fmla="*/ 29910 w 3926792"/>
                <a:gd name="connsiteY2" fmla="*/ 2226179 h 2226179"/>
                <a:gd name="connsiteX3" fmla="*/ 3926792 w 3926792"/>
                <a:gd name="connsiteY3" fmla="*/ 1961260 h 2226179"/>
                <a:gd name="connsiteX4" fmla="*/ 3896882 w 3926792"/>
                <a:gd name="connsiteY4" fmla="*/ 0 h 2226179"/>
                <a:gd name="connsiteX0" fmla="*/ 3896882 w 3909701"/>
                <a:gd name="connsiteY0" fmla="*/ 0 h 2226179"/>
                <a:gd name="connsiteX1" fmla="*/ 0 w 3909701"/>
                <a:gd name="connsiteY1" fmla="*/ 264919 h 2226179"/>
                <a:gd name="connsiteX2" fmla="*/ 29910 w 3909701"/>
                <a:gd name="connsiteY2" fmla="*/ 2226179 h 2226179"/>
                <a:gd name="connsiteX3" fmla="*/ 3909701 w 3909701"/>
                <a:gd name="connsiteY3" fmla="*/ 1969805 h 2226179"/>
                <a:gd name="connsiteX4" fmla="*/ 3896882 w 3909701"/>
                <a:gd name="connsiteY4" fmla="*/ 0 h 2226179"/>
                <a:gd name="connsiteX0" fmla="*/ 3896882 w 3896882"/>
                <a:gd name="connsiteY0" fmla="*/ 0 h 2226179"/>
                <a:gd name="connsiteX1" fmla="*/ 0 w 3896882"/>
                <a:gd name="connsiteY1" fmla="*/ 264919 h 2226179"/>
                <a:gd name="connsiteX2" fmla="*/ 29910 w 3896882"/>
                <a:gd name="connsiteY2" fmla="*/ 2226179 h 2226179"/>
                <a:gd name="connsiteX3" fmla="*/ 3892609 w 3896882"/>
                <a:gd name="connsiteY3" fmla="*/ 1974078 h 2226179"/>
                <a:gd name="connsiteX4" fmla="*/ 3896882 w 3896882"/>
                <a:gd name="connsiteY4" fmla="*/ 0 h 2226179"/>
                <a:gd name="connsiteX0" fmla="*/ 3871245 w 3871245"/>
                <a:gd name="connsiteY0" fmla="*/ 0 h 2226179"/>
                <a:gd name="connsiteX1" fmla="*/ 0 w 3871245"/>
                <a:gd name="connsiteY1" fmla="*/ 264919 h 2226179"/>
                <a:gd name="connsiteX2" fmla="*/ 4273 w 3871245"/>
                <a:gd name="connsiteY2" fmla="*/ 2226179 h 2226179"/>
                <a:gd name="connsiteX3" fmla="*/ 3866972 w 3871245"/>
                <a:gd name="connsiteY3" fmla="*/ 1974078 h 2226179"/>
                <a:gd name="connsiteX4" fmla="*/ 3871245 w 3871245"/>
                <a:gd name="connsiteY4" fmla="*/ 0 h 2226179"/>
                <a:gd name="connsiteX0" fmla="*/ 3867064 w 3867064"/>
                <a:gd name="connsiteY0" fmla="*/ 0 h 2226179"/>
                <a:gd name="connsiteX1" fmla="*/ 12911 w 3867064"/>
                <a:gd name="connsiteY1" fmla="*/ 269192 h 2226179"/>
                <a:gd name="connsiteX2" fmla="*/ 92 w 3867064"/>
                <a:gd name="connsiteY2" fmla="*/ 2226179 h 2226179"/>
                <a:gd name="connsiteX3" fmla="*/ 3862791 w 3867064"/>
                <a:gd name="connsiteY3" fmla="*/ 1974078 h 2226179"/>
                <a:gd name="connsiteX4" fmla="*/ 3867064 w 3867064"/>
                <a:gd name="connsiteY4" fmla="*/ 0 h 2226179"/>
                <a:gd name="connsiteX0" fmla="*/ 3867383 w 3867383"/>
                <a:gd name="connsiteY0" fmla="*/ 0 h 2226179"/>
                <a:gd name="connsiteX1" fmla="*/ 411 w 3867383"/>
                <a:gd name="connsiteY1" fmla="*/ 273465 h 2226179"/>
                <a:gd name="connsiteX2" fmla="*/ 411 w 3867383"/>
                <a:gd name="connsiteY2" fmla="*/ 2226179 h 2226179"/>
                <a:gd name="connsiteX3" fmla="*/ 3863110 w 3867383"/>
                <a:gd name="connsiteY3" fmla="*/ 1974078 h 2226179"/>
                <a:gd name="connsiteX4" fmla="*/ 3867383 w 3867383"/>
                <a:gd name="connsiteY4" fmla="*/ 0 h 2226179"/>
                <a:gd name="connsiteX0" fmla="*/ 3892661 w 3892661"/>
                <a:gd name="connsiteY0" fmla="*/ 0 h 6403180"/>
                <a:gd name="connsiteX1" fmla="*/ 25689 w 3892661"/>
                <a:gd name="connsiteY1" fmla="*/ 273465 h 6403180"/>
                <a:gd name="connsiteX2" fmla="*/ 51 w 3892661"/>
                <a:gd name="connsiteY2" fmla="*/ 6403180 h 6403180"/>
                <a:gd name="connsiteX3" fmla="*/ 3888388 w 3892661"/>
                <a:gd name="connsiteY3" fmla="*/ 1974078 h 6403180"/>
                <a:gd name="connsiteX4" fmla="*/ 3892661 w 3892661"/>
                <a:gd name="connsiteY4" fmla="*/ 0 h 6403180"/>
                <a:gd name="connsiteX0" fmla="*/ 3896882 w 3896882"/>
                <a:gd name="connsiteY0" fmla="*/ 0 h 6403180"/>
                <a:gd name="connsiteX1" fmla="*/ 0 w 3896882"/>
                <a:gd name="connsiteY1" fmla="*/ 4599655 h 6403180"/>
                <a:gd name="connsiteX2" fmla="*/ 4272 w 3896882"/>
                <a:gd name="connsiteY2" fmla="*/ 6403180 h 6403180"/>
                <a:gd name="connsiteX3" fmla="*/ 3892609 w 3896882"/>
                <a:gd name="connsiteY3" fmla="*/ 1974078 h 6403180"/>
                <a:gd name="connsiteX4" fmla="*/ 3896882 w 3896882"/>
                <a:gd name="connsiteY4" fmla="*/ 0 h 6403180"/>
                <a:gd name="connsiteX0" fmla="*/ 3893021 w 3893021"/>
                <a:gd name="connsiteY0" fmla="*/ 0 h 6403180"/>
                <a:gd name="connsiteX1" fmla="*/ 412 w 3893021"/>
                <a:gd name="connsiteY1" fmla="*/ 4152108 h 6403180"/>
                <a:gd name="connsiteX2" fmla="*/ 411 w 3893021"/>
                <a:gd name="connsiteY2" fmla="*/ 6403180 h 6403180"/>
                <a:gd name="connsiteX3" fmla="*/ 3888748 w 3893021"/>
                <a:gd name="connsiteY3" fmla="*/ 1974078 h 6403180"/>
                <a:gd name="connsiteX4" fmla="*/ 3893021 w 3893021"/>
                <a:gd name="connsiteY4" fmla="*/ 0 h 6403180"/>
                <a:gd name="connsiteX0" fmla="*/ 3892651 w 3892651"/>
                <a:gd name="connsiteY0" fmla="*/ 0 h 6403180"/>
                <a:gd name="connsiteX1" fmla="*/ 34226 w 3892651"/>
                <a:gd name="connsiteY1" fmla="*/ 4375864 h 6403180"/>
                <a:gd name="connsiteX2" fmla="*/ 41 w 3892651"/>
                <a:gd name="connsiteY2" fmla="*/ 6403180 h 6403180"/>
                <a:gd name="connsiteX3" fmla="*/ 3888378 w 3892651"/>
                <a:gd name="connsiteY3" fmla="*/ 1974078 h 6403180"/>
                <a:gd name="connsiteX4" fmla="*/ 3892651 w 3892651"/>
                <a:gd name="connsiteY4" fmla="*/ 0 h 6403180"/>
                <a:gd name="connsiteX0" fmla="*/ 3875591 w 3875591"/>
                <a:gd name="connsiteY0" fmla="*/ 0 h 6552362"/>
                <a:gd name="connsiteX1" fmla="*/ 17166 w 3875591"/>
                <a:gd name="connsiteY1" fmla="*/ 4375864 h 6552362"/>
                <a:gd name="connsiteX2" fmla="*/ 73 w 3875591"/>
                <a:gd name="connsiteY2" fmla="*/ 6552362 h 6552362"/>
                <a:gd name="connsiteX3" fmla="*/ 3871318 w 3875591"/>
                <a:gd name="connsiteY3" fmla="*/ 1974078 h 6552362"/>
                <a:gd name="connsiteX4" fmla="*/ 3875591 w 3875591"/>
                <a:gd name="connsiteY4" fmla="*/ 0 h 6552362"/>
                <a:gd name="connsiteX0" fmla="*/ 3875928 w 3875928"/>
                <a:gd name="connsiteY0" fmla="*/ 0 h 6552362"/>
                <a:gd name="connsiteX1" fmla="*/ 412 w 3875928"/>
                <a:gd name="connsiteY1" fmla="*/ 4599620 h 6552362"/>
                <a:gd name="connsiteX2" fmla="*/ 410 w 3875928"/>
                <a:gd name="connsiteY2" fmla="*/ 6552362 h 6552362"/>
                <a:gd name="connsiteX3" fmla="*/ 3871655 w 3875928"/>
                <a:gd name="connsiteY3" fmla="*/ 1974078 h 6552362"/>
                <a:gd name="connsiteX4" fmla="*/ 3875928 w 3875928"/>
                <a:gd name="connsiteY4" fmla="*/ 0 h 655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75928" h="6552362">
                  <a:moveTo>
                    <a:pt x="3875928" y="0"/>
                  </a:moveTo>
                  <a:lnTo>
                    <a:pt x="412" y="4599620"/>
                  </a:lnTo>
                  <a:cubicBezTo>
                    <a:pt x="1836" y="5253373"/>
                    <a:pt x="-1014" y="5898609"/>
                    <a:pt x="410" y="6552362"/>
                  </a:cubicBezTo>
                  <a:lnTo>
                    <a:pt x="3871655" y="1974078"/>
                  </a:lnTo>
                  <a:cubicBezTo>
                    <a:pt x="3873079" y="1316052"/>
                    <a:pt x="3874504" y="658026"/>
                    <a:pt x="3875928" y="0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CFF15201-6C51-0E4C-8DF2-2874D9BB5094}"/>
              </a:ext>
            </a:extLst>
          </p:cNvPr>
          <p:cNvGrpSpPr/>
          <p:nvPr/>
        </p:nvGrpSpPr>
        <p:grpSpPr>
          <a:xfrm>
            <a:off x="1750742" y="5112121"/>
            <a:ext cx="1641327" cy="338554"/>
            <a:chOff x="1750742" y="5112121"/>
            <a:chExt cx="1641327" cy="338554"/>
          </a:xfrm>
        </p:grpSpPr>
        <p:cxnSp>
          <p:nvCxnSpPr>
            <p:cNvPr id="80" name="Straight Arrow Connector 79">
              <a:extLst>
                <a:ext uri="{FF2B5EF4-FFF2-40B4-BE49-F238E27FC236}">
                  <a16:creationId xmlns:a16="http://schemas.microsoft.com/office/drawing/2014/main" id="{720A34E6-D1D9-9946-A671-F07C7305187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50742" y="5290443"/>
              <a:ext cx="1641327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1" name="Group 90">
              <a:extLst>
                <a:ext uri="{FF2B5EF4-FFF2-40B4-BE49-F238E27FC236}">
                  <a16:creationId xmlns:a16="http://schemas.microsoft.com/office/drawing/2014/main" id="{1869B0B9-3B24-694E-ACA6-3C15E7F0A7AA}"/>
                </a:ext>
              </a:extLst>
            </p:cNvPr>
            <p:cNvGrpSpPr/>
            <p:nvPr/>
          </p:nvGrpSpPr>
          <p:grpSpPr>
            <a:xfrm>
              <a:off x="2136070" y="5112121"/>
              <a:ext cx="459104" cy="338554"/>
              <a:chOff x="2709565" y="5090498"/>
              <a:chExt cx="459104" cy="338554"/>
            </a:xfrm>
          </p:grpSpPr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50D49D93-5523-2D40-A4B4-2C25959CCB4C}"/>
                  </a:ext>
                </a:extLst>
              </p:cNvPr>
              <p:cNvSpPr/>
              <p:nvPr/>
            </p:nvSpPr>
            <p:spPr>
              <a:xfrm>
                <a:off x="2785241" y="5146384"/>
                <a:ext cx="252731" cy="227467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024E2305-8E5C-AA43-A3E7-0B4250CBA647}"/>
                  </a:ext>
                </a:extLst>
              </p:cNvPr>
              <p:cNvSpPr txBox="1"/>
              <p:nvPr/>
            </p:nvSpPr>
            <p:spPr>
              <a:xfrm>
                <a:off x="2709565" y="5090498"/>
                <a:ext cx="45910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O</a:t>
                </a:r>
                <a:r>
                  <a:rPr kumimoji="0" lang="en-US" sz="16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1</a:t>
                </a:r>
              </a:p>
            </p:txBody>
          </p:sp>
        </p:grp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63ACB7C6-C932-A244-9314-0E6B7F0BABA7}"/>
              </a:ext>
            </a:extLst>
          </p:cNvPr>
          <p:cNvSpPr/>
          <p:nvPr/>
        </p:nvSpPr>
        <p:spPr>
          <a:xfrm>
            <a:off x="2453226" y="5330278"/>
            <a:ext cx="252731" cy="22746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F5600D4F-86F9-0C49-A7FC-8E1F0F10C16E}"/>
              </a:ext>
            </a:extLst>
          </p:cNvPr>
          <p:cNvGrpSpPr/>
          <p:nvPr/>
        </p:nvGrpSpPr>
        <p:grpSpPr>
          <a:xfrm>
            <a:off x="1750742" y="5274392"/>
            <a:ext cx="1641172" cy="338554"/>
            <a:chOff x="1750742" y="5274392"/>
            <a:chExt cx="1641172" cy="338554"/>
          </a:xfrm>
        </p:grpSpPr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6CC15AA8-A7F6-FE4A-B121-E8AC009EFE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50742" y="5442843"/>
              <a:ext cx="1641172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4597425E-DF5C-7647-B600-A70497B20E94}"/>
                </a:ext>
              </a:extLst>
            </p:cNvPr>
            <p:cNvSpPr txBox="1"/>
            <p:nvPr/>
          </p:nvSpPr>
          <p:spPr>
            <a:xfrm>
              <a:off x="2384556" y="5274392"/>
              <a:ext cx="45910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</a:t>
              </a:r>
              <a:r>
                <a: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2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DF5B72F1-6258-1D46-8B4C-28D067B642BD}"/>
              </a:ext>
            </a:extLst>
          </p:cNvPr>
          <p:cNvGrpSpPr/>
          <p:nvPr/>
        </p:nvGrpSpPr>
        <p:grpSpPr>
          <a:xfrm>
            <a:off x="1750742" y="5500058"/>
            <a:ext cx="1644347" cy="338554"/>
            <a:chOff x="1750742" y="5500058"/>
            <a:chExt cx="1644347" cy="338554"/>
          </a:xfrm>
        </p:grpSpPr>
        <p:cxnSp>
          <p:nvCxnSpPr>
            <p:cNvPr id="83" name="Straight Arrow Connector 82">
              <a:extLst>
                <a:ext uri="{FF2B5EF4-FFF2-40B4-BE49-F238E27FC236}">
                  <a16:creationId xmlns:a16="http://schemas.microsoft.com/office/drawing/2014/main" id="{665F1FBC-EB6D-914C-954B-043B19E2CE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50742" y="5670973"/>
              <a:ext cx="1644347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88D8925B-CD48-6346-BBE6-8AD1F024192A}"/>
                </a:ext>
              </a:extLst>
            </p:cNvPr>
            <p:cNvSpPr txBox="1"/>
            <p:nvPr/>
          </p:nvSpPr>
          <p:spPr>
            <a:xfrm>
              <a:off x="2578111" y="5500058"/>
              <a:ext cx="45910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</a:t>
              </a:r>
              <a:r>
                <a: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3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2E3B66F0-9018-8E4D-819B-CF6530707FCC}"/>
              </a:ext>
            </a:extLst>
          </p:cNvPr>
          <p:cNvGrpSpPr/>
          <p:nvPr/>
        </p:nvGrpSpPr>
        <p:grpSpPr>
          <a:xfrm>
            <a:off x="1750742" y="5634943"/>
            <a:ext cx="1641326" cy="338554"/>
            <a:chOff x="1750742" y="5634943"/>
            <a:chExt cx="1641326" cy="338554"/>
          </a:xfrm>
        </p:grpSpPr>
        <p:cxnSp>
          <p:nvCxnSpPr>
            <p:cNvPr id="84" name="Straight Arrow Connector 83">
              <a:extLst>
                <a:ext uri="{FF2B5EF4-FFF2-40B4-BE49-F238E27FC236}">
                  <a16:creationId xmlns:a16="http://schemas.microsoft.com/office/drawing/2014/main" id="{DB9888CD-41C5-4646-87F1-56C4C74BA5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50742" y="5804632"/>
              <a:ext cx="1641326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AD494163-6EBC-544B-A9C5-6828F477C4BF}"/>
                </a:ext>
              </a:extLst>
            </p:cNvPr>
            <p:cNvSpPr txBox="1"/>
            <p:nvPr/>
          </p:nvSpPr>
          <p:spPr>
            <a:xfrm>
              <a:off x="2779553" y="5634943"/>
              <a:ext cx="45910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</a:t>
              </a:r>
              <a:r>
                <a: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4</a:t>
              </a: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CFAEFC89-AAE1-D248-8065-2DCB806A42B8}"/>
              </a:ext>
            </a:extLst>
          </p:cNvPr>
          <p:cNvSpPr/>
          <p:nvPr/>
        </p:nvSpPr>
        <p:spPr>
          <a:xfrm>
            <a:off x="8624002" y="5214579"/>
            <a:ext cx="892097" cy="110302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B85586A7-784E-134B-85D7-D63EAD126974}"/>
              </a:ext>
            </a:extLst>
          </p:cNvPr>
          <p:cNvSpPr/>
          <p:nvPr/>
        </p:nvSpPr>
        <p:spPr>
          <a:xfrm>
            <a:off x="8624002" y="5303700"/>
            <a:ext cx="892097" cy="110302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88A20BE8-0DED-0F46-A15A-6CA9C220DD67}"/>
              </a:ext>
            </a:extLst>
          </p:cNvPr>
          <p:cNvSpPr/>
          <p:nvPr/>
        </p:nvSpPr>
        <p:spPr>
          <a:xfrm>
            <a:off x="8620344" y="5425404"/>
            <a:ext cx="892097" cy="110302"/>
          </a:xfrm>
          <a:prstGeom prst="rect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8AF7AE2C-A59F-D247-BD00-087A82CBE885}"/>
              </a:ext>
            </a:extLst>
          </p:cNvPr>
          <p:cNvSpPr txBox="1"/>
          <p:nvPr/>
        </p:nvSpPr>
        <p:spPr>
          <a:xfrm>
            <a:off x="8322039" y="2665582"/>
            <a:ext cx="256058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object data requested</a:t>
            </a:r>
          </a:p>
        </p:txBody>
      </p:sp>
      <p:sp>
        <p:nvSpPr>
          <p:cNvPr id="101" name="Left Arrow 100">
            <a:extLst>
              <a:ext uri="{FF2B5EF4-FFF2-40B4-BE49-F238E27FC236}">
                <a16:creationId xmlns:a16="http://schemas.microsoft.com/office/drawing/2014/main" id="{9C9ACF7A-93F7-1144-933E-C07E1A9255BB}"/>
              </a:ext>
            </a:extLst>
          </p:cNvPr>
          <p:cNvSpPr/>
          <p:nvPr/>
        </p:nvSpPr>
        <p:spPr>
          <a:xfrm>
            <a:off x="7955470" y="4068021"/>
            <a:ext cx="596846" cy="369332"/>
          </a:xfrm>
          <a:prstGeom prst="leftArrow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F92C3131-42F8-4447-929E-4F663CB535C3}"/>
              </a:ext>
            </a:extLst>
          </p:cNvPr>
          <p:cNvSpPr/>
          <p:nvPr/>
        </p:nvSpPr>
        <p:spPr>
          <a:xfrm>
            <a:off x="10065868" y="3696565"/>
            <a:ext cx="394800" cy="22746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C66EC781-091E-0F4D-AB0D-84A37CFCF6E8}"/>
              </a:ext>
            </a:extLst>
          </p:cNvPr>
          <p:cNvSpPr txBox="1"/>
          <p:nvPr/>
        </p:nvSpPr>
        <p:spPr>
          <a:xfrm>
            <a:off x="9706653" y="3898744"/>
            <a:ext cx="71718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1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F385891B-C7EB-5245-A25D-276FD77536AB}"/>
              </a:ext>
            </a:extLst>
          </p:cNvPr>
          <p:cNvSpPr/>
          <p:nvPr/>
        </p:nvSpPr>
        <p:spPr>
          <a:xfrm>
            <a:off x="10303411" y="3858836"/>
            <a:ext cx="394800" cy="22746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9D8408DC-4E3D-7747-AD30-D5058E1B4D77}"/>
              </a:ext>
            </a:extLst>
          </p:cNvPr>
          <p:cNvSpPr txBox="1"/>
          <p:nvPr/>
        </p:nvSpPr>
        <p:spPr>
          <a:xfrm>
            <a:off x="9717406" y="4747954"/>
            <a:ext cx="71718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2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952069D3-515D-EA47-80C1-EAE65F1325BF}"/>
              </a:ext>
            </a:extLst>
          </p:cNvPr>
          <p:cNvSpPr txBox="1"/>
          <p:nvPr/>
        </p:nvSpPr>
        <p:spPr>
          <a:xfrm>
            <a:off x="9717374" y="5101897"/>
            <a:ext cx="71718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3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56E9B31D-F0E0-5E40-9F14-0871A03773A6}"/>
              </a:ext>
            </a:extLst>
          </p:cNvPr>
          <p:cNvSpPr txBox="1"/>
          <p:nvPr/>
        </p:nvSpPr>
        <p:spPr>
          <a:xfrm>
            <a:off x="9722211" y="5425404"/>
            <a:ext cx="71718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4</a:t>
            </a:r>
          </a:p>
        </p:txBody>
      </p:sp>
      <p:cxnSp>
        <p:nvCxnSpPr>
          <p:cNvPr id="111" name="Straight Connector 110">
            <a:extLst>
              <a:ext uri="{FF2B5EF4-FFF2-40B4-BE49-F238E27FC236}">
                <a16:creationId xmlns:a16="http://schemas.microsoft.com/office/drawing/2014/main" id="{D10A1F28-D7BB-BD4E-8F4C-AE1B9F56323C}"/>
              </a:ext>
            </a:extLst>
          </p:cNvPr>
          <p:cNvCxnSpPr>
            <a:cxnSpLocks/>
          </p:cNvCxnSpPr>
          <p:nvPr/>
        </p:nvCxnSpPr>
        <p:spPr>
          <a:xfrm>
            <a:off x="9583543" y="5324881"/>
            <a:ext cx="186184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389079BE-214E-8B42-950F-55C58E69DED5}"/>
              </a:ext>
            </a:extLst>
          </p:cNvPr>
          <p:cNvCxnSpPr>
            <a:cxnSpLocks/>
          </p:cNvCxnSpPr>
          <p:nvPr/>
        </p:nvCxnSpPr>
        <p:spPr>
          <a:xfrm flipV="1">
            <a:off x="9589060" y="5022530"/>
            <a:ext cx="180667" cy="14587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Straight Connector 114">
            <a:extLst>
              <a:ext uri="{FF2B5EF4-FFF2-40B4-BE49-F238E27FC236}">
                <a16:creationId xmlns:a16="http://schemas.microsoft.com/office/drawing/2014/main" id="{BA29B81E-105C-7842-9461-2546211EC2C6}"/>
              </a:ext>
            </a:extLst>
          </p:cNvPr>
          <p:cNvCxnSpPr>
            <a:cxnSpLocks/>
          </p:cNvCxnSpPr>
          <p:nvPr/>
        </p:nvCxnSpPr>
        <p:spPr>
          <a:xfrm>
            <a:off x="9593643" y="5502519"/>
            <a:ext cx="180667" cy="14587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" name="Rectangle 3">
            <a:extLst>
              <a:ext uri="{FF2B5EF4-FFF2-40B4-BE49-F238E27FC236}">
                <a16:creationId xmlns:a16="http://schemas.microsoft.com/office/drawing/2014/main" id="{A8987A85-6673-8C45-92B4-FA947F072F67}"/>
              </a:ext>
            </a:extLst>
          </p:cNvPr>
          <p:cNvSpPr txBox="1">
            <a:spLocks noChangeArrowheads="1"/>
          </p:cNvSpPr>
          <p:nvPr/>
        </p:nvSpPr>
        <p:spPr>
          <a:xfrm>
            <a:off x="2410244" y="6238081"/>
            <a:ext cx="8451975" cy="50330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objects delivered in order requested: O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, O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3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, O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4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wait behind O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1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57772C53-CB21-F54B-81A4-80FA45EF0DCB}"/>
              </a:ext>
            </a:extLst>
          </p:cNvPr>
          <p:cNvGrpSpPr/>
          <p:nvPr/>
        </p:nvGrpSpPr>
        <p:grpSpPr>
          <a:xfrm>
            <a:off x="3400914" y="5195255"/>
            <a:ext cx="4029070" cy="477315"/>
            <a:chOff x="3400914" y="5195255"/>
            <a:chExt cx="4029070" cy="477315"/>
          </a:xfrm>
        </p:grpSpPr>
        <p:cxnSp>
          <p:nvCxnSpPr>
            <p:cNvPr id="61" name="Straight Arrow Connector 60">
              <a:extLst>
                <a:ext uri="{FF2B5EF4-FFF2-40B4-BE49-F238E27FC236}">
                  <a16:creationId xmlns:a16="http://schemas.microsoft.com/office/drawing/2014/main" id="{72FF5CC6-CED4-2143-AE2B-F90140B186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00914" y="5403102"/>
              <a:ext cx="4029070" cy="269468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5A06D02B-5F32-3D42-9572-49327927E15A}"/>
                </a:ext>
              </a:extLst>
            </p:cNvPr>
            <p:cNvSpPr/>
            <p:nvPr/>
          </p:nvSpPr>
          <p:spPr>
            <a:xfrm>
              <a:off x="3520812" y="5195255"/>
              <a:ext cx="3866473" cy="468804"/>
            </a:xfrm>
            <a:custGeom>
              <a:avLst/>
              <a:gdLst>
                <a:gd name="connsiteX0" fmla="*/ 0 w 3866473"/>
                <a:gd name="connsiteY0" fmla="*/ 264573 h 468804"/>
                <a:gd name="connsiteX1" fmla="*/ 0 w 3866473"/>
                <a:gd name="connsiteY1" fmla="*/ 468804 h 468804"/>
                <a:gd name="connsiteX2" fmla="*/ 3866473 w 3866473"/>
                <a:gd name="connsiteY2" fmla="*/ 204232 h 468804"/>
                <a:gd name="connsiteX3" fmla="*/ 3861832 w 3866473"/>
                <a:gd name="connsiteY3" fmla="*/ 0 h 468804"/>
                <a:gd name="connsiteX4" fmla="*/ 0 w 3866473"/>
                <a:gd name="connsiteY4" fmla="*/ 264573 h 468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66473" h="468804">
                  <a:moveTo>
                    <a:pt x="0" y="264573"/>
                  </a:moveTo>
                  <a:lnTo>
                    <a:pt x="0" y="468804"/>
                  </a:lnTo>
                  <a:lnTo>
                    <a:pt x="3866473" y="204232"/>
                  </a:lnTo>
                  <a:lnTo>
                    <a:pt x="3861832" y="0"/>
                  </a:lnTo>
                  <a:lnTo>
                    <a:pt x="0" y="2645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93" name="Slide Number Placeholder 2">
            <a:extLst>
              <a:ext uri="{FF2B5EF4-FFF2-40B4-BE49-F238E27FC236}">
                <a16:creationId xmlns:a16="http://schemas.microsoft.com/office/drawing/2014/main" id="{04B1ED28-70FB-1F43-9411-4F7106AECB3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514810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7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HTTP/2: mitigating HOL blocking</a:t>
            </a:r>
            <a:endParaRPr lang="en-US" sz="4400" dirty="0"/>
          </a:p>
        </p:txBody>
      </p:sp>
      <p:sp>
        <p:nvSpPr>
          <p:cNvPr id="272" name="Rectangle 3">
            <a:extLst>
              <a:ext uri="{FF2B5EF4-FFF2-40B4-BE49-F238E27FC236}">
                <a16:creationId xmlns:a16="http://schemas.microsoft.com/office/drawing/2014/main" id="{8CBA4EFF-1AC8-A245-B998-4DDACE8C36D2}"/>
              </a:ext>
            </a:extLst>
          </p:cNvPr>
          <p:cNvSpPr txBox="1">
            <a:spLocks noChangeArrowheads="1"/>
          </p:cNvSpPr>
          <p:nvPr/>
        </p:nvSpPr>
        <p:spPr>
          <a:xfrm>
            <a:off x="798691" y="1274501"/>
            <a:ext cx="11117107" cy="50330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HTTP/2: objects divided into frames, frame transmission interleaved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" name="Text Box 5">
            <a:extLst>
              <a:ext uri="{FF2B5EF4-FFF2-40B4-BE49-F238E27FC236}">
                <a16:creationId xmlns:a16="http://schemas.microsoft.com/office/drawing/2014/main" id="{9C81A400-509D-8B49-94F6-4A247623F1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00584" y="2902508"/>
            <a:ext cx="777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client</a:t>
            </a:r>
          </a:p>
        </p:txBody>
      </p:sp>
      <p:sp>
        <p:nvSpPr>
          <p:cNvPr id="12" name="Text Box 6">
            <a:extLst>
              <a:ext uri="{FF2B5EF4-FFF2-40B4-BE49-F238E27FC236}">
                <a16:creationId xmlns:a16="http://schemas.microsoft.com/office/drawing/2014/main" id="{1C4A8696-15E9-F34E-9D6B-A386450B2B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29972" y="1892257"/>
            <a:ext cx="83695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server</a:t>
            </a:r>
          </a:p>
        </p:txBody>
      </p:sp>
      <p:grpSp>
        <p:nvGrpSpPr>
          <p:cNvPr id="13" name="Group 34">
            <a:extLst>
              <a:ext uri="{FF2B5EF4-FFF2-40B4-BE49-F238E27FC236}">
                <a16:creationId xmlns:a16="http://schemas.microsoft.com/office/drawing/2014/main" id="{3F9049F0-AD0D-BB4A-9A38-AE6CD2DEE44B}"/>
              </a:ext>
            </a:extLst>
          </p:cNvPr>
          <p:cNvGrpSpPr>
            <a:grpSpLocks/>
          </p:cNvGrpSpPr>
          <p:nvPr/>
        </p:nvGrpSpPr>
        <p:grpSpPr bwMode="auto">
          <a:xfrm>
            <a:off x="7234967" y="2262203"/>
            <a:ext cx="422275" cy="685800"/>
            <a:chOff x="4140" y="429"/>
            <a:chExt cx="1425" cy="2396"/>
          </a:xfrm>
        </p:grpSpPr>
        <p:sp>
          <p:nvSpPr>
            <p:cNvPr id="14" name="Freeform 35">
              <a:extLst>
                <a:ext uri="{FF2B5EF4-FFF2-40B4-BE49-F238E27FC236}">
                  <a16:creationId xmlns:a16="http://schemas.microsoft.com/office/drawing/2014/main" id="{803C6B5A-D9D1-EB4A-A391-52C6BC681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5" name="Rectangle 36">
              <a:extLst>
                <a:ext uri="{FF2B5EF4-FFF2-40B4-BE49-F238E27FC236}">
                  <a16:creationId xmlns:a16="http://schemas.microsoft.com/office/drawing/2014/main" id="{743E8922-0B4F-124B-8E08-EAFC48A26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0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" name="Freeform 37">
              <a:extLst>
                <a:ext uri="{FF2B5EF4-FFF2-40B4-BE49-F238E27FC236}">
                  <a16:creationId xmlns:a16="http://schemas.microsoft.com/office/drawing/2014/main" id="{B8099CED-B66E-A64F-9D64-36008CA17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7" name="Freeform 38">
              <a:extLst>
                <a:ext uri="{FF2B5EF4-FFF2-40B4-BE49-F238E27FC236}">
                  <a16:creationId xmlns:a16="http://schemas.microsoft.com/office/drawing/2014/main" id="{8E10A1E3-E714-724B-9A56-653D39FCC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8" name="Rectangle 39">
              <a:extLst>
                <a:ext uri="{FF2B5EF4-FFF2-40B4-BE49-F238E27FC236}">
                  <a16:creationId xmlns:a16="http://schemas.microsoft.com/office/drawing/2014/main" id="{51B7511E-9F4A-634B-B78E-ADF6D024C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5"/>
              <a:ext cx="600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9" name="Group 40">
              <a:extLst>
                <a:ext uri="{FF2B5EF4-FFF2-40B4-BE49-F238E27FC236}">
                  <a16:creationId xmlns:a16="http://schemas.microsoft.com/office/drawing/2014/main" id="{5B0CC43F-BAC2-3140-B5A3-62B0B2DB20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4" name="AutoShape 41">
                <a:extLst>
                  <a:ext uri="{FF2B5EF4-FFF2-40B4-BE49-F238E27FC236}">
                    <a16:creationId xmlns:a16="http://schemas.microsoft.com/office/drawing/2014/main" id="{15BC3053-32F0-D74D-89AF-8B97E27A3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" name="AutoShape 42">
                <a:extLst>
                  <a:ext uri="{FF2B5EF4-FFF2-40B4-BE49-F238E27FC236}">
                    <a16:creationId xmlns:a16="http://schemas.microsoft.com/office/drawing/2014/main" id="{20995AA6-2DCD-3745-B56B-D4A2BD016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0" name="Rectangle 43">
              <a:extLst>
                <a:ext uri="{FF2B5EF4-FFF2-40B4-BE49-F238E27FC236}">
                  <a16:creationId xmlns:a16="http://schemas.microsoft.com/office/drawing/2014/main" id="{A0AB9F72-54CB-1348-80D1-B314D48A0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17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1" name="Group 44">
              <a:extLst>
                <a:ext uri="{FF2B5EF4-FFF2-40B4-BE49-F238E27FC236}">
                  <a16:creationId xmlns:a16="http://schemas.microsoft.com/office/drawing/2014/main" id="{9E4659C2-4E42-B443-84EF-9148F9288B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2" name="AutoShape 45">
                <a:extLst>
                  <a:ext uri="{FF2B5EF4-FFF2-40B4-BE49-F238E27FC236}">
                    <a16:creationId xmlns:a16="http://schemas.microsoft.com/office/drawing/2014/main" id="{D8903B39-8265-544A-9AFB-566D599B94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3" name="AutoShape 46">
                <a:extLst>
                  <a:ext uri="{FF2B5EF4-FFF2-40B4-BE49-F238E27FC236}">
                    <a16:creationId xmlns:a16="http://schemas.microsoft.com/office/drawing/2014/main" id="{FD67A903-00AF-8F4D-B4F7-1CE981372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2" name="Rectangle 47">
              <a:extLst>
                <a:ext uri="{FF2B5EF4-FFF2-40B4-BE49-F238E27FC236}">
                  <a16:creationId xmlns:a16="http://schemas.microsoft.com/office/drawing/2014/main" id="{4CE4A0E0-E439-5A47-BF8B-98C51081A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" name="Rectangle 48">
              <a:extLst>
                <a:ext uri="{FF2B5EF4-FFF2-40B4-BE49-F238E27FC236}">
                  <a16:creationId xmlns:a16="http://schemas.microsoft.com/office/drawing/2014/main" id="{9C3A9589-0AF1-484B-8D65-785BF63FA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" name="Group 49">
              <a:extLst>
                <a:ext uri="{FF2B5EF4-FFF2-40B4-BE49-F238E27FC236}">
                  <a16:creationId xmlns:a16="http://schemas.microsoft.com/office/drawing/2014/main" id="{B0BBD09F-6C03-C742-8A03-DE01670CB5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0" name="AutoShape 50">
                <a:extLst>
                  <a:ext uri="{FF2B5EF4-FFF2-40B4-BE49-F238E27FC236}">
                    <a16:creationId xmlns:a16="http://schemas.microsoft.com/office/drawing/2014/main" id="{F540A08B-AEF4-A545-BD11-4851FF84E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" name="AutoShape 51">
                <a:extLst>
                  <a:ext uri="{FF2B5EF4-FFF2-40B4-BE49-F238E27FC236}">
                    <a16:creationId xmlns:a16="http://schemas.microsoft.com/office/drawing/2014/main" id="{3E831A66-2030-664B-A089-E131017C2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5" name="Freeform 52">
              <a:extLst>
                <a:ext uri="{FF2B5EF4-FFF2-40B4-BE49-F238E27FC236}">
                  <a16:creationId xmlns:a16="http://schemas.microsoft.com/office/drawing/2014/main" id="{EB110631-8DF7-8E4E-A94B-F2F52EA1E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26" name="Group 53">
              <a:extLst>
                <a:ext uri="{FF2B5EF4-FFF2-40B4-BE49-F238E27FC236}">
                  <a16:creationId xmlns:a16="http://schemas.microsoft.com/office/drawing/2014/main" id="{0605E8F2-9F9A-7648-8BA6-ABA0DFC793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8" name="AutoShape 54">
                <a:extLst>
                  <a:ext uri="{FF2B5EF4-FFF2-40B4-BE49-F238E27FC236}">
                    <a16:creationId xmlns:a16="http://schemas.microsoft.com/office/drawing/2014/main" id="{D18E181B-E7B4-7D4A-A9B8-9FDE56CEB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" name="AutoShape 55">
                <a:extLst>
                  <a:ext uri="{FF2B5EF4-FFF2-40B4-BE49-F238E27FC236}">
                    <a16:creationId xmlns:a16="http://schemas.microsoft.com/office/drawing/2014/main" id="{0A0D2D66-4293-5E42-AB2B-B27978D8D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" name="Rectangle 56">
              <a:extLst>
                <a:ext uri="{FF2B5EF4-FFF2-40B4-BE49-F238E27FC236}">
                  <a16:creationId xmlns:a16="http://schemas.microsoft.com/office/drawing/2014/main" id="{29DA363B-DCCE-0E42-97D8-C3675780D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70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" name="Freeform 57">
              <a:extLst>
                <a:ext uri="{FF2B5EF4-FFF2-40B4-BE49-F238E27FC236}">
                  <a16:creationId xmlns:a16="http://schemas.microsoft.com/office/drawing/2014/main" id="{003F54F8-B50A-A745-830C-199E1BDB2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9" name="Freeform 58">
              <a:extLst>
                <a:ext uri="{FF2B5EF4-FFF2-40B4-BE49-F238E27FC236}">
                  <a16:creationId xmlns:a16="http://schemas.microsoft.com/office/drawing/2014/main" id="{7C5A7536-BE63-4040-ABA1-74B2DEB36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0" name="Oval 59">
              <a:extLst>
                <a:ext uri="{FF2B5EF4-FFF2-40B4-BE49-F238E27FC236}">
                  <a16:creationId xmlns:a16="http://schemas.microsoft.com/office/drawing/2014/main" id="{22686AD2-E3C1-444A-BFBF-DA4357778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09"/>
              <a:ext cx="48" cy="10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" name="Freeform 60">
              <a:extLst>
                <a:ext uri="{FF2B5EF4-FFF2-40B4-BE49-F238E27FC236}">
                  <a16:creationId xmlns:a16="http://schemas.microsoft.com/office/drawing/2014/main" id="{A511E8EF-CCBE-984C-81CA-5741AD13A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2" name="AutoShape 61">
              <a:extLst>
                <a:ext uri="{FF2B5EF4-FFF2-40B4-BE49-F238E27FC236}">
                  <a16:creationId xmlns:a16="http://schemas.microsoft.com/office/drawing/2014/main" id="{E12F38C4-3DA7-4848-A901-A1CCC9330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200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" name="AutoShape 62">
              <a:extLst>
                <a:ext uri="{FF2B5EF4-FFF2-40B4-BE49-F238E27FC236}">
                  <a16:creationId xmlns:a16="http://schemas.microsoft.com/office/drawing/2014/main" id="{48A88A52-5BBB-4743-AF8B-09BA6FDF0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1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" name="Oval 63">
              <a:extLst>
                <a:ext uri="{FF2B5EF4-FFF2-40B4-BE49-F238E27FC236}">
                  <a16:creationId xmlns:a16="http://schemas.microsoft.com/office/drawing/2014/main" id="{D48CE070-E4DE-984E-B8A5-1FAECB3FC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1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" name="Oval 64">
              <a:extLst>
                <a:ext uri="{FF2B5EF4-FFF2-40B4-BE49-F238E27FC236}">
                  <a16:creationId xmlns:a16="http://schemas.microsoft.com/office/drawing/2014/main" id="{3AACC7F2-958D-5A4E-B37D-C55208B6F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1"/>
              <a:ext cx="155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6" name="Oval 65">
              <a:extLst>
                <a:ext uri="{FF2B5EF4-FFF2-40B4-BE49-F238E27FC236}">
                  <a16:creationId xmlns:a16="http://schemas.microsoft.com/office/drawing/2014/main" id="{F26427F9-3E33-EB43-B662-FA88A41C6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1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" name="Rectangle 66">
              <a:extLst>
                <a:ext uri="{FF2B5EF4-FFF2-40B4-BE49-F238E27FC236}">
                  <a16:creationId xmlns:a16="http://schemas.microsoft.com/office/drawing/2014/main" id="{8F1829D6-46E0-BC42-B764-C952B46A2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8"/>
              <a:ext cx="86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6" name="Group 67">
            <a:extLst>
              <a:ext uri="{FF2B5EF4-FFF2-40B4-BE49-F238E27FC236}">
                <a16:creationId xmlns:a16="http://schemas.microsoft.com/office/drawing/2014/main" id="{E398CB23-1767-0048-89F5-62C5E9AF7865}"/>
              </a:ext>
            </a:extLst>
          </p:cNvPr>
          <p:cNvGrpSpPr>
            <a:grpSpLocks/>
          </p:cNvGrpSpPr>
          <p:nvPr/>
        </p:nvGrpSpPr>
        <p:grpSpPr bwMode="auto">
          <a:xfrm>
            <a:off x="2885332" y="2291964"/>
            <a:ext cx="742950" cy="742950"/>
            <a:chOff x="-44" y="1473"/>
            <a:chExt cx="981" cy="1105"/>
          </a:xfrm>
        </p:grpSpPr>
        <p:pic>
          <p:nvPicPr>
            <p:cNvPr id="47" name="Picture 68" descr="desktop_computer_stylized_medium">
              <a:extLst>
                <a:ext uri="{FF2B5EF4-FFF2-40B4-BE49-F238E27FC236}">
                  <a16:creationId xmlns:a16="http://schemas.microsoft.com/office/drawing/2014/main" id="{8EC7FF3D-42E5-D345-8DA9-637E325A4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Freeform 69">
              <a:extLst>
                <a:ext uri="{FF2B5EF4-FFF2-40B4-BE49-F238E27FC236}">
                  <a16:creationId xmlns:a16="http://schemas.microsoft.com/office/drawing/2014/main" id="{A9F3AAA5-0B80-934E-BA4C-75AD71012D0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CFD5BA50-AF40-4342-8C77-22AF37730C06}"/>
              </a:ext>
            </a:extLst>
          </p:cNvPr>
          <p:cNvCxnSpPr>
            <a:cxnSpLocks/>
          </p:cNvCxnSpPr>
          <p:nvPr/>
        </p:nvCxnSpPr>
        <p:spPr>
          <a:xfrm>
            <a:off x="3526536" y="2791484"/>
            <a:ext cx="3910012" cy="260743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BCF97F68-AA2C-FB49-ABBC-199B7521D0A1}"/>
              </a:ext>
            </a:extLst>
          </p:cNvPr>
          <p:cNvSpPr txBox="1"/>
          <p:nvPr/>
        </p:nvSpPr>
        <p:spPr>
          <a:xfrm>
            <a:off x="6093263" y="2667596"/>
            <a:ext cx="8920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GET O</a:t>
            </a:r>
            <a:r>
              <a: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1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854675CA-3B4C-CC4F-AFB8-7456C2CEC59A}"/>
              </a:ext>
            </a:extLst>
          </p:cNvPr>
          <p:cNvSpPr txBox="1"/>
          <p:nvPr/>
        </p:nvSpPr>
        <p:spPr>
          <a:xfrm>
            <a:off x="5291796" y="2596769"/>
            <a:ext cx="8920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GET O</a:t>
            </a:r>
            <a:r>
              <a: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2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EBB1F67B-C0F8-024A-91A3-3517B8E3A8B6}"/>
              </a:ext>
            </a:extLst>
          </p:cNvPr>
          <p:cNvSpPr txBox="1"/>
          <p:nvPr/>
        </p:nvSpPr>
        <p:spPr>
          <a:xfrm>
            <a:off x="4513773" y="2538104"/>
            <a:ext cx="8920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GET O</a:t>
            </a:r>
            <a:r>
              <a: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3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33D26801-4441-6448-9C51-E7BF273943AE}"/>
              </a:ext>
            </a:extLst>
          </p:cNvPr>
          <p:cNvSpPr txBox="1"/>
          <p:nvPr/>
        </p:nvSpPr>
        <p:spPr>
          <a:xfrm>
            <a:off x="3721264" y="2473869"/>
            <a:ext cx="8920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GET O</a:t>
            </a:r>
            <a:r>
              <a: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4</a:t>
            </a:r>
          </a:p>
        </p:txBody>
      </p:sp>
      <p:cxnSp>
        <p:nvCxnSpPr>
          <p:cNvPr id="62" name="Straight Arrow Connector 61">
            <a:extLst>
              <a:ext uri="{FF2B5EF4-FFF2-40B4-BE49-F238E27FC236}">
                <a16:creationId xmlns:a16="http://schemas.microsoft.com/office/drawing/2014/main" id="{58B400F4-D655-EC45-9A58-A60137EE250C}"/>
              </a:ext>
            </a:extLst>
          </p:cNvPr>
          <p:cNvCxnSpPr>
            <a:cxnSpLocks/>
          </p:cNvCxnSpPr>
          <p:nvPr/>
        </p:nvCxnSpPr>
        <p:spPr>
          <a:xfrm flipH="1">
            <a:off x="3347464" y="5534648"/>
            <a:ext cx="4093672" cy="275135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Rectangle 62">
            <a:extLst>
              <a:ext uri="{FF2B5EF4-FFF2-40B4-BE49-F238E27FC236}">
                <a16:creationId xmlns:a16="http://schemas.microsoft.com/office/drawing/2014/main" id="{38FF6E3C-DC0A-2A42-A83A-2B0D55A3D376}"/>
              </a:ext>
            </a:extLst>
          </p:cNvPr>
          <p:cNvSpPr/>
          <p:nvPr/>
        </p:nvSpPr>
        <p:spPr>
          <a:xfrm>
            <a:off x="8620343" y="3108868"/>
            <a:ext cx="892098" cy="19713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790AB6BC-5FA2-CD42-9930-4B26196539D4}"/>
              </a:ext>
            </a:extLst>
          </p:cNvPr>
          <p:cNvSpPr/>
          <p:nvPr/>
        </p:nvSpPr>
        <p:spPr>
          <a:xfrm>
            <a:off x="8624001" y="5094824"/>
            <a:ext cx="892097" cy="11030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9" name="Freeform 48">
            <a:extLst>
              <a:ext uri="{FF2B5EF4-FFF2-40B4-BE49-F238E27FC236}">
                <a16:creationId xmlns:a16="http://schemas.microsoft.com/office/drawing/2014/main" id="{AF7FDDA2-EA85-004E-AB1B-97A9090ECD2A}"/>
              </a:ext>
            </a:extLst>
          </p:cNvPr>
          <p:cNvSpPr/>
          <p:nvPr/>
        </p:nvSpPr>
        <p:spPr>
          <a:xfrm>
            <a:off x="3486512" y="3835610"/>
            <a:ext cx="3867383" cy="1978529"/>
          </a:xfrm>
          <a:custGeom>
            <a:avLst/>
            <a:gdLst>
              <a:gd name="connsiteX0" fmla="*/ 3896882 w 3926792"/>
              <a:gd name="connsiteY0" fmla="*/ 0 h 2226179"/>
              <a:gd name="connsiteX1" fmla="*/ 0 w 3926792"/>
              <a:gd name="connsiteY1" fmla="*/ 264919 h 2226179"/>
              <a:gd name="connsiteX2" fmla="*/ 29910 w 3926792"/>
              <a:gd name="connsiteY2" fmla="*/ 2226179 h 2226179"/>
              <a:gd name="connsiteX3" fmla="*/ 3926792 w 3926792"/>
              <a:gd name="connsiteY3" fmla="*/ 1961260 h 2226179"/>
              <a:gd name="connsiteX4" fmla="*/ 3896882 w 3926792"/>
              <a:gd name="connsiteY4" fmla="*/ 0 h 2226179"/>
              <a:gd name="connsiteX0" fmla="*/ 3896882 w 3909701"/>
              <a:gd name="connsiteY0" fmla="*/ 0 h 2226179"/>
              <a:gd name="connsiteX1" fmla="*/ 0 w 3909701"/>
              <a:gd name="connsiteY1" fmla="*/ 264919 h 2226179"/>
              <a:gd name="connsiteX2" fmla="*/ 29910 w 3909701"/>
              <a:gd name="connsiteY2" fmla="*/ 2226179 h 2226179"/>
              <a:gd name="connsiteX3" fmla="*/ 3909701 w 3909701"/>
              <a:gd name="connsiteY3" fmla="*/ 1969805 h 2226179"/>
              <a:gd name="connsiteX4" fmla="*/ 3896882 w 3909701"/>
              <a:gd name="connsiteY4" fmla="*/ 0 h 2226179"/>
              <a:gd name="connsiteX0" fmla="*/ 3896882 w 3896882"/>
              <a:gd name="connsiteY0" fmla="*/ 0 h 2226179"/>
              <a:gd name="connsiteX1" fmla="*/ 0 w 3896882"/>
              <a:gd name="connsiteY1" fmla="*/ 264919 h 2226179"/>
              <a:gd name="connsiteX2" fmla="*/ 29910 w 3896882"/>
              <a:gd name="connsiteY2" fmla="*/ 2226179 h 2226179"/>
              <a:gd name="connsiteX3" fmla="*/ 3892609 w 3896882"/>
              <a:gd name="connsiteY3" fmla="*/ 1974078 h 2226179"/>
              <a:gd name="connsiteX4" fmla="*/ 3896882 w 3896882"/>
              <a:gd name="connsiteY4" fmla="*/ 0 h 2226179"/>
              <a:gd name="connsiteX0" fmla="*/ 3871245 w 3871245"/>
              <a:gd name="connsiteY0" fmla="*/ 0 h 2226179"/>
              <a:gd name="connsiteX1" fmla="*/ 0 w 3871245"/>
              <a:gd name="connsiteY1" fmla="*/ 264919 h 2226179"/>
              <a:gd name="connsiteX2" fmla="*/ 4273 w 3871245"/>
              <a:gd name="connsiteY2" fmla="*/ 2226179 h 2226179"/>
              <a:gd name="connsiteX3" fmla="*/ 3866972 w 3871245"/>
              <a:gd name="connsiteY3" fmla="*/ 1974078 h 2226179"/>
              <a:gd name="connsiteX4" fmla="*/ 3871245 w 3871245"/>
              <a:gd name="connsiteY4" fmla="*/ 0 h 2226179"/>
              <a:gd name="connsiteX0" fmla="*/ 3867064 w 3867064"/>
              <a:gd name="connsiteY0" fmla="*/ 0 h 2226179"/>
              <a:gd name="connsiteX1" fmla="*/ 12911 w 3867064"/>
              <a:gd name="connsiteY1" fmla="*/ 269192 h 2226179"/>
              <a:gd name="connsiteX2" fmla="*/ 92 w 3867064"/>
              <a:gd name="connsiteY2" fmla="*/ 2226179 h 2226179"/>
              <a:gd name="connsiteX3" fmla="*/ 3862791 w 3867064"/>
              <a:gd name="connsiteY3" fmla="*/ 1974078 h 2226179"/>
              <a:gd name="connsiteX4" fmla="*/ 3867064 w 3867064"/>
              <a:gd name="connsiteY4" fmla="*/ 0 h 2226179"/>
              <a:gd name="connsiteX0" fmla="*/ 3867383 w 3867383"/>
              <a:gd name="connsiteY0" fmla="*/ 0 h 2226179"/>
              <a:gd name="connsiteX1" fmla="*/ 411 w 3867383"/>
              <a:gd name="connsiteY1" fmla="*/ 273465 h 2226179"/>
              <a:gd name="connsiteX2" fmla="*/ 411 w 3867383"/>
              <a:gd name="connsiteY2" fmla="*/ 2226179 h 2226179"/>
              <a:gd name="connsiteX3" fmla="*/ 3863110 w 3867383"/>
              <a:gd name="connsiteY3" fmla="*/ 1974078 h 2226179"/>
              <a:gd name="connsiteX4" fmla="*/ 3867383 w 3867383"/>
              <a:gd name="connsiteY4" fmla="*/ 0 h 2226179"/>
              <a:gd name="connsiteX0" fmla="*/ 3867383 w 3876052"/>
              <a:gd name="connsiteY0" fmla="*/ 0 h 2226179"/>
              <a:gd name="connsiteX1" fmla="*/ 411 w 3876052"/>
              <a:gd name="connsiteY1" fmla="*/ 273465 h 2226179"/>
              <a:gd name="connsiteX2" fmla="*/ 411 w 3876052"/>
              <a:gd name="connsiteY2" fmla="*/ 2226179 h 2226179"/>
              <a:gd name="connsiteX3" fmla="*/ 3875929 w 3876052"/>
              <a:gd name="connsiteY3" fmla="*/ 1956987 h 2226179"/>
              <a:gd name="connsiteX4" fmla="*/ 3867383 w 3876052"/>
              <a:gd name="connsiteY4" fmla="*/ 0 h 2226179"/>
              <a:gd name="connsiteX0" fmla="*/ 3867383 w 3871845"/>
              <a:gd name="connsiteY0" fmla="*/ 0 h 2226179"/>
              <a:gd name="connsiteX1" fmla="*/ 411 w 3871845"/>
              <a:gd name="connsiteY1" fmla="*/ 273465 h 2226179"/>
              <a:gd name="connsiteX2" fmla="*/ 411 w 3871845"/>
              <a:gd name="connsiteY2" fmla="*/ 2226179 h 2226179"/>
              <a:gd name="connsiteX3" fmla="*/ 3871656 w 3871845"/>
              <a:gd name="connsiteY3" fmla="*/ 1969806 h 2226179"/>
              <a:gd name="connsiteX4" fmla="*/ 3867383 w 3871845"/>
              <a:gd name="connsiteY4" fmla="*/ 0 h 2226179"/>
              <a:gd name="connsiteX0" fmla="*/ 3867383 w 3872034"/>
              <a:gd name="connsiteY0" fmla="*/ 0 h 2226179"/>
              <a:gd name="connsiteX1" fmla="*/ 411 w 3872034"/>
              <a:gd name="connsiteY1" fmla="*/ 273465 h 2226179"/>
              <a:gd name="connsiteX2" fmla="*/ 411 w 3872034"/>
              <a:gd name="connsiteY2" fmla="*/ 2226179 h 2226179"/>
              <a:gd name="connsiteX3" fmla="*/ 3871656 w 3872034"/>
              <a:gd name="connsiteY3" fmla="*/ 1969806 h 2226179"/>
              <a:gd name="connsiteX4" fmla="*/ 3867383 w 3872034"/>
              <a:gd name="connsiteY4" fmla="*/ 0 h 2226179"/>
              <a:gd name="connsiteX0" fmla="*/ 3867383 w 3868169"/>
              <a:gd name="connsiteY0" fmla="*/ 0 h 2226179"/>
              <a:gd name="connsiteX1" fmla="*/ 411 w 3868169"/>
              <a:gd name="connsiteY1" fmla="*/ 273465 h 2226179"/>
              <a:gd name="connsiteX2" fmla="*/ 411 w 3868169"/>
              <a:gd name="connsiteY2" fmla="*/ 2226179 h 2226179"/>
              <a:gd name="connsiteX3" fmla="*/ 3863110 w 3868169"/>
              <a:gd name="connsiteY3" fmla="*/ 1969806 h 2226179"/>
              <a:gd name="connsiteX4" fmla="*/ 3867383 w 3868169"/>
              <a:gd name="connsiteY4" fmla="*/ 0 h 2226179"/>
              <a:gd name="connsiteX0" fmla="*/ 3867383 w 3867817"/>
              <a:gd name="connsiteY0" fmla="*/ 0 h 2226179"/>
              <a:gd name="connsiteX1" fmla="*/ 411 w 3867817"/>
              <a:gd name="connsiteY1" fmla="*/ 273465 h 2226179"/>
              <a:gd name="connsiteX2" fmla="*/ 411 w 3867817"/>
              <a:gd name="connsiteY2" fmla="*/ 2226179 h 2226179"/>
              <a:gd name="connsiteX3" fmla="*/ 3856760 w 3867817"/>
              <a:gd name="connsiteY3" fmla="*/ 1718981 h 2226179"/>
              <a:gd name="connsiteX4" fmla="*/ 3867383 w 3867817"/>
              <a:gd name="connsiteY4" fmla="*/ 0 h 2226179"/>
              <a:gd name="connsiteX0" fmla="*/ 3867383 w 3867817"/>
              <a:gd name="connsiteY0" fmla="*/ 0 h 1978529"/>
              <a:gd name="connsiteX1" fmla="*/ 411 w 3867817"/>
              <a:gd name="connsiteY1" fmla="*/ 273465 h 1978529"/>
              <a:gd name="connsiteX2" fmla="*/ 411 w 3867817"/>
              <a:gd name="connsiteY2" fmla="*/ 1978529 h 1978529"/>
              <a:gd name="connsiteX3" fmla="*/ 3856760 w 3867817"/>
              <a:gd name="connsiteY3" fmla="*/ 1718981 h 1978529"/>
              <a:gd name="connsiteX4" fmla="*/ 3867383 w 3867817"/>
              <a:gd name="connsiteY4" fmla="*/ 0 h 1978529"/>
              <a:gd name="connsiteX0" fmla="*/ 3867383 w 3867383"/>
              <a:gd name="connsiteY0" fmla="*/ 0 h 1978529"/>
              <a:gd name="connsiteX1" fmla="*/ 411 w 3867383"/>
              <a:gd name="connsiteY1" fmla="*/ 273465 h 1978529"/>
              <a:gd name="connsiteX2" fmla="*/ 411 w 3867383"/>
              <a:gd name="connsiteY2" fmla="*/ 1978529 h 1978529"/>
              <a:gd name="connsiteX3" fmla="*/ 3856760 w 3867383"/>
              <a:gd name="connsiteY3" fmla="*/ 1718981 h 1978529"/>
              <a:gd name="connsiteX4" fmla="*/ 3867383 w 3867383"/>
              <a:gd name="connsiteY4" fmla="*/ 0 h 1978529"/>
              <a:gd name="connsiteX0" fmla="*/ 3867383 w 3867383"/>
              <a:gd name="connsiteY0" fmla="*/ 0 h 1978529"/>
              <a:gd name="connsiteX1" fmla="*/ 411 w 3867383"/>
              <a:gd name="connsiteY1" fmla="*/ 273465 h 1978529"/>
              <a:gd name="connsiteX2" fmla="*/ 411 w 3867383"/>
              <a:gd name="connsiteY2" fmla="*/ 1978529 h 1978529"/>
              <a:gd name="connsiteX3" fmla="*/ 3856760 w 3867383"/>
              <a:gd name="connsiteY3" fmla="*/ 1718981 h 1978529"/>
              <a:gd name="connsiteX4" fmla="*/ 3867383 w 3867383"/>
              <a:gd name="connsiteY4" fmla="*/ 0 h 1978529"/>
              <a:gd name="connsiteX0" fmla="*/ 3867383 w 3867383"/>
              <a:gd name="connsiteY0" fmla="*/ 0 h 1978529"/>
              <a:gd name="connsiteX1" fmla="*/ 411 w 3867383"/>
              <a:gd name="connsiteY1" fmla="*/ 273465 h 1978529"/>
              <a:gd name="connsiteX2" fmla="*/ 411 w 3867383"/>
              <a:gd name="connsiteY2" fmla="*/ 1978529 h 1978529"/>
              <a:gd name="connsiteX3" fmla="*/ 3856760 w 3867383"/>
              <a:gd name="connsiteY3" fmla="*/ 1718981 h 1978529"/>
              <a:gd name="connsiteX4" fmla="*/ 3867383 w 3867383"/>
              <a:gd name="connsiteY4" fmla="*/ 0 h 1978529"/>
              <a:gd name="connsiteX0" fmla="*/ 3867383 w 3867383"/>
              <a:gd name="connsiteY0" fmla="*/ 0 h 1978529"/>
              <a:gd name="connsiteX1" fmla="*/ 411 w 3867383"/>
              <a:gd name="connsiteY1" fmla="*/ 273465 h 1978529"/>
              <a:gd name="connsiteX2" fmla="*/ 411 w 3867383"/>
              <a:gd name="connsiteY2" fmla="*/ 1978529 h 1978529"/>
              <a:gd name="connsiteX3" fmla="*/ 3856760 w 3867383"/>
              <a:gd name="connsiteY3" fmla="*/ 1718981 h 1978529"/>
              <a:gd name="connsiteX4" fmla="*/ 3867383 w 3867383"/>
              <a:gd name="connsiteY4" fmla="*/ 0 h 19785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67383" h="1978529">
                <a:moveTo>
                  <a:pt x="3867383" y="0"/>
                </a:moveTo>
                <a:lnTo>
                  <a:pt x="411" y="273465"/>
                </a:lnTo>
                <a:cubicBezTo>
                  <a:pt x="1835" y="927218"/>
                  <a:pt x="-1013" y="1324776"/>
                  <a:pt x="411" y="1978529"/>
                </a:cubicBezTo>
                <a:lnTo>
                  <a:pt x="3856760" y="1718981"/>
                </a:lnTo>
                <a:cubicBezTo>
                  <a:pt x="3862689" y="443848"/>
                  <a:pt x="3861223" y="1457627"/>
                  <a:pt x="3867383" y="0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7" name="Freeform 66">
            <a:extLst>
              <a:ext uri="{FF2B5EF4-FFF2-40B4-BE49-F238E27FC236}">
                <a16:creationId xmlns:a16="http://schemas.microsoft.com/office/drawing/2014/main" id="{40D71812-E6AC-D143-8CC1-FD1BA4C52E80}"/>
              </a:ext>
            </a:extLst>
          </p:cNvPr>
          <p:cNvSpPr/>
          <p:nvPr/>
        </p:nvSpPr>
        <p:spPr>
          <a:xfrm>
            <a:off x="3479865" y="3207657"/>
            <a:ext cx="3875928" cy="375356"/>
          </a:xfrm>
          <a:custGeom>
            <a:avLst/>
            <a:gdLst>
              <a:gd name="connsiteX0" fmla="*/ 3896882 w 3926792"/>
              <a:gd name="connsiteY0" fmla="*/ 0 h 2226179"/>
              <a:gd name="connsiteX1" fmla="*/ 0 w 3926792"/>
              <a:gd name="connsiteY1" fmla="*/ 264919 h 2226179"/>
              <a:gd name="connsiteX2" fmla="*/ 29910 w 3926792"/>
              <a:gd name="connsiteY2" fmla="*/ 2226179 h 2226179"/>
              <a:gd name="connsiteX3" fmla="*/ 3926792 w 3926792"/>
              <a:gd name="connsiteY3" fmla="*/ 1961260 h 2226179"/>
              <a:gd name="connsiteX4" fmla="*/ 3896882 w 3926792"/>
              <a:gd name="connsiteY4" fmla="*/ 0 h 2226179"/>
              <a:gd name="connsiteX0" fmla="*/ 3896882 w 3909701"/>
              <a:gd name="connsiteY0" fmla="*/ 0 h 2226179"/>
              <a:gd name="connsiteX1" fmla="*/ 0 w 3909701"/>
              <a:gd name="connsiteY1" fmla="*/ 264919 h 2226179"/>
              <a:gd name="connsiteX2" fmla="*/ 29910 w 3909701"/>
              <a:gd name="connsiteY2" fmla="*/ 2226179 h 2226179"/>
              <a:gd name="connsiteX3" fmla="*/ 3909701 w 3909701"/>
              <a:gd name="connsiteY3" fmla="*/ 1969805 h 2226179"/>
              <a:gd name="connsiteX4" fmla="*/ 3896882 w 3909701"/>
              <a:gd name="connsiteY4" fmla="*/ 0 h 2226179"/>
              <a:gd name="connsiteX0" fmla="*/ 3896882 w 3896882"/>
              <a:gd name="connsiteY0" fmla="*/ 0 h 2226179"/>
              <a:gd name="connsiteX1" fmla="*/ 0 w 3896882"/>
              <a:gd name="connsiteY1" fmla="*/ 264919 h 2226179"/>
              <a:gd name="connsiteX2" fmla="*/ 29910 w 3896882"/>
              <a:gd name="connsiteY2" fmla="*/ 2226179 h 2226179"/>
              <a:gd name="connsiteX3" fmla="*/ 3892609 w 3896882"/>
              <a:gd name="connsiteY3" fmla="*/ 1974078 h 2226179"/>
              <a:gd name="connsiteX4" fmla="*/ 3896882 w 3896882"/>
              <a:gd name="connsiteY4" fmla="*/ 0 h 2226179"/>
              <a:gd name="connsiteX0" fmla="*/ 3871245 w 3871245"/>
              <a:gd name="connsiteY0" fmla="*/ 0 h 2226179"/>
              <a:gd name="connsiteX1" fmla="*/ 0 w 3871245"/>
              <a:gd name="connsiteY1" fmla="*/ 264919 h 2226179"/>
              <a:gd name="connsiteX2" fmla="*/ 4273 w 3871245"/>
              <a:gd name="connsiteY2" fmla="*/ 2226179 h 2226179"/>
              <a:gd name="connsiteX3" fmla="*/ 3866972 w 3871245"/>
              <a:gd name="connsiteY3" fmla="*/ 1974078 h 2226179"/>
              <a:gd name="connsiteX4" fmla="*/ 3871245 w 3871245"/>
              <a:gd name="connsiteY4" fmla="*/ 0 h 2226179"/>
              <a:gd name="connsiteX0" fmla="*/ 3867064 w 3867064"/>
              <a:gd name="connsiteY0" fmla="*/ 0 h 2226179"/>
              <a:gd name="connsiteX1" fmla="*/ 12911 w 3867064"/>
              <a:gd name="connsiteY1" fmla="*/ 269192 h 2226179"/>
              <a:gd name="connsiteX2" fmla="*/ 92 w 3867064"/>
              <a:gd name="connsiteY2" fmla="*/ 2226179 h 2226179"/>
              <a:gd name="connsiteX3" fmla="*/ 3862791 w 3867064"/>
              <a:gd name="connsiteY3" fmla="*/ 1974078 h 2226179"/>
              <a:gd name="connsiteX4" fmla="*/ 3867064 w 3867064"/>
              <a:gd name="connsiteY4" fmla="*/ 0 h 2226179"/>
              <a:gd name="connsiteX0" fmla="*/ 3867383 w 3867383"/>
              <a:gd name="connsiteY0" fmla="*/ 0 h 2226179"/>
              <a:gd name="connsiteX1" fmla="*/ 411 w 3867383"/>
              <a:gd name="connsiteY1" fmla="*/ 273465 h 2226179"/>
              <a:gd name="connsiteX2" fmla="*/ 411 w 3867383"/>
              <a:gd name="connsiteY2" fmla="*/ 2226179 h 2226179"/>
              <a:gd name="connsiteX3" fmla="*/ 3863110 w 3867383"/>
              <a:gd name="connsiteY3" fmla="*/ 1974078 h 2226179"/>
              <a:gd name="connsiteX4" fmla="*/ 3867383 w 3867383"/>
              <a:gd name="connsiteY4" fmla="*/ 0 h 2226179"/>
              <a:gd name="connsiteX0" fmla="*/ 3892661 w 3892661"/>
              <a:gd name="connsiteY0" fmla="*/ 0 h 6403180"/>
              <a:gd name="connsiteX1" fmla="*/ 25689 w 3892661"/>
              <a:gd name="connsiteY1" fmla="*/ 273465 h 6403180"/>
              <a:gd name="connsiteX2" fmla="*/ 51 w 3892661"/>
              <a:gd name="connsiteY2" fmla="*/ 6403180 h 6403180"/>
              <a:gd name="connsiteX3" fmla="*/ 3888388 w 3892661"/>
              <a:gd name="connsiteY3" fmla="*/ 1974078 h 6403180"/>
              <a:gd name="connsiteX4" fmla="*/ 3892661 w 3892661"/>
              <a:gd name="connsiteY4" fmla="*/ 0 h 6403180"/>
              <a:gd name="connsiteX0" fmla="*/ 3896882 w 3896882"/>
              <a:gd name="connsiteY0" fmla="*/ 0 h 6403180"/>
              <a:gd name="connsiteX1" fmla="*/ 0 w 3896882"/>
              <a:gd name="connsiteY1" fmla="*/ 4599655 h 6403180"/>
              <a:gd name="connsiteX2" fmla="*/ 4272 w 3896882"/>
              <a:gd name="connsiteY2" fmla="*/ 6403180 h 6403180"/>
              <a:gd name="connsiteX3" fmla="*/ 3892609 w 3896882"/>
              <a:gd name="connsiteY3" fmla="*/ 1974078 h 6403180"/>
              <a:gd name="connsiteX4" fmla="*/ 3896882 w 3896882"/>
              <a:gd name="connsiteY4" fmla="*/ 0 h 6403180"/>
              <a:gd name="connsiteX0" fmla="*/ 3893021 w 3893021"/>
              <a:gd name="connsiteY0" fmla="*/ 0 h 6403180"/>
              <a:gd name="connsiteX1" fmla="*/ 412 w 3893021"/>
              <a:gd name="connsiteY1" fmla="*/ 4152108 h 6403180"/>
              <a:gd name="connsiteX2" fmla="*/ 411 w 3893021"/>
              <a:gd name="connsiteY2" fmla="*/ 6403180 h 6403180"/>
              <a:gd name="connsiteX3" fmla="*/ 3888748 w 3893021"/>
              <a:gd name="connsiteY3" fmla="*/ 1974078 h 6403180"/>
              <a:gd name="connsiteX4" fmla="*/ 3893021 w 3893021"/>
              <a:gd name="connsiteY4" fmla="*/ 0 h 6403180"/>
              <a:gd name="connsiteX0" fmla="*/ 3892651 w 3892651"/>
              <a:gd name="connsiteY0" fmla="*/ 0 h 6403180"/>
              <a:gd name="connsiteX1" fmla="*/ 34226 w 3892651"/>
              <a:gd name="connsiteY1" fmla="*/ 4375864 h 6403180"/>
              <a:gd name="connsiteX2" fmla="*/ 41 w 3892651"/>
              <a:gd name="connsiteY2" fmla="*/ 6403180 h 6403180"/>
              <a:gd name="connsiteX3" fmla="*/ 3888378 w 3892651"/>
              <a:gd name="connsiteY3" fmla="*/ 1974078 h 6403180"/>
              <a:gd name="connsiteX4" fmla="*/ 3892651 w 3892651"/>
              <a:gd name="connsiteY4" fmla="*/ 0 h 6403180"/>
              <a:gd name="connsiteX0" fmla="*/ 3875591 w 3875591"/>
              <a:gd name="connsiteY0" fmla="*/ 0 h 6552362"/>
              <a:gd name="connsiteX1" fmla="*/ 17166 w 3875591"/>
              <a:gd name="connsiteY1" fmla="*/ 4375864 h 6552362"/>
              <a:gd name="connsiteX2" fmla="*/ 73 w 3875591"/>
              <a:gd name="connsiteY2" fmla="*/ 6552362 h 6552362"/>
              <a:gd name="connsiteX3" fmla="*/ 3871318 w 3875591"/>
              <a:gd name="connsiteY3" fmla="*/ 1974078 h 6552362"/>
              <a:gd name="connsiteX4" fmla="*/ 3875591 w 3875591"/>
              <a:gd name="connsiteY4" fmla="*/ 0 h 6552362"/>
              <a:gd name="connsiteX0" fmla="*/ 3875928 w 3875928"/>
              <a:gd name="connsiteY0" fmla="*/ 0 h 6552362"/>
              <a:gd name="connsiteX1" fmla="*/ 412 w 3875928"/>
              <a:gd name="connsiteY1" fmla="*/ 4599620 h 6552362"/>
              <a:gd name="connsiteX2" fmla="*/ 410 w 3875928"/>
              <a:gd name="connsiteY2" fmla="*/ 6552362 h 6552362"/>
              <a:gd name="connsiteX3" fmla="*/ 3871655 w 3875928"/>
              <a:gd name="connsiteY3" fmla="*/ 1974078 h 6552362"/>
              <a:gd name="connsiteX4" fmla="*/ 3875928 w 3875928"/>
              <a:gd name="connsiteY4" fmla="*/ 0 h 6552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75928" h="6552362">
                <a:moveTo>
                  <a:pt x="3875928" y="0"/>
                </a:moveTo>
                <a:lnTo>
                  <a:pt x="412" y="4599620"/>
                </a:lnTo>
                <a:cubicBezTo>
                  <a:pt x="1836" y="5253373"/>
                  <a:pt x="-1014" y="5898609"/>
                  <a:pt x="410" y="6552362"/>
                </a:cubicBezTo>
                <a:lnTo>
                  <a:pt x="3871655" y="1974078"/>
                </a:lnTo>
                <a:cubicBezTo>
                  <a:pt x="3873079" y="1316052"/>
                  <a:pt x="3874504" y="658026"/>
                  <a:pt x="387592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8" name="Freeform 67">
            <a:extLst>
              <a:ext uri="{FF2B5EF4-FFF2-40B4-BE49-F238E27FC236}">
                <a16:creationId xmlns:a16="http://schemas.microsoft.com/office/drawing/2014/main" id="{10D09925-DD27-D34F-926D-3DCC96A914D5}"/>
              </a:ext>
            </a:extLst>
          </p:cNvPr>
          <p:cNvSpPr/>
          <p:nvPr/>
        </p:nvSpPr>
        <p:spPr>
          <a:xfrm>
            <a:off x="3479865" y="3336618"/>
            <a:ext cx="3875928" cy="375356"/>
          </a:xfrm>
          <a:custGeom>
            <a:avLst/>
            <a:gdLst>
              <a:gd name="connsiteX0" fmla="*/ 3896882 w 3926792"/>
              <a:gd name="connsiteY0" fmla="*/ 0 h 2226179"/>
              <a:gd name="connsiteX1" fmla="*/ 0 w 3926792"/>
              <a:gd name="connsiteY1" fmla="*/ 264919 h 2226179"/>
              <a:gd name="connsiteX2" fmla="*/ 29910 w 3926792"/>
              <a:gd name="connsiteY2" fmla="*/ 2226179 h 2226179"/>
              <a:gd name="connsiteX3" fmla="*/ 3926792 w 3926792"/>
              <a:gd name="connsiteY3" fmla="*/ 1961260 h 2226179"/>
              <a:gd name="connsiteX4" fmla="*/ 3896882 w 3926792"/>
              <a:gd name="connsiteY4" fmla="*/ 0 h 2226179"/>
              <a:gd name="connsiteX0" fmla="*/ 3896882 w 3909701"/>
              <a:gd name="connsiteY0" fmla="*/ 0 h 2226179"/>
              <a:gd name="connsiteX1" fmla="*/ 0 w 3909701"/>
              <a:gd name="connsiteY1" fmla="*/ 264919 h 2226179"/>
              <a:gd name="connsiteX2" fmla="*/ 29910 w 3909701"/>
              <a:gd name="connsiteY2" fmla="*/ 2226179 h 2226179"/>
              <a:gd name="connsiteX3" fmla="*/ 3909701 w 3909701"/>
              <a:gd name="connsiteY3" fmla="*/ 1969805 h 2226179"/>
              <a:gd name="connsiteX4" fmla="*/ 3896882 w 3909701"/>
              <a:gd name="connsiteY4" fmla="*/ 0 h 2226179"/>
              <a:gd name="connsiteX0" fmla="*/ 3896882 w 3896882"/>
              <a:gd name="connsiteY0" fmla="*/ 0 h 2226179"/>
              <a:gd name="connsiteX1" fmla="*/ 0 w 3896882"/>
              <a:gd name="connsiteY1" fmla="*/ 264919 h 2226179"/>
              <a:gd name="connsiteX2" fmla="*/ 29910 w 3896882"/>
              <a:gd name="connsiteY2" fmla="*/ 2226179 h 2226179"/>
              <a:gd name="connsiteX3" fmla="*/ 3892609 w 3896882"/>
              <a:gd name="connsiteY3" fmla="*/ 1974078 h 2226179"/>
              <a:gd name="connsiteX4" fmla="*/ 3896882 w 3896882"/>
              <a:gd name="connsiteY4" fmla="*/ 0 h 2226179"/>
              <a:gd name="connsiteX0" fmla="*/ 3871245 w 3871245"/>
              <a:gd name="connsiteY0" fmla="*/ 0 h 2226179"/>
              <a:gd name="connsiteX1" fmla="*/ 0 w 3871245"/>
              <a:gd name="connsiteY1" fmla="*/ 264919 h 2226179"/>
              <a:gd name="connsiteX2" fmla="*/ 4273 w 3871245"/>
              <a:gd name="connsiteY2" fmla="*/ 2226179 h 2226179"/>
              <a:gd name="connsiteX3" fmla="*/ 3866972 w 3871245"/>
              <a:gd name="connsiteY3" fmla="*/ 1974078 h 2226179"/>
              <a:gd name="connsiteX4" fmla="*/ 3871245 w 3871245"/>
              <a:gd name="connsiteY4" fmla="*/ 0 h 2226179"/>
              <a:gd name="connsiteX0" fmla="*/ 3867064 w 3867064"/>
              <a:gd name="connsiteY0" fmla="*/ 0 h 2226179"/>
              <a:gd name="connsiteX1" fmla="*/ 12911 w 3867064"/>
              <a:gd name="connsiteY1" fmla="*/ 269192 h 2226179"/>
              <a:gd name="connsiteX2" fmla="*/ 92 w 3867064"/>
              <a:gd name="connsiteY2" fmla="*/ 2226179 h 2226179"/>
              <a:gd name="connsiteX3" fmla="*/ 3862791 w 3867064"/>
              <a:gd name="connsiteY3" fmla="*/ 1974078 h 2226179"/>
              <a:gd name="connsiteX4" fmla="*/ 3867064 w 3867064"/>
              <a:gd name="connsiteY4" fmla="*/ 0 h 2226179"/>
              <a:gd name="connsiteX0" fmla="*/ 3867383 w 3867383"/>
              <a:gd name="connsiteY0" fmla="*/ 0 h 2226179"/>
              <a:gd name="connsiteX1" fmla="*/ 411 w 3867383"/>
              <a:gd name="connsiteY1" fmla="*/ 273465 h 2226179"/>
              <a:gd name="connsiteX2" fmla="*/ 411 w 3867383"/>
              <a:gd name="connsiteY2" fmla="*/ 2226179 h 2226179"/>
              <a:gd name="connsiteX3" fmla="*/ 3863110 w 3867383"/>
              <a:gd name="connsiteY3" fmla="*/ 1974078 h 2226179"/>
              <a:gd name="connsiteX4" fmla="*/ 3867383 w 3867383"/>
              <a:gd name="connsiteY4" fmla="*/ 0 h 2226179"/>
              <a:gd name="connsiteX0" fmla="*/ 3892661 w 3892661"/>
              <a:gd name="connsiteY0" fmla="*/ 0 h 6403180"/>
              <a:gd name="connsiteX1" fmla="*/ 25689 w 3892661"/>
              <a:gd name="connsiteY1" fmla="*/ 273465 h 6403180"/>
              <a:gd name="connsiteX2" fmla="*/ 51 w 3892661"/>
              <a:gd name="connsiteY2" fmla="*/ 6403180 h 6403180"/>
              <a:gd name="connsiteX3" fmla="*/ 3888388 w 3892661"/>
              <a:gd name="connsiteY3" fmla="*/ 1974078 h 6403180"/>
              <a:gd name="connsiteX4" fmla="*/ 3892661 w 3892661"/>
              <a:gd name="connsiteY4" fmla="*/ 0 h 6403180"/>
              <a:gd name="connsiteX0" fmla="*/ 3896882 w 3896882"/>
              <a:gd name="connsiteY0" fmla="*/ 0 h 6403180"/>
              <a:gd name="connsiteX1" fmla="*/ 0 w 3896882"/>
              <a:gd name="connsiteY1" fmla="*/ 4599655 h 6403180"/>
              <a:gd name="connsiteX2" fmla="*/ 4272 w 3896882"/>
              <a:gd name="connsiteY2" fmla="*/ 6403180 h 6403180"/>
              <a:gd name="connsiteX3" fmla="*/ 3892609 w 3896882"/>
              <a:gd name="connsiteY3" fmla="*/ 1974078 h 6403180"/>
              <a:gd name="connsiteX4" fmla="*/ 3896882 w 3896882"/>
              <a:gd name="connsiteY4" fmla="*/ 0 h 6403180"/>
              <a:gd name="connsiteX0" fmla="*/ 3893021 w 3893021"/>
              <a:gd name="connsiteY0" fmla="*/ 0 h 6403180"/>
              <a:gd name="connsiteX1" fmla="*/ 412 w 3893021"/>
              <a:gd name="connsiteY1" fmla="*/ 4152108 h 6403180"/>
              <a:gd name="connsiteX2" fmla="*/ 411 w 3893021"/>
              <a:gd name="connsiteY2" fmla="*/ 6403180 h 6403180"/>
              <a:gd name="connsiteX3" fmla="*/ 3888748 w 3893021"/>
              <a:gd name="connsiteY3" fmla="*/ 1974078 h 6403180"/>
              <a:gd name="connsiteX4" fmla="*/ 3893021 w 3893021"/>
              <a:gd name="connsiteY4" fmla="*/ 0 h 6403180"/>
              <a:gd name="connsiteX0" fmla="*/ 3892651 w 3892651"/>
              <a:gd name="connsiteY0" fmla="*/ 0 h 6403180"/>
              <a:gd name="connsiteX1" fmla="*/ 34226 w 3892651"/>
              <a:gd name="connsiteY1" fmla="*/ 4375864 h 6403180"/>
              <a:gd name="connsiteX2" fmla="*/ 41 w 3892651"/>
              <a:gd name="connsiteY2" fmla="*/ 6403180 h 6403180"/>
              <a:gd name="connsiteX3" fmla="*/ 3888378 w 3892651"/>
              <a:gd name="connsiteY3" fmla="*/ 1974078 h 6403180"/>
              <a:gd name="connsiteX4" fmla="*/ 3892651 w 3892651"/>
              <a:gd name="connsiteY4" fmla="*/ 0 h 6403180"/>
              <a:gd name="connsiteX0" fmla="*/ 3875591 w 3875591"/>
              <a:gd name="connsiteY0" fmla="*/ 0 h 6552362"/>
              <a:gd name="connsiteX1" fmla="*/ 17166 w 3875591"/>
              <a:gd name="connsiteY1" fmla="*/ 4375864 h 6552362"/>
              <a:gd name="connsiteX2" fmla="*/ 73 w 3875591"/>
              <a:gd name="connsiteY2" fmla="*/ 6552362 h 6552362"/>
              <a:gd name="connsiteX3" fmla="*/ 3871318 w 3875591"/>
              <a:gd name="connsiteY3" fmla="*/ 1974078 h 6552362"/>
              <a:gd name="connsiteX4" fmla="*/ 3875591 w 3875591"/>
              <a:gd name="connsiteY4" fmla="*/ 0 h 6552362"/>
              <a:gd name="connsiteX0" fmla="*/ 3875928 w 3875928"/>
              <a:gd name="connsiteY0" fmla="*/ 0 h 6552362"/>
              <a:gd name="connsiteX1" fmla="*/ 412 w 3875928"/>
              <a:gd name="connsiteY1" fmla="*/ 4599620 h 6552362"/>
              <a:gd name="connsiteX2" fmla="*/ 410 w 3875928"/>
              <a:gd name="connsiteY2" fmla="*/ 6552362 h 6552362"/>
              <a:gd name="connsiteX3" fmla="*/ 3871655 w 3875928"/>
              <a:gd name="connsiteY3" fmla="*/ 1974078 h 6552362"/>
              <a:gd name="connsiteX4" fmla="*/ 3875928 w 3875928"/>
              <a:gd name="connsiteY4" fmla="*/ 0 h 6552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75928" h="6552362">
                <a:moveTo>
                  <a:pt x="3875928" y="0"/>
                </a:moveTo>
                <a:lnTo>
                  <a:pt x="412" y="4599620"/>
                </a:lnTo>
                <a:cubicBezTo>
                  <a:pt x="1836" y="5253373"/>
                  <a:pt x="-1014" y="5898609"/>
                  <a:pt x="410" y="6552362"/>
                </a:cubicBezTo>
                <a:lnTo>
                  <a:pt x="3871655" y="1974078"/>
                </a:lnTo>
                <a:cubicBezTo>
                  <a:pt x="3873079" y="1316052"/>
                  <a:pt x="3874504" y="658026"/>
                  <a:pt x="3875928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0" name="Freeform 69">
            <a:extLst>
              <a:ext uri="{FF2B5EF4-FFF2-40B4-BE49-F238E27FC236}">
                <a16:creationId xmlns:a16="http://schemas.microsoft.com/office/drawing/2014/main" id="{E5D9F6BF-C428-4448-A3F0-EC7E244381F1}"/>
              </a:ext>
            </a:extLst>
          </p:cNvPr>
          <p:cNvSpPr/>
          <p:nvPr/>
        </p:nvSpPr>
        <p:spPr>
          <a:xfrm>
            <a:off x="3485129" y="3468086"/>
            <a:ext cx="3875928" cy="375356"/>
          </a:xfrm>
          <a:custGeom>
            <a:avLst/>
            <a:gdLst>
              <a:gd name="connsiteX0" fmla="*/ 3896882 w 3926792"/>
              <a:gd name="connsiteY0" fmla="*/ 0 h 2226179"/>
              <a:gd name="connsiteX1" fmla="*/ 0 w 3926792"/>
              <a:gd name="connsiteY1" fmla="*/ 264919 h 2226179"/>
              <a:gd name="connsiteX2" fmla="*/ 29910 w 3926792"/>
              <a:gd name="connsiteY2" fmla="*/ 2226179 h 2226179"/>
              <a:gd name="connsiteX3" fmla="*/ 3926792 w 3926792"/>
              <a:gd name="connsiteY3" fmla="*/ 1961260 h 2226179"/>
              <a:gd name="connsiteX4" fmla="*/ 3896882 w 3926792"/>
              <a:gd name="connsiteY4" fmla="*/ 0 h 2226179"/>
              <a:gd name="connsiteX0" fmla="*/ 3896882 w 3909701"/>
              <a:gd name="connsiteY0" fmla="*/ 0 h 2226179"/>
              <a:gd name="connsiteX1" fmla="*/ 0 w 3909701"/>
              <a:gd name="connsiteY1" fmla="*/ 264919 h 2226179"/>
              <a:gd name="connsiteX2" fmla="*/ 29910 w 3909701"/>
              <a:gd name="connsiteY2" fmla="*/ 2226179 h 2226179"/>
              <a:gd name="connsiteX3" fmla="*/ 3909701 w 3909701"/>
              <a:gd name="connsiteY3" fmla="*/ 1969805 h 2226179"/>
              <a:gd name="connsiteX4" fmla="*/ 3896882 w 3909701"/>
              <a:gd name="connsiteY4" fmla="*/ 0 h 2226179"/>
              <a:gd name="connsiteX0" fmla="*/ 3896882 w 3896882"/>
              <a:gd name="connsiteY0" fmla="*/ 0 h 2226179"/>
              <a:gd name="connsiteX1" fmla="*/ 0 w 3896882"/>
              <a:gd name="connsiteY1" fmla="*/ 264919 h 2226179"/>
              <a:gd name="connsiteX2" fmla="*/ 29910 w 3896882"/>
              <a:gd name="connsiteY2" fmla="*/ 2226179 h 2226179"/>
              <a:gd name="connsiteX3" fmla="*/ 3892609 w 3896882"/>
              <a:gd name="connsiteY3" fmla="*/ 1974078 h 2226179"/>
              <a:gd name="connsiteX4" fmla="*/ 3896882 w 3896882"/>
              <a:gd name="connsiteY4" fmla="*/ 0 h 2226179"/>
              <a:gd name="connsiteX0" fmla="*/ 3871245 w 3871245"/>
              <a:gd name="connsiteY0" fmla="*/ 0 h 2226179"/>
              <a:gd name="connsiteX1" fmla="*/ 0 w 3871245"/>
              <a:gd name="connsiteY1" fmla="*/ 264919 h 2226179"/>
              <a:gd name="connsiteX2" fmla="*/ 4273 w 3871245"/>
              <a:gd name="connsiteY2" fmla="*/ 2226179 h 2226179"/>
              <a:gd name="connsiteX3" fmla="*/ 3866972 w 3871245"/>
              <a:gd name="connsiteY3" fmla="*/ 1974078 h 2226179"/>
              <a:gd name="connsiteX4" fmla="*/ 3871245 w 3871245"/>
              <a:gd name="connsiteY4" fmla="*/ 0 h 2226179"/>
              <a:gd name="connsiteX0" fmla="*/ 3867064 w 3867064"/>
              <a:gd name="connsiteY0" fmla="*/ 0 h 2226179"/>
              <a:gd name="connsiteX1" fmla="*/ 12911 w 3867064"/>
              <a:gd name="connsiteY1" fmla="*/ 269192 h 2226179"/>
              <a:gd name="connsiteX2" fmla="*/ 92 w 3867064"/>
              <a:gd name="connsiteY2" fmla="*/ 2226179 h 2226179"/>
              <a:gd name="connsiteX3" fmla="*/ 3862791 w 3867064"/>
              <a:gd name="connsiteY3" fmla="*/ 1974078 h 2226179"/>
              <a:gd name="connsiteX4" fmla="*/ 3867064 w 3867064"/>
              <a:gd name="connsiteY4" fmla="*/ 0 h 2226179"/>
              <a:gd name="connsiteX0" fmla="*/ 3867383 w 3867383"/>
              <a:gd name="connsiteY0" fmla="*/ 0 h 2226179"/>
              <a:gd name="connsiteX1" fmla="*/ 411 w 3867383"/>
              <a:gd name="connsiteY1" fmla="*/ 273465 h 2226179"/>
              <a:gd name="connsiteX2" fmla="*/ 411 w 3867383"/>
              <a:gd name="connsiteY2" fmla="*/ 2226179 h 2226179"/>
              <a:gd name="connsiteX3" fmla="*/ 3863110 w 3867383"/>
              <a:gd name="connsiteY3" fmla="*/ 1974078 h 2226179"/>
              <a:gd name="connsiteX4" fmla="*/ 3867383 w 3867383"/>
              <a:gd name="connsiteY4" fmla="*/ 0 h 2226179"/>
              <a:gd name="connsiteX0" fmla="*/ 3892661 w 3892661"/>
              <a:gd name="connsiteY0" fmla="*/ 0 h 6403180"/>
              <a:gd name="connsiteX1" fmla="*/ 25689 w 3892661"/>
              <a:gd name="connsiteY1" fmla="*/ 273465 h 6403180"/>
              <a:gd name="connsiteX2" fmla="*/ 51 w 3892661"/>
              <a:gd name="connsiteY2" fmla="*/ 6403180 h 6403180"/>
              <a:gd name="connsiteX3" fmla="*/ 3888388 w 3892661"/>
              <a:gd name="connsiteY3" fmla="*/ 1974078 h 6403180"/>
              <a:gd name="connsiteX4" fmla="*/ 3892661 w 3892661"/>
              <a:gd name="connsiteY4" fmla="*/ 0 h 6403180"/>
              <a:gd name="connsiteX0" fmla="*/ 3896882 w 3896882"/>
              <a:gd name="connsiteY0" fmla="*/ 0 h 6403180"/>
              <a:gd name="connsiteX1" fmla="*/ 0 w 3896882"/>
              <a:gd name="connsiteY1" fmla="*/ 4599655 h 6403180"/>
              <a:gd name="connsiteX2" fmla="*/ 4272 w 3896882"/>
              <a:gd name="connsiteY2" fmla="*/ 6403180 h 6403180"/>
              <a:gd name="connsiteX3" fmla="*/ 3892609 w 3896882"/>
              <a:gd name="connsiteY3" fmla="*/ 1974078 h 6403180"/>
              <a:gd name="connsiteX4" fmla="*/ 3896882 w 3896882"/>
              <a:gd name="connsiteY4" fmla="*/ 0 h 6403180"/>
              <a:gd name="connsiteX0" fmla="*/ 3893021 w 3893021"/>
              <a:gd name="connsiteY0" fmla="*/ 0 h 6403180"/>
              <a:gd name="connsiteX1" fmla="*/ 412 w 3893021"/>
              <a:gd name="connsiteY1" fmla="*/ 4152108 h 6403180"/>
              <a:gd name="connsiteX2" fmla="*/ 411 w 3893021"/>
              <a:gd name="connsiteY2" fmla="*/ 6403180 h 6403180"/>
              <a:gd name="connsiteX3" fmla="*/ 3888748 w 3893021"/>
              <a:gd name="connsiteY3" fmla="*/ 1974078 h 6403180"/>
              <a:gd name="connsiteX4" fmla="*/ 3893021 w 3893021"/>
              <a:gd name="connsiteY4" fmla="*/ 0 h 6403180"/>
              <a:gd name="connsiteX0" fmla="*/ 3892651 w 3892651"/>
              <a:gd name="connsiteY0" fmla="*/ 0 h 6403180"/>
              <a:gd name="connsiteX1" fmla="*/ 34226 w 3892651"/>
              <a:gd name="connsiteY1" fmla="*/ 4375864 h 6403180"/>
              <a:gd name="connsiteX2" fmla="*/ 41 w 3892651"/>
              <a:gd name="connsiteY2" fmla="*/ 6403180 h 6403180"/>
              <a:gd name="connsiteX3" fmla="*/ 3888378 w 3892651"/>
              <a:gd name="connsiteY3" fmla="*/ 1974078 h 6403180"/>
              <a:gd name="connsiteX4" fmla="*/ 3892651 w 3892651"/>
              <a:gd name="connsiteY4" fmla="*/ 0 h 6403180"/>
              <a:gd name="connsiteX0" fmla="*/ 3875591 w 3875591"/>
              <a:gd name="connsiteY0" fmla="*/ 0 h 6552362"/>
              <a:gd name="connsiteX1" fmla="*/ 17166 w 3875591"/>
              <a:gd name="connsiteY1" fmla="*/ 4375864 h 6552362"/>
              <a:gd name="connsiteX2" fmla="*/ 73 w 3875591"/>
              <a:gd name="connsiteY2" fmla="*/ 6552362 h 6552362"/>
              <a:gd name="connsiteX3" fmla="*/ 3871318 w 3875591"/>
              <a:gd name="connsiteY3" fmla="*/ 1974078 h 6552362"/>
              <a:gd name="connsiteX4" fmla="*/ 3875591 w 3875591"/>
              <a:gd name="connsiteY4" fmla="*/ 0 h 6552362"/>
              <a:gd name="connsiteX0" fmla="*/ 3875928 w 3875928"/>
              <a:gd name="connsiteY0" fmla="*/ 0 h 6552362"/>
              <a:gd name="connsiteX1" fmla="*/ 412 w 3875928"/>
              <a:gd name="connsiteY1" fmla="*/ 4599620 h 6552362"/>
              <a:gd name="connsiteX2" fmla="*/ 410 w 3875928"/>
              <a:gd name="connsiteY2" fmla="*/ 6552362 h 6552362"/>
              <a:gd name="connsiteX3" fmla="*/ 3871655 w 3875928"/>
              <a:gd name="connsiteY3" fmla="*/ 1974078 h 6552362"/>
              <a:gd name="connsiteX4" fmla="*/ 3875928 w 3875928"/>
              <a:gd name="connsiteY4" fmla="*/ 0 h 6552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75928" h="6552362">
                <a:moveTo>
                  <a:pt x="3875928" y="0"/>
                </a:moveTo>
                <a:lnTo>
                  <a:pt x="412" y="4599620"/>
                </a:lnTo>
                <a:cubicBezTo>
                  <a:pt x="1836" y="5253373"/>
                  <a:pt x="-1014" y="5898609"/>
                  <a:pt x="410" y="6552362"/>
                </a:cubicBezTo>
                <a:lnTo>
                  <a:pt x="3871655" y="1974078"/>
                </a:lnTo>
                <a:cubicBezTo>
                  <a:pt x="3873079" y="1316052"/>
                  <a:pt x="3874504" y="658026"/>
                  <a:pt x="3875928" y="0"/>
                </a:cubicBezTo>
                <a:close/>
              </a:path>
            </a:pathLst>
          </a:cu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50D49D93-5523-2D40-A4B4-2C25959CCB4C}"/>
              </a:ext>
            </a:extLst>
          </p:cNvPr>
          <p:cNvSpPr/>
          <p:nvPr/>
        </p:nvSpPr>
        <p:spPr>
          <a:xfrm>
            <a:off x="2231742" y="3441675"/>
            <a:ext cx="252731" cy="22746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B20822AF-19CE-9944-A719-6386C461356D}"/>
              </a:ext>
            </a:extLst>
          </p:cNvPr>
          <p:cNvGrpSpPr/>
          <p:nvPr/>
        </p:nvGrpSpPr>
        <p:grpSpPr>
          <a:xfrm>
            <a:off x="1770738" y="3385789"/>
            <a:ext cx="1641327" cy="338554"/>
            <a:chOff x="1770738" y="3385789"/>
            <a:chExt cx="1641327" cy="338554"/>
          </a:xfrm>
        </p:grpSpPr>
        <p:cxnSp>
          <p:nvCxnSpPr>
            <p:cNvPr id="80" name="Straight Arrow Connector 79">
              <a:extLst>
                <a:ext uri="{FF2B5EF4-FFF2-40B4-BE49-F238E27FC236}">
                  <a16:creationId xmlns:a16="http://schemas.microsoft.com/office/drawing/2014/main" id="{720A34E6-D1D9-9946-A671-F07C7305187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70738" y="3564111"/>
              <a:ext cx="1641327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024E2305-8E5C-AA43-A3E7-0B4250CBA647}"/>
                </a:ext>
              </a:extLst>
            </p:cNvPr>
            <p:cNvSpPr txBox="1"/>
            <p:nvPr/>
          </p:nvSpPr>
          <p:spPr>
            <a:xfrm>
              <a:off x="2156066" y="3385789"/>
              <a:ext cx="45910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</a:t>
              </a:r>
              <a:r>
                <a: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2</a:t>
              </a:r>
            </a:p>
          </p:txBody>
        </p: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63ACB7C6-C932-A244-9314-0E6B7F0BABA7}"/>
              </a:ext>
            </a:extLst>
          </p:cNvPr>
          <p:cNvSpPr/>
          <p:nvPr/>
        </p:nvSpPr>
        <p:spPr>
          <a:xfrm>
            <a:off x="2369264" y="3728151"/>
            <a:ext cx="252731" cy="22746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28813376-E418-2342-A851-A732B9438E05}"/>
              </a:ext>
            </a:extLst>
          </p:cNvPr>
          <p:cNvGrpSpPr/>
          <p:nvPr/>
        </p:nvGrpSpPr>
        <p:grpSpPr>
          <a:xfrm>
            <a:off x="1759658" y="3661763"/>
            <a:ext cx="1641172" cy="338554"/>
            <a:chOff x="1759658" y="3661763"/>
            <a:chExt cx="1641172" cy="338554"/>
          </a:xfrm>
        </p:grpSpPr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6CC15AA8-A7F6-FE4A-B121-E8AC009EFE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59658" y="3839649"/>
              <a:ext cx="1641172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AD494163-6EBC-544B-A9C5-6828F477C4BF}"/>
                </a:ext>
              </a:extLst>
            </p:cNvPr>
            <p:cNvSpPr txBox="1"/>
            <p:nvPr/>
          </p:nvSpPr>
          <p:spPr>
            <a:xfrm>
              <a:off x="2315510" y="3661763"/>
              <a:ext cx="45910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</a:t>
              </a:r>
              <a:r>
                <a: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4</a:t>
              </a: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CFAEFC89-AAE1-D248-8065-2DCB806A42B8}"/>
              </a:ext>
            </a:extLst>
          </p:cNvPr>
          <p:cNvSpPr/>
          <p:nvPr/>
        </p:nvSpPr>
        <p:spPr>
          <a:xfrm>
            <a:off x="8624002" y="5214579"/>
            <a:ext cx="892097" cy="110302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B85586A7-784E-134B-85D7-D63EAD126974}"/>
              </a:ext>
            </a:extLst>
          </p:cNvPr>
          <p:cNvSpPr/>
          <p:nvPr/>
        </p:nvSpPr>
        <p:spPr>
          <a:xfrm>
            <a:off x="8624002" y="5303700"/>
            <a:ext cx="892097" cy="110302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88A20BE8-0DED-0F46-A15A-6CA9C220DD67}"/>
              </a:ext>
            </a:extLst>
          </p:cNvPr>
          <p:cNvSpPr/>
          <p:nvPr/>
        </p:nvSpPr>
        <p:spPr>
          <a:xfrm>
            <a:off x="8620344" y="5425404"/>
            <a:ext cx="892097" cy="110302"/>
          </a:xfrm>
          <a:prstGeom prst="rect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8AF7AE2C-A59F-D247-BD00-087A82CBE885}"/>
              </a:ext>
            </a:extLst>
          </p:cNvPr>
          <p:cNvSpPr txBox="1"/>
          <p:nvPr/>
        </p:nvSpPr>
        <p:spPr>
          <a:xfrm>
            <a:off x="8345639" y="2644827"/>
            <a:ext cx="256058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object data requested</a:t>
            </a:r>
          </a:p>
        </p:txBody>
      </p:sp>
      <p:sp>
        <p:nvSpPr>
          <p:cNvPr id="101" name="Left Arrow 100">
            <a:extLst>
              <a:ext uri="{FF2B5EF4-FFF2-40B4-BE49-F238E27FC236}">
                <a16:creationId xmlns:a16="http://schemas.microsoft.com/office/drawing/2014/main" id="{9C9ACF7A-93F7-1144-933E-C07E1A9255BB}"/>
              </a:ext>
            </a:extLst>
          </p:cNvPr>
          <p:cNvSpPr/>
          <p:nvPr/>
        </p:nvSpPr>
        <p:spPr>
          <a:xfrm>
            <a:off x="7955470" y="4068021"/>
            <a:ext cx="596846" cy="369332"/>
          </a:xfrm>
          <a:prstGeom prst="leftArrow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C66EC781-091E-0F4D-AB0D-84A37CFCF6E8}"/>
              </a:ext>
            </a:extLst>
          </p:cNvPr>
          <p:cNvSpPr txBox="1"/>
          <p:nvPr/>
        </p:nvSpPr>
        <p:spPr>
          <a:xfrm>
            <a:off x="9706653" y="3898744"/>
            <a:ext cx="71718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1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F385891B-C7EB-5245-A25D-276FD77536AB}"/>
              </a:ext>
            </a:extLst>
          </p:cNvPr>
          <p:cNvSpPr/>
          <p:nvPr/>
        </p:nvSpPr>
        <p:spPr>
          <a:xfrm>
            <a:off x="10303411" y="3858836"/>
            <a:ext cx="394800" cy="22746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9D8408DC-4E3D-7747-AD30-D5058E1B4D77}"/>
              </a:ext>
            </a:extLst>
          </p:cNvPr>
          <p:cNvSpPr txBox="1"/>
          <p:nvPr/>
        </p:nvSpPr>
        <p:spPr>
          <a:xfrm>
            <a:off x="9717406" y="4747954"/>
            <a:ext cx="71718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2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952069D3-515D-EA47-80C1-EAE65F1325BF}"/>
              </a:ext>
            </a:extLst>
          </p:cNvPr>
          <p:cNvSpPr txBox="1"/>
          <p:nvPr/>
        </p:nvSpPr>
        <p:spPr>
          <a:xfrm>
            <a:off x="9717374" y="5101897"/>
            <a:ext cx="71718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3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56E9B31D-F0E0-5E40-9F14-0871A03773A6}"/>
              </a:ext>
            </a:extLst>
          </p:cNvPr>
          <p:cNvSpPr txBox="1"/>
          <p:nvPr/>
        </p:nvSpPr>
        <p:spPr>
          <a:xfrm>
            <a:off x="9722211" y="5425404"/>
            <a:ext cx="71718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4</a:t>
            </a:r>
          </a:p>
        </p:txBody>
      </p:sp>
      <p:cxnSp>
        <p:nvCxnSpPr>
          <p:cNvPr id="111" name="Straight Connector 110">
            <a:extLst>
              <a:ext uri="{FF2B5EF4-FFF2-40B4-BE49-F238E27FC236}">
                <a16:creationId xmlns:a16="http://schemas.microsoft.com/office/drawing/2014/main" id="{D10A1F28-D7BB-BD4E-8F4C-AE1B9F56323C}"/>
              </a:ext>
            </a:extLst>
          </p:cNvPr>
          <p:cNvCxnSpPr>
            <a:cxnSpLocks/>
          </p:cNvCxnSpPr>
          <p:nvPr/>
        </p:nvCxnSpPr>
        <p:spPr>
          <a:xfrm>
            <a:off x="9583543" y="5324881"/>
            <a:ext cx="186184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389079BE-214E-8B42-950F-55C58E69DED5}"/>
              </a:ext>
            </a:extLst>
          </p:cNvPr>
          <p:cNvCxnSpPr>
            <a:cxnSpLocks/>
          </p:cNvCxnSpPr>
          <p:nvPr/>
        </p:nvCxnSpPr>
        <p:spPr>
          <a:xfrm flipV="1">
            <a:off x="9589060" y="5022530"/>
            <a:ext cx="180667" cy="14587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Straight Connector 114">
            <a:extLst>
              <a:ext uri="{FF2B5EF4-FFF2-40B4-BE49-F238E27FC236}">
                <a16:creationId xmlns:a16="http://schemas.microsoft.com/office/drawing/2014/main" id="{BA29B81E-105C-7842-9461-2546211EC2C6}"/>
              </a:ext>
            </a:extLst>
          </p:cNvPr>
          <p:cNvCxnSpPr>
            <a:cxnSpLocks/>
          </p:cNvCxnSpPr>
          <p:nvPr/>
        </p:nvCxnSpPr>
        <p:spPr>
          <a:xfrm>
            <a:off x="9593643" y="5502519"/>
            <a:ext cx="180667" cy="14587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" name="Rectangle 3">
            <a:extLst>
              <a:ext uri="{FF2B5EF4-FFF2-40B4-BE49-F238E27FC236}">
                <a16:creationId xmlns:a16="http://schemas.microsoft.com/office/drawing/2014/main" id="{A8987A85-6673-8C45-92B4-FA947F072F67}"/>
              </a:ext>
            </a:extLst>
          </p:cNvPr>
          <p:cNvSpPr txBox="1">
            <a:spLocks noChangeArrowheads="1"/>
          </p:cNvSpPr>
          <p:nvPr/>
        </p:nvSpPr>
        <p:spPr>
          <a:xfrm>
            <a:off x="3131136" y="6194429"/>
            <a:ext cx="6552840" cy="50330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O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, O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3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, O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4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delivered quickly, O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1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slightly delayed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1637FC5-05C5-FD43-8C71-1C16B929EBE5}"/>
              </a:ext>
            </a:extLst>
          </p:cNvPr>
          <p:cNvGrpSpPr/>
          <p:nvPr/>
        </p:nvGrpSpPr>
        <p:grpSpPr>
          <a:xfrm>
            <a:off x="3362984" y="3078482"/>
            <a:ext cx="4052925" cy="379692"/>
            <a:chOff x="3362984" y="3078482"/>
            <a:chExt cx="4052925" cy="379692"/>
          </a:xfrm>
        </p:grpSpPr>
        <p:cxnSp>
          <p:nvCxnSpPr>
            <p:cNvPr id="86" name="Straight Arrow Connector 85">
              <a:extLst>
                <a:ext uri="{FF2B5EF4-FFF2-40B4-BE49-F238E27FC236}">
                  <a16:creationId xmlns:a16="http://schemas.microsoft.com/office/drawing/2014/main" id="{088B1C0C-41B7-1D42-8218-1018BF87E3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62984" y="3078482"/>
              <a:ext cx="4052925" cy="273311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1CD4C714-A300-764D-A036-6CA0D38DC0BC}"/>
                </a:ext>
              </a:extLst>
            </p:cNvPr>
            <p:cNvSpPr/>
            <p:nvPr/>
          </p:nvSpPr>
          <p:spPr>
            <a:xfrm>
              <a:off x="3479865" y="3082818"/>
              <a:ext cx="3875928" cy="375356"/>
            </a:xfrm>
            <a:custGeom>
              <a:avLst/>
              <a:gdLst>
                <a:gd name="connsiteX0" fmla="*/ 3896882 w 3926792"/>
                <a:gd name="connsiteY0" fmla="*/ 0 h 2226179"/>
                <a:gd name="connsiteX1" fmla="*/ 0 w 3926792"/>
                <a:gd name="connsiteY1" fmla="*/ 264919 h 2226179"/>
                <a:gd name="connsiteX2" fmla="*/ 29910 w 3926792"/>
                <a:gd name="connsiteY2" fmla="*/ 2226179 h 2226179"/>
                <a:gd name="connsiteX3" fmla="*/ 3926792 w 3926792"/>
                <a:gd name="connsiteY3" fmla="*/ 1961260 h 2226179"/>
                <a:gd name="connsiteX4" fmla="*/ 3896882 w 3926792"/>
                <a:gd name="connsiteY4" fmla="*/ 0 h 2226179"/>
                <a:gd name="connsiteX0" fmla="*/ 3896882 w 3909701"/>
                <a:gd name="connsiteY0" fmla="*/ 0 h 2226179"/>
                <a:gd name="connsiteX1" fmla="*/ 0 w 3909701"/>
                <a:gd name="connsiteY1" fmla="*/ 264919 h 2226179"/>
                <a:gd name="connsiteX2" fmla="*/ 29910 w 3909701"/>
                <a:gd name="connsiteY2" fmla="*/ 2226179 h 2226179"/>
                <a:gd name="connsiteX3" fmla="*/ 3909701 w 3909701"/>
                <a:gd name="connsiteY3" fmla="*/ 1969805 h 2226179"/>
                <a:gd name="connsiteX4" fmla="*/ 3896882 w 3909701"/>
                <a:gd name="connsiteY4" fmla="*/ 0 h 2226179"/>
                <a:gd name="connsiteX0" fmla="*/ 3896882 w 3896882"/>
                <a:gd name="connsiteY0" fmla="*/ 0 h 2226179"/>
                <a:gd name="connsiteX1" fmla="*/ 0 w 3896882"/>
                <a:gd name="connsiteY1" fmla="*/ 264919 h 2226179"/>
                <a:gd name="connsiteX2" fmla="*/ 29910 w 3896882"/>
                <a:gd name="connsiteY2" fmla="*/ 2226179 h 2226179"/>
                <a:gd name="connsiteX3" fmla="*/ 3892609 w 3896882"/>
                <a:gd name="connsiteY3" fmla="*/ 1974078 h 2226179"/>
                <a:gd name="connsiteX4" fmla="*/ 3896882 w 3896882"/>
                <a:gd name="connsiteY4" fmla="*/ 0 h 2226179"/>
                <a:gd name="connsiteX0" fmla="*/ 3871245 w 3871245"/>
                <a:gd name="connsiteY0" fmla="*/ 0 h 2226179"/>
                <a:gd name="connsiteX1" fmla="*/ 0 w 3871245"/>
                <a:gd name="connsiteY1" fmla="*/ 264919 h 2226179"/>
                <a:gd name="connsiteX2" fmla="*/ 4273 w 3871245"/>
                <a:gd name="connsiteY2" fmla="*/ 2226179 h 2226179"/>
                <a:gd name="connsiteX3" fmla="*/ 3866972 w 3871245"/>
                <a:gd name="connsiteY3" fmla="*/ 1974078 h 2226179"/>
                <a:gd name="connsiteX4" fmla="*/ 3871245 w 3871245"/>
                <a:gd name="connsiteY4" fmla="*/ 0 h 2226179"/>
                <a:gd name="connsiteX0" fmla="*/ 3867064 w 3867064"/>
                <a:gd name="connsiteY0" fmla="*/ 0 h 2226179"/>
                <a:gd name="connsiteX1" fmla="*/ 12911 w 3867064"/>
                <a:gd name="connsiteY1" fmla="*/ 269192 h 2226179"/>
                <a:gd name="connsiteX2" fmla="*/ 92 w 3867064"/>
                <a:gd name="connsiteY2" fmla="*/ 2226179 h 2226179"/>
                <a:gd name="connsiteX3" fmla="*/ 3862791 w 3867064"/>
                <a:gd name="connsiteY3" fmla="*/ 1974078 h 2226179"/>
                <a:gd name="connsiteX4" fmla="*/ 3867064 w 3867064"/>
                <a:gd name="connsiteY4" fmla="*/ 0 h 2226179"/>
                <a:gd name="connsiteX0" fmla="*/ 3867383 w 3867383"/>
                <a:gd name="connsiteY0" fmla="*/ 0 h 2226179"/>
                <a:gd name="connsiteX1" fmla="*/ 411 w 3867383"/>
                <a:gd name="connsiteY1" fmla="*/ 273465 h 2226179"/>
                <a:gd name="connsiteX2" fmla="*/ 411 w 3867383"/>
                <a:gd name="connsiteY2" fmla="*/ 2226179 h 2226179"/>
                <a:gd name="connsiteX3" fmla="*/ 3863110 w 3867383"/>
                <a:gd name="connsiteY3" fmla="*/ 1974078 h 2226179"/>
                <a:gd name="connsiteX4" fmla="*/ 3867383 w 3867383"/>
                <a:gd name="connsiteY4" fmla="*/ 0 h 2226179"/>
                <a:gd name="connsiteX0" fmla="*/ 3892661 w 3892661"/>
                <a:gd name="connsiteY0" fmla="*/ 0 h 6403180"/>
                <a:gd name="connsiteX1" fmla="*/ 25689 w 3892661"/>
                <a:gd name="connsiteY1" fmla="*/ 273465 h 6403180"/>
                <a:gd name="connsiteX2" fmla="*/ 51 w 3892661"/>
                <a:gd name="connsiteY2" fmla="*/ 6403180 h 6403180"/>
                <a:gd name="connsiteX3" fmla="*/ 3888388 w 3892661"/>
                <a:gd name="connsiteY3" fmla="*/ 1974078 h 6403180"/>
                <a:gd name="connsiteX4" fmla="*/ 3892661 w 3892661"/>
                <a:gd name="connsiteY4" fmla="*/ 0 h 6403180"/>
                <a:gd name="connsiteX0" fmla="*/ 3896882 w 3896882"/>
                <a:gd name="connsiteY0" fmla="*/ 0 h 6403180"/>
                <a:gd name="connsiteX1" fmla="*/ 0 w 3896882"/>
                <a:gd name="connsiteY1" fmla="*/ 4599655 h 6403180"/>
                <a:gd name="connsiteX2" fmla="*/ 4272 w 3896882"/>
                <a:gd name="connsiteY2" fmla="*/ 6403180 h 6403180"/>
                <a:gd name="connsiteX3" fmla="*/ 3892609 w 3896882"/>
                <a:gd name="connsiteY3" fmla="*/ 1974078 h 6403180"/>
                <a:gd name="connsiteX4" fmla="*/ 3896882 w 3896882"/>
                <a:gd name="connsiteY4" fmla="*/ 0 h 6403180"/>
                <a:gd name="connsiteX0" fmla="*/ 3893021 w 3893021"/>
                <a:gd name="connsiteY0" fmla="*/ 0 h 6403180"/>
                <a:gd name="connsiteX1" fmla="*/ 412 w 3893021"/>
                <a:gd name="connsiteY1" fmla="*/ 4152108 h 6403180"/>
                <a:gd name="connsiteX2" fmla="*/ 411 w 3893021"/>
                <a:gd name="connsiteY2" fmla="*/ 6403180 h 6403180"/>
                <a:gd name="connsiteX3" fmla="*/ 3888748 w 3893021"/>
                <a:gd name="connsiteY3" fmla="*/ 1974078 h 6403180"/>
                <a:gd name="connsiteX4" fmla="*/ 3893021 w 3893021"/>
                <a:gd name="connsiteY4" fmla="*/ 0 h 6403180"/>
                <a:gd name="connsiteX0" fmla="*/ 3892651 w 3892651"/>
                <a:gd name="connsiteY0" fmla="*/ 0 h 6403180"/>
                <a:gd name="connsiteX1" fmla="*/ 34226 w 3892651"/>
                <a:gd name="connsiteY1" fmla="*/ 4375864 h 6403180"/>
                <a:gd name="connsiteX2" fmla="*/ 41 w 3892651"/>
                <a:gd name="connsiteY2" fmla="*/ 6403180 h 6403180"/>
                <a:gd name="connsiteX3" fmla="*/ 3888378 w 3892651"/>
                <a:gd name="connsiteY3" fmla="*/ 1974078 h 6403180"/>
                <a:gd name="connsiteX4" fmla="*/ 3892651 w 3892651"/>
                <a:gd name="connsiteY4" fmla="*/ 0 h 6403180"/>
                <a:gd name="connsiteX0" fmla="*/ 3875591 w 3875591"/>
                <a:gd name="connsiteY0" fmla="*/ 0 h 6552362"/>
                <a:gd name="connsiteX1" fmla="*/ 17166 w 3875591"/>
                <a:gd name="connsiteY1" fmla="*/ 4375864 h 6552362"/>
                <a:gd name="connsiteX2" fmla="*/ 73 w 3875591"/>
                <a:gd name="connsiteY2" fmla="*/ 6552362 h 6552362"/>
                <a:gd name="connsiteX3" fmla="*/ 3871318 w 3875591"/>
                <a:gd name="connsiteY3" fmla="*/ 1974078 h 6552362"/>
                <a:gd name="connsiteX4" fmla="*/ 3875591 w 3875591"/>
                <a:gd name="connsiteY4" fmla="*/ 0 h 6552362"/>
                <a:gd name="connsiteX0" fmla="*/ 3875928 w 3875928"/>
                <a:gd name="connsiteY0" fmla="*/ 0 h 6552362"/>
                <a:gd name="connsiteX1" fmla="*/ 412 w 3875928"/>
                <a:gd name="connsiteY1" fmla="*/ 4599620 h 6552362"/>
                <a:gd name="connsiteX2" fmla="*/ 410 w 3875928"/>
                <a:gd name="connsiteY2" fmla="*/ 6552362 h 6552362"/>
                <a:gd name="connsiteX3" fmla="*/ 3871655 w 3875928"/>
                <a:gd name="connsiteY3" fmla="*/ 1974078 h 6552362"/>
                <a:gd name="connsiteX4" fmla="*/ 3875928 w 3875928"/>
                <a:gd name="connsiteY4" fmla="*/ 0 h 655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75928" h="6552362">
                  <a:moveTo>
                    <a:pt x="3875928" y="0"/>
                  </a:moveTo>
                  <a:lnTo>
                    <a:pt x="412" y="4599620"/>
                  </a:lnTo>
                  <a:cubicBezTo>
                    <a:pt x="1836" y="5253373"/>
                    <a:pt x="-1014" y="5898609"/>
                    <a:pt x="410" y="6552362"/>
                  </a:cubicBezTo>
                  <a:lnTo>
                    <a:pt x="3871655" y="1974078"/>
                  </a:lnTo>
                  <a:cubicBezTo>
                    <a:pt x="3873079" y="1316052"/>
                    <a:pt x="3874504" y="658026"/>
                    <a:pt x="3875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88" name="Freeform 87">
            <a:extLst>
              <a:ext uri="{FF2B5EF4-FFF2-40B4-BE49-F238E27FC236}">
                <a16:creationId xmlns:a16="http://schemas.microsoft.com/office/drawing/2014/main" id="{C6C7F475-0074-4749-BD8A-29E5B317ABB2}"/>
              </a:ext>
            </a:extLst>
          </p:cNvPr>
          <p:cNvSpPr/>
          <p:nvPr/>
        </p:nvSpPr>
        <p:spPr>
          <a:xfrm>
            <a:off x="3480625" y="3596230"/>
            <a:ext cx="3875928" cy="375356"/>
          </a:xfrm>
          <a:custGeom>
            <a:avLst/>
            <a:gdLst>
              <a:gd name="connsiteX0" fmla="*/ 3896882 w 3926792"/>
              <a:gd name="connsiteY0" fmla="*/ 0 h 2226179"/>
              <a:gd name="connsiteX1" fmla="*/ 0 w 3926792"/>
              <a:gd name="connsiteY1" fmla="*/ 264919 h 2226179"/>
              <a:gd name="connsiteX2" fmla="*/ 29910 w 3926792"/>
              <a:gd name="connsiteY2" fmla="*/ 2226179 h 2226179"/>
              <a:gd name="connsiteX3" fmla="*/ 3926792 w 3926792"/>
              <a:gd name="connsiteY3" fmla="*/ 1961260 h 2226179"/>
              <a:gd name="connsiteX4" fmla="*/ 3896882 w 3926792"/>
              <a:gd name="connsiteY4" fmla="*/ 0 h 2226179"/>
              <a:gd name="connsiteX0" fmla="*/ 3896882 w 3909701"/>
              <a:gd name="connsiteY0" fmla="*/ 0 h 2226179"/>
              <a:gd name="connsiteX1" fmla="*/ 0 w 3909701"/>
              <a:gd name="connsiteY1" fmla="*/ 264919 h 2226179"/>
              <a:gd name="connsiteX2" fmla="*/ 29910 w 3909701"/>
              <a:gd name="connsiteY2" fmla="*/ 2226179 h 2226179"/>
              <a:gd name="connsiteX3" fmla="*/ 3909701 w 3909701"/>
              <a:gd name="connsiteY3" fmla="*/ 1969805 h 2226179"/>
              <a:gd name="connsiteX4" fmla="*/ 3896882 w 3909701"/>
              <a:gd name="connsiteY4" fmla="*/ 0 h 2226179"/>
              <a:gd name="connsiteX0" fmla="*/ 3896882 w 3896882"/>
              <a:gd name="connsiteY0" fmla="*/ 0 h 2226179"/>
              <a:gd name="connsiteX1" fmla="*/ 0 w 3896882"/>
              <a:gd name="connsiteY1" fmla="*/ 264919 h 2226179"/>
              <a:gd name="connsiteX2" fmla="*/ 29910 w 3896882"/>
              <a:gd name="connsiteY2" fmla="*/ 2226179 h 2226179"/>
              <a:gd name="connsiteX3" fmla="*/ 3892609 w 3896882"/>
              <a:gd name="connsiteY3" fmla="*/ 1974078 h 2226179"/>
              <a:gd name="connsiteX4" fmla="*/ 3896882 w 3896882"/>
              <a:gd name="connsiteY4" fmla="*/ 0 h 2226179"/>
              <a:gd name="connsiteX0" fmla="*/ 3871245 w 3871245"/>
              <a:gd name="connsiteY0" fmla="*/ 0 h 2226179"/>
              <a:gd name="connsiteX1" fmla="*/ 0 w 3871245"/>
              <a:gd name="connsiteY1" fmla="*/ 264919 h 2226179"/>
              <a:gd name="connsiteX2" fmla="*/ 4273 w 3871245"/>
              <a:gd name="connsiteY2" fmla="*/ 2226179 h 2226179"/>
              <a:gd name="connsiteX3" fmla="*/ 3866972 w 3871245"/>
              <a:gd name="connsiteY3" fmla="*/ 1974078 h 2226179"/>
              <a:gd name="connsiteX4" fmla="*/ 3871245 w 3871245"/>
              <a:gd name="connsiteY4" fmla="*/ 0 h 2226179"/>
              <a:gd name="connsiteX0" fmla="*/ 3867064 w 3867064"/>
              <a:gd name="connsiteY0" fmla="*/ 0 h 2226179"/>
              <a:gd name="connsiteX1" fmla="*/ 12911 w 3867064"/>
              <a:gd name="connsiteY1" fmla="*/ 269192 h 2226179"/>
              <a:gd name="connsiteX2" fmla="*/ 92 w 3867064"/>
              <a:gd name="connsiteY2" fmla="*/ 2226179 h 2226179"/>
              <a:gd name="connsiteX3" fmla="*/ 3862791 w 3867064"/>
              <a:gd name="connsiteY3" fmla="*/ 1974078 h 2226179"/>
              <a:gd name="connsiteX4" fmla="*/ 3867064 w 3867064"/>
              <a:gd name="connsiteY4" fmla="*/ 0 h 2226179"/>
              <a:gd name="connsiteX0" fmla="*/ 3867383 w 3867383"/>
              <a:gd name="connsiteY0" fmla="*/ 0 h 2226179"/>
              <a:gd name="connsiteX1" fmla="*/ 411 w 3867383"/>
              <a:gd name="connsiteY1" fmla="*/ 273465 h 2226179"/>
              <a:gd name="connsiteX2" fmla="*/ 411 w 3867383"/>
              <a:gd name="connsiteY2" fmla="*/ 2226179 h 2226179"/>
              <a:gd name="connsiteX3" fmla="*/ 3863110 w 3867383"/>
              <a:gd name="connsiteY3" fmla="*/ 1974078 h 2226179"/>
              <a:gd name="connsiteX4" fmla="*/ 3867383 w 3867383"/>
              <a:gd name="connsiteY4" fmla="*/ 0 h 2226179"/>
              <a:gd name="connsiteX0" fmla="*/ 3892661 w 3892661"/>
              <a:gd name="connsiteY0" fmla="*/ 0 h 6403180"/>
              <a:gd name="connsiteX1" fmla="*/ 25689 w 3892661"/>
              <a:gd name="connsiteY1" fmla="*/ 273465 h 6403180"/>
              <a:gd name="connsiteX2" fmla="*/ 51 w 3892661"/>
              <a:gd name="connsiteY2" fmla="*/ 6403180 h 6403180"/>
              <a:gd name="connsiteX3" fmla="*/ 3888388 w 3892661"/>
              <a:gd name="connsiteY3" fmla="*/ 1974078 h 6403180"/>
              <a:gd name="connsiteX4" fmla="*/ 3892661 w 3892661"/>
              <a:gd name="connsiteY4" fmla="*/ 0 h 6403180"/>
              <a:gd name="connsiteX0" fmla="*/ 3896882 w 3896882"/>
              <a:gd name="connsiteY0" fmla="*/ 0 h 6403180"/>
              <a:gd name="connsiteX1" fmla="*/ 0 w 3896882"/>
              <a:gd name="connsiteY1" fmla="*/ 4599655 h 6403180"/>
              <a:gd name="connsiteX2" fmla="*/ 4272 w 3896882"/>
              <a:gd name="connsiteY2" fmla="*/ 6403180 h 6403180"/>
              <a:gd name="connsiteX3" fmla="*/ 3892609 w 3896882"/>
              <a:gd name="connsiteY3" fmla="*/ 1974078 h 6403180"/>
              <a:gd name="connsiteX4" fmla="*/ 3896882 w 3896882"/>
              <a:gd name="connsiteY4" fmla="*/ 0 h 6403180"/>
              <a:gd name="connsiteX0" fmla="*/ 3893021 w 3893021"/>
              <a:gd name="connsiteY0" fmla="*/ 0 h 6403180"/>
              <a:gd name="connsiteX1" fmla="*/ 412 w 3893021"/>
              <a:gd name="connsiteY1" fmla="*/ 4152108 h 6403180"/>
              <a:gd name="connsiteX2" fmla="*/ 411 w 3893021"/>
              <a:gd name="connsiteY2" fmla="*/ 6403180 h 6403180"/>
              <a:gd name="connsiteX3" fmla="*/ 3888748 w 3893021"/>
              <a:gd name="connsiteY3" fmla="*/ 1974078 h 6403180"/>
              <a:gd name="connsiteX4" fmla="*/ 3893021 w 3893021"/>
              <a:gd name="connsiteY4" fmla="*/ 0 h 6403180"/>
              <a:gd name="connsiteX0" fmla="*/ 3892651 w 3892651"/>
              <a:gd name="connsiteY0" fmla="*/ 0 h 6403180"/>
              <a:gd name="connsiteX1" fmla="*/ 34226 w 3892651"/>
              <a:gd name="connsiteY1" fmla="*/ 4375864 h 6403180"/>
              <a:gd name="connsiteX2" fmla="*/ 41 w 3892651"/>
              <a:gd name="connsiteY2" fmla="*/ 6403180 h 6403180"/>
              <a:gd name="connsiteX3" fmla="*/ 3888378 w 3892651"/>
              <a:gd name="connsiteY3" fmla="*/ 1974078 h 6403180"/>
              <a:gd name="connsiteX4" fmla="*/ 3892651 w 3892651"/>
              <a:gd name="connsiteY4" fmla="*/ 0 h 6403180"/>
              <a:gd name="connsiteX0" fmla="*/ 3875591 w 3875591"/>
              <a:gd name="connsiteY0" fmla="*/ 0 h 6552362"/>
              <a:gd name="connsiteX1" fmla="*/ 17166 w 3875591"/>
              <a:gd name="connsiteY1" fmla="*/ 4375864 h 6552362"/>
              <a:gd name="connsiteX2" fmla="*/ 73 w 3875591"/>
              <a:gd name="connsiteY2" fmla="*/ 6552362 h 6552362"/>
              <a:gd name="connsiteX3" fmla="*/ 3871318 w 3875591"/>
              <a:gd name="connsiteY3" fmla="*/ 1974078 h 6552362"/>
              <a:gd name="connsiteX4" fmla="*/ 3875591 w 3875591"/>
              <a:gd name="connsiteY4" fmla="*/ 0 h 6552362"/>
              <a:gd name="connsiteX0" fmla="*/ 3875928 w 3875928"/>
              <a:gd name="connsiteY0" fmla="*/ 0 h 6552362"/>
              <a:gd name="connsiteX1" fmla="*/ 412 w 3875928"/>
              <a:gd name="connsiteY1" fmla="*/ 4599620 h 6552362"/>
              <a:gd name="connsiteX2" fmla="*/ 410 w 3875928"/>
              <a:gd name="connsiteY2" fmla="*/ 6552362 h 6552362"/>
              <a:gd name="connsiteX3" fmla="*/ 3871655 w 3875928"/>
              <a:gd name="connsiteY3" fmla="*/ 1974078 h 6552362"/>
              <a:gd name="connsiteX4" fmla="*/ 3875928 w 3875928"/>
              <a:gd name="connsiteY4" fmla="*/ 0 h 6552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75928" h="6552362">
                <a:moveTo>
                  <a:pt x="3875928" y="0"/>
                </a:moveTo>
                <a:lnTo>
                  <a:pt x="412" y="4599620"/>
                </a:lnTo>
                <a:cubicBezTo>
                  <a:pt x="1836" y="5253373"/>
                  <a:pt x="-1014" y="5898609"/>
                  <a:pt x="410" y="6552362"/>
                </a:cubicBezTo>
                <a:lnTo>
                  <a:pt x="3871655" y="1974078"/>
                </a:lnTo>
                <a:cubicBezTo>
                  <a:pt x="3873079" y="1316052"/>
                  <a:pt x="3874504" y="658026"/>
                  <a:pt x="387592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9" name="Freeform 88">
            <a:extLst>
              <a:ext uri="{FF2B5EF4-FFF2-40B4-BE49-F238E27FC236}">
                <a16:creationId xmlns:a16="http://schemas.microsoft.com/office/drawing/2014/main" id="{E83720AD-3971-A342-9F15-09DD430DE12F}"/>
              </a:ext>
            </a:extLst>
          </p:cNvPr>
          <p:cNvSpPr/>
          <p:nvPr/>
        </p:nvSpPr>
        <p:spPr>
          <a:xfrm>
            <a:off x="3485129" y="3719557"/>
            <a:ext cx="3875928" cy="375356"/>
          </a:xfrm>
          <a:custGeom>
            <a:avLst/>
            <a:gdLst>
              <a:gd name="connsiteX0" fmla="*/ 3896882 w 3926792"/>
              <a:gd name="connsiteY0" fmla="*/ 0 h 2226179"/>
              <a:gd name="connsiteX1" fmla="*/ 0 w 3926792"/>
              <a:gd name="connsiteY1" fmla="*/ 264919 h 2226179"/>
              <a:gd name="connsiteX2" fmla="*/ 29910 w 3926792"/>
              <a:gd name="connsiteY2" fmla="*/ 2226179 h 2226179"/>
              <a:gd name="connsiteX3" fmla="*/ 3926792 w 3926792"/>
              <a:gd name="connsiteY3" fmla="*/ 1961260 h 2226179"/>
              <a:gd name="connsiteX4" fmla="*/ 3896882 w 3926792"/>
              <a:gd name="connsiteY4" fmla="*/ 0 h 2226179"/>
              <a:gd name="connsiteX0" fmla="*/ 3896882 w 3909701"/>
              <a:gd name="connsiteY0" fmla="*/ 0 h 2226179"/>
              <a:gd name="connsiteX1" fmla="*/ 0 w 3909701"/>
              <a:gd name="connsiteY1" fmla="*/ 264919 h 2226179"/>
              <a:gd name="connsiteX2" fmla="*/ 29910 w 3909701"/>
              <a:gd name="connsiteY2" fmla="*/ 2226179 h 2226179"/>
              <a:gd name="connsiteX3" fmla="*/ 3909701 w 3909701"/>
              <a:gd name="connsiteY3" fmla="*/ 1969805 h 2226179"/>
              <a:gd name="connsiteX4" fmla="*/ 3896882 w 3909701"/>
              <a:gd name="connsiteY4" fmla="*/ 0 h 2226179"/>
              <a:gd name="connsiteX0" fmla="*/ 3896882 w 3896882"/>
              <a:gd name="connsiteY0" fmla="*/ 0 h 2226179"/>
              <a:gd name="connsiteX1" fmla="*/ 0 w 3896882"/>
              <a:gd name="connsiteY1" fmla="*/ 264919 h 2226179"/>
              <a:gd name="connsiteX2" fmla="*/ 29910 w 3896882"/>
              <a:gd name="connsiteY2" fmla="*/ 2226179 h 2226179"/>
              <a:gd name="connsiteX3" fmla="*/ 3892609 w 3896882"/>
              <a:gd name="connsiteY3" fmla="*/ 1974078 h 2226179"/>
              <a:gd name="connsiteX4" fmla="*/ 3896882 w 3896882"/>
              <a:gd name="connsiteY4" fmla="*/ 0 h 2226179"/>
              <a:gd name="connsiteX0" fmla="*/ 3871245 w 3871245"/>
              <a:gd name="connsiteY0" fmla="*/ 0 h 2226179"/>
              <a:gd name="connsiteX1" fmla="*/ 0 w 3871245"/>
              <a:gd name="connsiteY1" fmla="*/ 264919 h 2226179"/>
              <a:gd name="connsiteX2" fmla="*/ 4273 w 3871245"/>
              <a:gd name="connsiteY2" fmla="*/ 2226179 h 2226179"/>
              <a:gd name="connsiteX3" fmla="*/ 3866972 w 3871245"/>
              <a:gd name="connsiteY3" fmla="*/ 1974078 h 2226179"/>
              <a:gd name="connsiteX4" fmla="*/ 3871245 w 3871245"/>
              <a:gd name="connsiteY4" fmla="*/ 0 h 2226179"/>
              <a:gd name="connsiteX0" fmla="*/ 3867064 w 3867064"/>
              <a:gd name="connsiteY0" fmla="*/ 0 h 2226179"/>
              <a:gd name="connsiteX1" fmla="*/ 12911 w 3867064"/>
              <a:gd name="connsiteY1" fmla="*/ 269192 h 2226179"/>
              <a:gd name="connsiteX2" fmla="*/ 92 w 3867064"/>
              <a:gd name="connsiteY2" fmla="*/ 2226179 h 2226179"/>
              <a:gd name="connsiteX3" fmla="*/ 3862791 w 3867064"/>
              <a:gd name="connsiteY3" fmla="*/ 1974078 h 2226179"/>
              <a:gd name="connsiteX4" fmla="*/ 3867064 w 3867064"/>
              <a:gd name="connsiteY4" fmla="*/ 0 h 2226179"/>
              <a:gd name="connsiteX0" fmla="*/ 3867383 w 3867383"/>
              <a:gd name="connsiteY0" fmla="*/ 0 h 2226179"/>
              <a:gd name="connsiteX1" fmla="*/ 411 w 3867383"/>
              <a:gd name="connsiteY1" fmla="*/ 273465 h 2226179"/>
              <a:gd name="connsiteX2" fmla="*/ 411 w 3867383"/>
              <a:gd name="connsiteY2" fmla="*/ 2226179 h 2226179"/>
              <a:gd name="connsiteX3" fmla="*/ 3863110 w 3867383"/>
              <a:gd name="connsiteY3" fmla="*/ 1974078 h 2226179"/>
              <a:gd name="connsiteX4" fmla="*/ 3867383 w 3867383"/>
              <a:gd name="connsiteY4" fmla="*/ 0 h 2226179"/>
              <a:gd name="connsiteX0" fmla="*/ 3892661 w 3892661"/>
              <a:gd name="connsiteY0" fmla="*/ 0 h 6403180"/>
              <a:gd name="connsiteX1" fmla="*/ 25689 w 3892661"/>
              <a:gd name="connsiteY1" fmla="*/ 273465 h 6403180"/>
              <a:gd name="connsiteX2" fmla="*/ 51 w 3892661"/>
              <a:gd name="connsiteY2" fmla="*/ 6403180 h 6403180"/>
              <a:gd name="connsiteX3" fmla="*/ 3888388 w 3892661"/>
              <a:gd name="connsiteY3" fmla="*/ 1974078 h 6403180"/>
              <a:gd name="connsiteX4" fmla="*/ 3892661 w 3892661"/>
              <a:gd name="connsiteY4" fmla="*/ 0 h 6403180"/>
              <a:gd name="connsiteX0" fmla="*/ 3896882 w 3896882"/>
              <a:gd name="connsiteY0" fmla="*/ 0 h 6403180"/>
              <a:gd name="connsiteX1" fmla="*/ 0 w 3896882"/>
              <a:gd name="connsiteY1" fmla="*/ 4599655 h 6403180"/>
              <a:gd name="connsiteX2" fmla="*/ 4272 w 3896882"/>
              <a:gd name="connsiteY2" fmla="*/ 6403180 h 6403180"/>
              <a:gd name="connsiteX3" fmla="*/ 3892609 w 3896882"/>
              <a:gd name="connsiteY3" fmla="*/ 1974078 h 6403180"/>
              <a:gd name="connsiteX4" fmla="*/ 3896882 w 3896882"/>
              <a:gd name="connsiteY4" fmla="*/ 0 h 6403180"/>
              <a:gd name="connsiteX0" fmla="*/ 3893021 w 3893021"/>
              <a:gd name="connsiteY0" fmla="*/ 0 h 6403180"/>
              <a:gd name="connsiteX1" fmla="*/ 412 w 3893021"/>
              <a:gd name="connsiteY1" fmla="*/ 4152108 h 6403180"/>
              <a:gd name="connsiteX2" fmla="*/ 411 w 3893021"/>
              <a:gd name="connsiteY2" fmla="*/ 6403180 h 6403180"/>
              <a:gd name="connsiteX3" fmla="*/ 3888748 w 3893021"/>
              <a:gd name="connsiteY3" fmla="*/ 1974078 h 6403180"/>
              <a:gd name="connsiteX4" fmla="*/ 3893021 w 3893021"/>
              <a:gd name="connsiteY4" fmla="*/ 0 h 6403180"/>
              <a:gd name="connsiteX0" fmla="*/ 3892651 w 3892651"/>
              <a:gd name="connsiteY0" fmla="*/ 0 h 6403180"/>
              <a:gd name="connsiteX1" fmla="*/ 34226 w 3892651"/>
              <a:gd name="connsiteY1" fmla="*/ 4375864 h 6403180"/>
              <a:gd name="connsiteX2" fmla="*/ 41 w 3892651"/>
              <a:gd name="connsiteY2" fmla="*/ 6403180 h 6403180"/>
              <a:gd name="connsiteX3" fmla="*/ 3888378 w 3892651"/>
              <a:gd name="connsiteY3" fmla="*/ 1974078 h 6403180"/>
              <a:gd name="connsiteX4" fmla="*/ 3892651 w 3892651"/>
              <a:gd name="connsiteY4" fmla="*/ 0 h 6403180"/>
              <a:gd name="connsiteX0" fmla="*/ 3875591 w 3875591"/>
              <a:gd name="connsiteY0" fmla="*/ 0 h 6552362"/>
              <a:gd name="connsiteX1" fmla="*/ 17166 w 3875591"/>
              <a:gd name="connsiteY1" fmla="*/ 4375864 h 6552362"/>
              <a:gd name="connsiteX2" fmla="*/ 73 w 3875591"/>
              <a:gd name="connsiteY2" fmla="*/ 6552362 h 6552362"/>
              <a:gd name="connsiteX3" fmla="*/ 3871318 w 3875591"/>
              <a:gd name="connsiteY3" fmla="*/ 1974078 h 6552362"/>
              <a:gd name="connsiteX4" fmla="*/ 3875591 w 3875591"/>
              <a:gd name="connsiteY4" fmla="*/ 0 h 6552362"/>
              <a:gd name="connsiteX0" fmla="*/ 3875928 w 3875928"/>
              <a:gd name="connsiteY0" fmla="*/ 0 h 6552362"/>
              <a:gd name="connsiteX1" fmla="*/ 412 w 3875928"/>
              <a:gd name="connsiteY1" fmla="*/ 4599620 h 6552362"/>
              <a:gd name="connsiteX2" fmla="*/ 410 w 3875928"/>
              <a:gd name="connsiteY2" fmla="*/ 6552362 h 6552362"/>
              <a:gd name="connsiteX3" fmla="*/ 3871655 w 3875928"/>
              <a:gd name="connsiteY3" fmla="*/ 1974078 h 6552362"/>
              <a:gd name="connsiteX4" fmla="*/ 3875928 w 3875928"/>
              <a:gd name="connsiteY4" fmla="*/ 0 h 6552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75928" h="6552362">
                <a:moveTo>
                  <a:pt x="3875928" y="0"/>
                </a:moveTo>
                <a:lnTo>
                  <a:pt x="412" y="4599620"/>
                </a:lnTo>
                <a:cubicBezTo>
                  <a:pt x="1836" y="5253373"/>
                  <a:pt x="-1014" y="5898609"/>
                  <a:pt x="410" y="6552362"/>
                </a:cubicBezTo>
                <a:lnTo>
                  <a:pt x="3871655" y="1974078"/>
                </a:lnTo>
                <a:cubicBezTo>
                  <a:pt x="3873079" y="1316052"/>
                  <a:pt x="3874504" y="658026"/>
                  <a:pt x="3875928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BC622377-2E31-1842-B7B8-108319C7B7A5}"/>
              </a:ext>
            </a:extLst>
          </p:cNvPr>
          <p:cNvSpPr/>
          <p:nvPr/>
        </p:nvSpPr>
        <p:spPr>
          <a:xfrm>
            <a:off x="2575260" y="3949241"/>
            <a:ext cx="310918" cy="2811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CDDC42D-85F3-5F48-A935-3952508D2E47}"/>
              </a:ext>
            </a:extLst>
          </p:cNvPr>
          <p:cNvGrpSpPr/>
          <p:nvPr/>
        </p:nvGrpSpPr>
        <p:grpSpPr>
          <a:xfrm>
            <a:off x="1756483" y="3920514"/>
            <a:ext cx="1644347" cy="338554"/>
            <a:chOff x="1756483" y="3920514"/>
            <a:chExt cx="1644347" cy="338554"/>
          </a:xfrm>
        </p:grpSpPr>
        <p:cxnSp>
          <p:nvCxnSpPr>
            <p:cNvPr id="83" name="Straight Arrow Connector 82">
              <a:extLst>
                <a:ext uri="{FF2B5EF4-FFF2-40B4-BE49-F238E27FC236}">
                  <a16:creationId xmlns:a16="http://schemas.microsoft.com/office/drawing/2014/main" id="{665F1FBC-EB6D-914C-954B-043B19E2CE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56483" y="4094530"/>
              <a:ext cx="1644347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88D8925B-CD48-6346-BBE6-8AD1F024192A}"/>
                </a:ext>
              </a:extLst>
            </p:cNvPr>
            <p:cNvSpPr txBox="1"/>
            <p:nvPr/>
          </p:nvSpPr>
          <p:spPr>
            <a:xfrm>
              <a:off x="2554202" y="3920514"/>
              <a:ext cx="454883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</a:t>
              </a:r>
              <a:r>
                <a: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3</a:t>
              </a:r>
            </a:p>
          </p:txBody>
        </p:sp>
      </p:grpSp>
      <p:sp>
        <p:nvSpPr>
          <p:cNvPr id="3" name="Rectangle 2">
            <a:extLst>
              <a:ext uri="{FF2B5EF4-FFF2-40B4-BE49-F238E27FC236}">
                <a16:creationId xmlns:a16="http://schemas.microsoft.com/office/drawing/2014/main" id="{3ED052B0-9951-5649-91CE-3B957628FFA7}"/>
              </a:ext>
            </a:extLst>
          </p:cNvPr>
          <p:cNvSpPr/>
          <p:nvPr/>
        </p:nvSpPr>
        <p:spPr>
          <a:xfrm>
            <a:off x="2869378" y="5701781"/>
            <a:ext cx="269557" cy="22941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141BCBD2-E211-8147-94AE-9676C1098C29}"/>
              </a:ext>
            </a:extLst>
          </p:cNvPr>
          <p:cNvGrpSpPr/>
          <p:nvPr/>
        </p:nvGrpSpPr>
        <p:grpSpPr>
          <a:xfrm>
            <a:off x="1706138" y="5621746"/>
            <a:ext cx="1641326" cy="338554"/>
            <a:chOff x="1706138" y="5621746"/>
            <a:chExt cx="1641326" cy="338554"/>
          </a:xfrm>
        </p:grpSpPr>
        <p:cxnSp>
          <p:nvCxnSpPr>
            <p:cNvPr id="84" name="Straight Arrow Connector 83">
              <a:extLst>
                <a:ext uri="{FF2B5EF4-FFF2-40B4-BE49-F238E27FC236}">
                  <a16:creationId xmlns:a16="http://schemas.microsoft.com/office/drawing/2014/main" id="{DB9888CD-41C5-4646-87F1-56C4C74BA5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06138" y="5804632"/>
              <a:ext cx="1641326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4597425E-DF5C-7647-B600-A70497B20E94}"/>
                </a:ext>
              </a:extLst>
            </p:cNvPr>
            <p:cNvSpPr txBox="1"/>
            <p:nvPr/>
          </p:nvSpPr>
          <p:spPr>
            <a:xfrm>
              <a:off x="2801769" y="5621746"/>
              <a:ext cx="45910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</a:t>
              </a:r>
              <a:r>
                <a: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1</a:t>
              </a:r>
            </a:p>
          </p:txBody>
        </p:sp>
      </p:grp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F26F312C-F797-9546-9530-388E7EACD1E5}"/>
              </a:ext>
            </a:extLst>
          </p:cNvPr>
          <p:cNvCxnSpPr/>
          <p:nvPr/>
        </p:nvCxnSpPr>
        <p:spPr>
          <a:xfrm>
            <a:off x="8570246" y="5311450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Straight Connector 101">
            <a:extLst>
              <a:ext uri="{FF2B5EF4-FFF2-40B4-BE49-F238E27FC236}">
                <a16:creationId xmlns:a16="http://schemas.microsoft.com/office/drawing/2014/main" id="{B1529647-C0C9-574F-8FF1-580A42D9C0C0}"/>
              </a:ext>
            </a:extLst>
          </p:cNvPr>
          <p:cNvCxnSpPr/>
          <p:nvPr/>
        </p:nvCxnSpPr>
        <p:spPr>
          <a:xfrm>
            <a:off x="8585033" y="4956968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Straight Connector 128">
            <a:extLst>
              <a:ext uri="{FF2B5EF4-FFF2-40B4-BE49-F238E27FC236}">
                <a16:creationId xmlns:a16="http://schemas.microsoft.com/office/drawing/2014/main" id="{7E50FB3C-A3CC-C043-BF4E-10D379228467}"/>
              </a:ext>
            </a:extLst>
          </p:cNvPr>
          <p:cNvCxnSpPr/>
          <p:nvPr/>
        </p:nvCxnSpPr>
        <p:spPr>
          <a:xfrm>
            <a:off x="8579058" y="4824874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0" name="Straight Connector 129">
            <a:extLst>
              <a:ext uri="{FF2B5EF4-FFF2-40B4-BE49-F238E27FC236}">
                <a16:creationId xmlns:a16="http://schemas.microsoft.com/office/drawing/2014/main" id="{B41C7889-A836-484E-8169-EF5C2DBA3482}"/>
              </a:ext>
            </a:extLst>
          </p:cNvPr>
          <p:cNvCxnSpPr/>
          <p:nvPr/>
        </p:nvCxnSpPr>
        <p:spPr>
          <a:xfrm>
            <a:off x="8573083" y="4692780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1" name="Straight Connector 130">
            <a:extLst>
              <a:ext uri="{FF2B5EF4-FFF2-40B4-BE49-F238E27FC236}">
                <a16:creationId xmlns:a16="http://schemas.microsoft.com/office/drawing/2014/main" id="{61EE47C2-CDAF-F340-9C07-30C8346C6253}"/>
              </a:ext>
            </a:extLst>
          </p:cNvPr>
          <p:cNvCxnSpPr/>
          <p:nvPr/>
        </p:nvCxnSpPr>
        <p:spPr>
          <a:xfrm>
            <a:off x="8567108" y="4560686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1849EF8F-5CF1-D94F-B506-490C9309164F}"/>
              </a:ext>
            </a:extLst>
          </p:cNvPr>
          <p:cNvCxnSpPr/>
          <p:nvPr/>
        </p:nvCxnSpPr>
        <p:spPr>
          <a:xfrm>
            <a:off x="8561133" y="4428592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Straight Connector 132">
            <a:extLst>
              <a:ext uri="{FF2B5EF4-FFF2-40B4-BE49-F238E27FC236}">
                <a16:creationId xmlns:a16="http://schemas.microsoft.com/office/drawing/2014/main" id="{627A730F-13F6-D144-B66D-F5F8082E6868}"/>
              </a:ext>
            </a:extLst>
          </p:cNvPr>
          <p:cNvCxnSpPr/>
          <p:nvPr/>
        </p:nvCxnSpPr>
        <p:spPr>
          <a:xfrm>
            <a:off x="8555158" y="4296498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" name="Straight Connector 133">
            <a:extLst>
              <a:ext uri="{FF2B5EF4-FFF2-40B4-BE49-F238E27FC236}">
                <a16:creationId xmlns:a16="http://schemas.microsoft.com/office/drawing/2014/main" id="{8DE6F362-ACF1-AC45-94ED-A1E3CFC4CACB}"/>
              </a:ext>
            </a:extLst>
          </p:cNvPr>
          <p:cNvCxnSpPr/>
          <p:nvPr/>
        </p:nvCxnSpPr>
        <p:spPr>
          <a:xfrm>
            <a:off x="8549183" y="4164404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Straight Connector 134">
            <a:extLst>
              <a:ext uri="{FF2B5EF4-FFF2-40B4-BE49-F238E27FC236}">
                <a16:creationId xmlns:a16="http://schemas.microsoft.com/office/drawing/2014/main" id="{1EE4C68C-D132-C940-9F84-9FA59A49FCD6}"/>
              </a:ext>
            </a:extLst>
          </p:cNvPr>
          <p:cNvCxnSpPr/>
          <p:nvPr/>
        </p:nvCxnSpPr>
        <p:spPr>
          <a:xfrm>
            <a:off x="8543208" y="4032310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Straight Connector 135">
            <a:extLst>
              <a:ext uri="{FF2B5EF4-FFF2-40B4-BE49-F238E27FC236}">
                <a16:creationId xmlns:a16="http://schemas.microsoft.com/office/drawing/2014/main" id="{31A8F1E6-4E41-C344-A87C-2BCD0FF502FC}"/>
              </a:ext>
            </a:extLst>
          </p:cNvPr>
          <p:cNvCxnSpPr/>
          <p:nvPr/>
        </p:nvCxnSpPr>
        <p:spPr>
          <a:xfrm>
            <a:off x="8537233" y="3900216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Straight Connector 136">
            <a:extLst>
              <a:ext uri="{FF2B5EF4-FFF2-40B4-BE49-F238E27FC236}">
                <a16:creationId xmlns:a16="http://schemas.microsoft.com/office/drawing/2014/main" id="{73E8E12E-F846-D846-8D27-0D67A493AAA0}"/>
              </a:ext>
            </a:extLst>
          </p:cNvPr>
          <p:cNvCxnSpPr/>
          <p:nvPr/>
        </p:nvCxnSpPr>
        <p:spPr>
          <a:xfrm>
            <a:off x="8531258" y="3768122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" name="Straight Connector 137">
            <a:extLst>
              <a:ext uri="{FF2B5EF4-FFF2-40B4-BE49-F238E27FC236}">
                <a16:creationId xmlns:a16="http://schemas.microsoft.com/office/drawing/2014/main" id="{E6D99FA8-5239-8748-B4B7-E247030A1E8C}"/>
              </a:ext>
            </a:extLst>
          </p:cNvPr>
          <p:cNvCxnSpPr/>
          <p:nvPr/>
        </p:nvCxnSpPr>
        <p:spPr>
          <a:xfrm>
            <a:off x="8525283" y="3636028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9" name="Straight Connector 138">
            <a:extLst>
              <a:ext uri="{FF2B5EF4-FFF2-40B4-BE49-F238E27FC236}">
                <a16:creationId xmlns:a16="http://schemas.microsoft.com/office/drawing/2014/main" id="{87BDB7C5-F61E-F944-ADD5-B942DE4D8073}"/>
              </a:ext>
            </a:extLst>
          </p:cNvPr>
          <p:cNvCxnSpPr/>
          <p:nvPr/>
        </p:nvCxnSpPr>
        <p:spPr>
          <a:xfrm>
            <a:off x="8540494" y="3503934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0" name="Straight Connector 139">
            <a:extLst>
              <a:ext uri="{FF2B5EF4-FFF2-40B4-BE49-F238E27FC236}">
                <a16:creationId xmlns:a16="http://schemas.microsoft.com/office/drawing/2014/main" id="{DC97917E-3C70-1848-83E2-6E69C542C768}"/>
              </a:ext>
            </a:extLst>
          </p:cNvPr>
          <p:cNvCxnSpPr/>
          <p:nvPr/>
        </p:nvCxnSpPr>
        <p:spPr>
          <a:xfrm>
            <a:off x="8534519" y="3371840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Straight Connector 140">
            <a:extLst>
              <a:ext uri="{FF2B5EF4-FFF2-40B4-BE49-F238E27FC236}">
                <a16:creationId xmlns:a16="http://schemas.microsoft.com/office/drawing/2014/main" id="{56A2B6C1-D74F-8644-B2DD-07626B62AC3A}"/>
              </a:ext>
            </a:extLst>
          </p:cNvPr>
          <p:cNvCxnSpPr/>
          <p:nvPr/>
        </p:nvCxnSpPr>
        <p:spPr>
          <a:xfrm>
            <a:off x="8535606" y="3239746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Straight Connector 141">
            <a:extLst>
              <a:ext uri="{FF2B5EF4-FFF2-40B4-BE49-F238E27FC236}">
                <a16:creationId xmlns:a16="http://schemas.microsoft.com/office/drawing/2014/main" id="{99318C6E-B313-F948-A960-AB9F1565EF38}"/>
              </a:ext>
            </a:extLst>
          </p:cNvPr>
          <p:cNvCxnSpPr>
            <a:cxnSpLocks/>
          </p:cNvCxnSpPr>
          <p:nvPr/>
        </p:nvCxnSpPr>
        <p:spPr>
          <a:xfrm flipV="1">
            <a:off x="3452698" y="3962094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" name="Straight Connector 142">
            <a:extLst>
              <a:ext uri="{FF2B5EF4-FFF2-40B4-BE49-F238E27FC236}">
                <a16:creationId xmlns:a16="http://schemas.microsoft.com/office/drawing/2014/main" id="{41663946-4235-7448-AEF1-D18B5A3DD5D6}"/>
              </a:ext>
            </a:extLst>
          </p:cNvPr>
          <p:cNvCxnSpPr>
            <a:cxnSpLocks/>
          </p:cNvCxnSpPr>
          <p:nvPr/>
        </p:nvCxnSpPr>
        <p:spPr>
          <a:xfrm flipV="1">
            <a:off x="3392013" y="4113083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Straight Connector 143">
            <a:extLst>
              <a:ext uri="{FF2B5EF4-FFF2-40B4-BE49-F238E27FC236}">
                <a16:creationId xmlns:a16="http://schemas.microsoft.com/office/drawing/2014/main" id="{F191351A-1A02-8B4A-8E31-DE66EA947424}"/>
              </a:ext>
            </a:extLst>
          </p:cNvPr>
          <p:cNvCxnSpPr>
            <a:cxnSpLocks/>
          </p:cNvCxnSpPr>
          <p:nvPr/>
        </p:nvCxnSpPr>
        <p:spPr>
          <a:xfrm flipV="1">
            <a:off x="3403873" y="4250677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Straight Connector 144">
            <a:extLst>
              <a:ext uri="{FF2B5EF4-FFF2-40B4-BE49-F238E27FC236}">
                <a16:creationId xmlns:a16="http://schemas.microsoft.com/office/drawing/2014/main" id="{F985530D-C4B6-9A4F-AC43-C17FB5DA79CB}"/>
              </a:ext>
            </a:extLst>
          </p:cNvPr>
          <p:cNvCxnSpPr>
            <a:cxnSpLocks/>
          </p:cNvCxnSpPr>
          <p:nvPr/>
        </p:nvCxnSpPr>
        <p:spPr>
          <a:xfrm flipV="1">
            <a:off x="3415733" y="4399559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5" name="Straight Connector 164">
            <a:extLst>
              <a:ext uri="{FF2B5EF4-FFF2-40B4-BE49-F238E27FC236}">
                <a16:creationId xmlns:a16="http://schemas.microsoft.com/office/drawing/2014/main" id="{1F15277D-8E18-5040-BA7A-6BA237E590DA}"/>
              </a:ext>
            </a:extLst>
          </p:cNvPr>
          <p:cNvCxnSpPr>
            <a:cxnSpLocks/>
          </p:cNvCxnSpPr>
          <p:nvPr/>
        </p:nvCxnSpPr>
        <p:spPr>
          <a:xfrm flipV="1">
            <a:off x="3474493" y="5562147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" name="Straight Connector 165">
            <a:extLst>
              <a:ext uri="{FF2B5EF4-FFF2-40B4-BE49-F238E27FC236}">
                <a16:creationId xmlns:a16="http://schemas.microsoft.com/office/drawing/2014/main" id="{FB7705AD-3AB0-5E4A-A165-5139123712D3}"/>
              </a:ext>
            </a:extLst>
          </p:cNvPr>
          <p:cNvCxnSpPr>
            <a:cxnSpLocks/>
          </p:cNvCxnSpPr>
          <p:nvPr/>
        </p:nvCxnSpPr>
        <p:spPr>
          <a:xfrm flipV="1">
            <a:off x="3486353" y="5716673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1" name="Straight Connector 170">
            <a:extLst>
              <a:ext uri="{FF2B5EF4-FFF2-40B4-BE49-F238E27FC236}">
                <a16:creationId xmlns:a16="http://schemas.microsoft.com/office/drawing/2014/main" id="{B2D7EE39-0642-6848-BC17-455AF4197425}"/>
              </a:ext>
            </a:extLst>
          </p:cNvPr>
          <p:cNvCxnSpPr>
            <a:cxnSpLocks/>
          </p:cNvCxnSpPr>
          <p:nvPr/>
        </p:nvCxnSpPr>
        <p:spPr>
          <a:xfrm flipV="1">
            <a:off x="3467438" y="4527480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2" name="Straight Connector 171">
            <a:extLst>
              <a:ext uri="{FF2B5EF4-FFF2-40B4-BE49-F238E27FC236}">
                <a16:creationId xmlns:a16="http://schemas.microsoft.com/office/drawing/2014/main" id="{B330DE2B-04A2-FF47-AFF6-A2E1A7046084}"/>
              </a:ext>
            </a:extLst>
          </p:cNvPr>
          <p:cNvCxnSpPr>
            <a:cxnSpLocks/>
          </p:cNvCxnSpPr>
          <p:nvPr/>
        </p:nvCxnSpPr>
        <p:spPr>
          <a:xfrm flipV="1">
            <a:off x="3406753" y="4678469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Straight Connector 172">
            <a:extLst>
              <a:ext uri="{FF2B5EF4-FFF2-40B4-BE49-F238E27FC236}">
                <a16:creationId xmlns:a16="http://schemas.microsoft.com/office/drawing/2014/main" id="{47BB00C9-2F27-004D-9372-BD381A265370}"/>
              </a:ext>
            </a:extLst>
          </p:cNvPr>
          <p:cNvCxnSpPr>
            <a:cxnSpLocks/>
          </p:cNvCxnSpPr>
          <p:nvPr/>
        </p:nvCxnSpPr>
        <p:spPr>
          <a:xfrm flipV="1">
            <a:off x="3418613" y="4816063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Straight Connector 173">
            <a:extLst>
              <a:ext uri="{FF2B5EF4-FFF2-40B4-BE49-F238E27FC236}">
                <a16:creationId xmlns:a16="http://schemas.microsoft.com/office/drawing/2014/main" id="{C78FEDE8-839F-454D-A0FA-76A2C79B5B9D}"/>
              </a:ext>
            </a:extLst>
          </p:cNvPr>
          <p:cNvCxnSpPr>
            <a:cxnSpLocks/>
          </p:cNvCxnSpPr>
          <p:nvPr/>
        </p:nvCxnSpPr>
        <p:spPr>
          <a:xfrm flipV="1">
            <a:off x="3430473" y="4964945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Straight Connector 174">
            <a:extLst>
              <a:ext uri="{FF2B5EF4-FFF2-40B4-BE49-F238E27FC236}">
                <a16:creationId xmlns:a16="http://schemas.microsoft.com/office/drawing/2014/main" id="{2E9C306E-46D8-F145-8048-E35C09F8800D}"/>
              </a:ext>
            </a:extLst>
          </p:cNvPr>
          <p:cNvCxnSpPr>
            <a:cxnSpLocks/>
          </p:cNvCxnSpPr>
          <p:nvPr/>
        </p:nvCxnSpPr>
        <p:spPr>
          <a:xfrm flipV="1">
            <a:off x="3482178" y="5092866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Straight Connector 175">
            <a:extLst>
              <a:ext uri="{FF2B5EF4-FFF2-40B4-BE49-F238E27FC236}">
                <a16:creationId xmlns:a16="http://schemas.microsoft.com/office/drawing/2014/main" id="{2DCD9603-AC7A-3345-BD4F-7AD3B80B77A0}"/>
              </a:ext>
            </a:extLst>
          </p:cNvPr>
          <p:cNvCxnSpPr>
            <a:cxnSpLocks/>
          </p:cNvCxnSpPr>
          <p:nvPr/>
        </p:nvCxnSpPr>
        <p:spPr>
          <a:xfrm flipV="1">
            <a:off x="3421493" y="5243855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Straight Connector 176">
            <a:extLst>
              <a:ext uri="{FF2B5EF4-FFF2-40B4-BE49-F238E27FC236}">
                <a16:creationId xmlns:a16="http://schemas.microsoft.com/office/drawing/2014/main" id="{46D2CB60-1100-B943-BEE0-9BBA817FB8D8}"/>
              </a:ext>
            </a:extLst>
          </p:cNvPr>
          <p:cNvCxnSpPr>
            <a:cxnSpLocks/>
          </p:cNvCxnSpPr>
          <p:nvPr/>
        </p:nvCxnSpPr>
        <p:spPr>
          <a:xfrm flipV="1">
            <a:off x="3433353" y="5381449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8" name="Slide Number Placeholder 2">
            <a:extLst>
              <a:ext uri="{FF2B5EF4-FFF2-40B4-BE49-F238E27FC236}">
                <a16:creationId xmlns:a16="http://schemas.microsoft.com/office/drawing/2014/main" id="{566D02CB-0278-FB40-AE5B-D652B1719C9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289557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"/>
                            </p:stCondLst>
                            <p:childTnLst>
                              <p:par>
                                <p:cTn id="5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 animBg="1"/>
      <p:bldP spid="67" grpId="0" animBg="1"/>
      <p:bldP spid="68" grpId="0" animBg="1"/>
      <p:bldP spid="70" grpId="0" animBg="1"/>
      <p:bldP spid="117" grpId="0"/>
      <p:bldP spid="88" grpId="0" animBg="1"/>
      <p:bldP spid="89" grpId="0" animBg="1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51417" y="223762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HTTP/2 to HTTP/3</a:t>
            </a:r>
            <a:endParaRPr lang="en-US" sz="4400" dirty="0"/>
          </a:p>
        </p:txBody>
      </p:sp>
      <p:sp>
        <p:nvSpPr>
          <p:cNvPr id="56" name="Rectangle 3">
            <a:extLst>
              <a:ext uri="{FF2B5EF4-FFF2-40B4-BE49-F238E27FC236}">
                <a16:creationId xmlns:a16="http://schemas.microsoft.com/office/drawing/2014/main" id="{9A8B785A-4E29-F546-8152-139D7CF7C8F9}"/>
              </a:ext>
            </a:extLst>
          </p:cNvPr>
          <p:cNvSpPr txBox="1">
            <a:spLocks noChangeArrowheads="1"/>
          </p:cNvSpPr>
          <p:nvPr/>
        </p:nvSpPr>
        <p:spPr>
          <a:xfrm>
            <a:off x="833751" y="1490127"/>
            <a:ext cx="10458375" cy="4487272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5087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HTTP/2 over single TCP connection means:</a:t>
            </a:r>
          </a:p>
          <a:p>
            <a:pPr marL="346075" marR="0" lvl="0" indent="-2809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recovery from packet loss still stalls all object transmissions</a:t>
            </a:r>
          </a:p>
          <a:p>
            <a:pPr marL="688975" marR="0" lvl="1" indent="-28098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as in HTTP 1.1, browsers have incentive to open multiple parallel TCP connections to reduce stalling, increase overall throughput</a:t>
            </a:r>
          </a:p>
          <a:p>
            <a:pPr marL="346075" marR="0" lvl="0" indent="-2809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no security over vanilla TCP connection</a:t>
            </a:r>
          </a:p>
          <a:p>
            <a:pPr marL="346075" marR="0" lvl="0" indent="-2809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HTTP/3 (optional):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adds security, per object error- and congestion-control (more pipelining) over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UDP</a:t>
            </a:r>
          </a:p>
          <a:p>
            <a:pPr marL="688975" marR="0" lvl="1" indent="-28098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more on HTTP/3 in transport layer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" name="Slide Number Placeholder 2">
            <a:extLst>
              <a:ext uri="{FF2B5EF4-FFF2-40B4-BE49-F238E27FC236}">
                <a16:creationId xmlns:a16="http://schemas.microsoft.com/office/drawing/2014/main" id="{B9970898-8B56-614D-BEEC-E655E686FD7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58794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Application layer: overview</a:t>
            </a:r>
            <a:endParaRPr lang="en-US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809242" y="1870563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Principles of network applications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Web and HTTP</a:t>
            </a:r>
          </a:p>
          <a:p>
            <a:pPr marL="401638" indent="-401638">
              <a:buClr>
                <a:srgbClr val="0000A8"/>
              </a:buClr>
              <a:defRPr/>
            </a:pPr>
            <a:r>
              <a:rPr 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E-mail, SMTP, IMAP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The Domain Name System DNS</a:t>
            </a:r>
          </a:p>
          <a:p>
            <a:endParaRPr lang="en-US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FE695BD-369F-8C4A-ACAD-42671E1C0719}"/>
              </a:ext>
            </a:extLst>
          </p:cNvPr>
          <p:cNvSpPr txBox="1">
            <a:spLocks noChangeArrowheads="1"/>
          </p:cNvSpPr>
          <p:nvPr/>
        </p:nvSpPr>
        <p:spPr>
          <a:xfrm>
            <a:off x="6557554" y="1422888"/>
            <a:ext cx="5405262" cy="4799013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P2P applications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video streaming and content distribution networks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socket programming with UDP and TCP</a:t>
            </a:r>
          </a:p>
          <a:p>
            <a:pPr>
              <a:buFont typeface="Wingdings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63100581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E-mail</a:t>
            </a:r>
            <a:endParaRPr lang="en-US" sz="4400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21810D1F-B21D-4B49-9104-1DDE54C093AE}"/>
              </a:ext>
            </a:extLst>
          </p:cNvPr>
          <p:cNvSpPr txBox="1">
            <a:spLocks noChangeArrowheads="1"/>
          </p:cNvSpPr>
          <p:nvPr/>
        </p:nvSpPr>
        <p:spPr>
          <a:xfrm>
            <a:off x="544512" y="1366838"/>
            <a:ext cx="7119031" cy="48768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Three major components: 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user agents 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mail servers 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ct val="7500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simple mail transfer protocol: SMTP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User Agent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a.k.a.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mail reader”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composing, editing, reading mail messages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e.g., Outlook, iPhone mail client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outgoing, incoming messages stored on server</a:t>
            </a:r>
          </a:p>
        </p:txBody>
      </p:sp>
      <p:grpSp>
        <p:nvGrpSpPr>
          <p:cNvPr id="433" name="Group 279">
            <a:extLst>
              <a:ext uri="{FF2B5EF4-FFF2-40B4-BE49-F238E27FC236}">
                <a16:creationId xmlns:a16="http://schemas.microsoft.com/office/drawing/2014/main" id="{2EF60A4B-BB2C-B34B-90F3-D1FE6C8FFDAD}"/>
              </a:ext>
            </a:extLst>
          </p:cNvPr>
          <p:cNvGrpSpPr>
            <a:grpSpLocks/>
          </p:cNvGrpSpPr>
          <p:nvPr/>
        </p:nvGrpSpPr>
        <p:grpSpPr bwMode="auto">
          <a:xfrm>
            <a:off x="9926119" y="5308075"/>
            <a:ext cx="1736725" cy="973138"/>
            <a:chOff x="4458" y="3335"/>
            <a:chExt cx="1094" cy="613"/>
          </a:xfrm>
        </p:grpSpPr>
        <p:sp>
          <p:nvSpPr>
            <p:cNvPr id="434" name="Text Box 263">
              <a:extLst>
                <a:ext uri="{FF2B5EF4-FFF2-40B4-BE49-F238E27FC236}">
                  <a16:creationId xmlns:a16="http://schemas.microsoft.com/office/drawing/2014/main" id="{41250870-CE47-A94F-91C6-42B94321E1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7" y="3715"/>
              <a:ext cx="87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user mailbox</a:t>
              </a: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35" name="Group 278">
              <a:extLst>
                <a:ext uri="{FF2B5EF4-FFF2-40B4-BE49-F238E27FC236}">
                  <a16:creationId xmlns:a16="http://schemas.microsoft.com/office/drawing/2014/main" id="{F337E40C-B180-194A-B368-8F35ECF838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8" y="3408"/>
              <a:ext cx="450" cy="120"/>
              <a:chOff x="4314" y="3444"/>
              <a:chExt cx="450" cy="120"/>
            </a:xfrm>
          </p:grpSpPr>
          <p:sp>
            <p:nvSpPr>
              <p:cNvPr id="438" name="Rectangle 264">
                <a:extLst>
                  <a:ext uri="{FF2B5EF4-FFF2-40B4-BE49-F238E27FC236}">
                    <a16:creationId xmlns:a16="http://schemas.microsoft.com/office/drawing/2014/main" id="{952BA00D-1B4A-4948-82B5-82AE8D13A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3444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39" name="Line 265">
                <a:extLst>
                  <a:ext uri="{FF2B5EF4-FFF2-40B4-BE49-F238E27FC236}">
                    <a16:creationId xmlns:a16="http://schemas.microsoft.com/office/drawing/2014/main" id="{B275CB99-7AAC-A148-8381-65E960D059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3" y="3472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40" name="Line 266">
                <a:extLst>
                  <a:ext uri="{FF2B5EF4-FFF2-40B4-BE49-F238E27FC236}">
                    <a16:creationId xmlns:a16="http://schemas.microsoft.com/office/drawing/2014/main" id="{47491974-AD71-004E-AB59-0655640AEC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472" y="3471"/>
                <a:ext cx="6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41" name="Line 267">
                <a:extLst>
                  <a:ext uri="{FF2B5EF4-FFF2-40B4-BE49-F238E27FC236}">
                    <a16:creationId xmlns:a16="http://schemas.microsoft.com/office/drawing/2014/main" id="{B200EE76-91FF-8846-8C54-A23D92713A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27" y="347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42" name="Line 268">
                <a:extLst>
                  <a:ext uri="{FF2B5EF4-FFF2-40B4-BE49-F238E27FC236}">
                    <a16:creationId xmlns:a16="http://schemas.microsoft.com/office/drawing/2014/main" id="{FF930B76-2857-B14D-AD85-09CD6FA57C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84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43" name="Line 269">
                <a:extLst>
                  <a:ext uri="{FF2B5EF4-FFF2-40B4-BE49-F238E27FC236}">
                    <a16:creationId xmlns:a16="http://schemas.microsoft.com/office/drawing/2014/main" id="{A45A103A-DECC-1641-9DE7-659C116522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45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44" name="Line 270">
                <a:extLst>
                  <a:ext uri="{FF2B5EF4-FFF2-40B4-BE49-F238E27FC236}">
                    <a16:creationId xmlns:a16="http://schemas.microsoft.com/office/drawing/2014/main" id="{73B06C32-185A-D246-82A4-C6DC25E700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1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45" name="Line 271">
                <a:extLst>
                  <a:ext uri="{FF2B5EF4-FFF2-40B4-BE49-F238E27FC236}">
                    <a16:creationId xmlns:a16="http://schemas.microsoft.com/office/drawing/2014/main" id="{7341EBA5-2E81-A74B-8F94-6ADE0EB85A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16" y="3472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36" name="Rectangle 272">
              <a:extLst>
                <a:ext uri="{FF2B5EF4-FFF2-40B4-BE49-F238E27FC236}">
                  <a16:creationId xmlns:a16="http://schemas.microsoft.com/office/drawing/2014/main" id="{0B665308-9EC4-5A44-9326-2A177FF67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2" y="3779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7" name="Text Box 277">
              <a:extLst>
                <a:ext uri="{FF2B5EF4-FFF2-40B4-BE49-F238E27FC236}">
                  <a16:creationId xmlns:a16="http://schemas.microsoft.com/office/drawing/2014/main" id="{F20D1BFA-9817-D84B-AAED-9E047761E9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14" y="3335"/>
              <a:ext cx="1038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outgoing </a:t>
              </a:r>
            </a:p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message queue</a:t>
              </a: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A40EF7C7-BC9E-1D46-9787-9C4C966D32B3}"/>
              </a:ext>
            </a:extLst>
          </p:cNvPr>
          <p:cNvGrpSpPr/>
          <p:nvPr/>
        </p:nvGrpSpPr>
        <p:grpSpPr>
          <a:xfrm>
            <a:off x="7241455" y="1234950"/>
            <a:ext cx="2992437" cy="3595688"/>
            <a:chOff x="7241455" y="1234950"/>
            <a:chExt cx="2992437" cy="3595688"/>
          </a:xfrm>
        </p:grpSpPr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40F0B8AA-4B19-CB47-90E3-2610230A6897}"/>
                </a:ext>
              </a:extLst>
            </p:cNvPr>
            <p:cNvGrpSpPr/>
            <p:nvPr/>
          </p:nvGrpSpPr>
          <p:grpSpPr>
            <a:xfrm>
              <a:off x="9233767" y="2182687"/>
              <a:ext cx="1000125" cy="1247776"/>
              <a:chOff x="9233767" y="2182687"/>
              <a:chExt cx="1000125" cy="1247776"/>
            </a:xfrm>
          </p:grpSpPr>
          <p:grpSp>
            <p:nvGrpSpPr>
              <p:cNvPr id="447" name="Group 389">
                <a:extLst>
                  <a:ext uri="{FF2B5EF4-FFF2-40B4-BE49-F238E27FC236}">
                    <a16:creationId xmlns:a16="http://schemas.microsoft.com/office/drawing/2014/main" id="{0E121856-D2CF-BD44-A732-5CF1698DF9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233767" y="2182687"/>
                <a:ext cx="477838" cy="715963"/>
                <a:chOff x="4140" y="429"/>
                <a:chExt cx="1425" cy="2396"/>
              </a:xfrm>
            </p:grpSpPr>
            <p:sp>
              <p:nvSpPr>
                <p:cNvPr id="610" name="Freeform 390">
                  <a:extLst>
                    <a:ext uri="{FF2B5EF4-FFF2-40B4-BE49-F238E27FC236}">
                      <a16:creationId xmlns:a16="http://schemas.microsoft.com/office/drawing/2014/main" id="{D8B60AB9-7CE6-F14B-893A-0B1ECB740A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11" name="Rectangle 391">
                  <a:extLst>
                    <a:ext uri="{FF2B5EF4-FFF2-40B4-BE49-F238E27FC236}">
                      <a16:creationId xmlns:a16="http://schemas.microsoft.com/office/drawing/2014/main" id="{D3C4D367-DB85-294D-941E-C4CCF95D17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6" y="429"/>
                  <a:ext cx="1046" cy="2284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12" name="Freeform 392">
                  <a:extLst>
                    <a:ext uri="{FF2B5EF4-FFF2-40B4-BE49-F238E27FC236}">
                      <a16:creationId xmlns:a16="http://schemas.microsoft.com/office/drawing/2014/main" id="{5CA055FA-0720-7840-BE18-48478EEE55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13" name="Freeform 393">
                  <a:extLst>
                    <a:ext uri="{FF2B5EF4-FFF2-40B4-BE49-F238E27FC236}">
                      <a16:creationId xmlns:a16="http://schemas.microsoft.com/office/drawing/2014/main" id="{3BBFE8BC-0BD4-134B-A671-36514DDAC5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14" name="Rectangle 394">
                  <a:extLst>
                    <a:ext uri="{FF2B5EF4-FFF2-40B4-BE49-F238E27FC236}">
                      <a16:creationId xmlns:a16="http://schemas.microsoft.com/office/drawing/2014/main" id="{D0B0114B-71C7-6A4B-951C-64F84E158B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1" y="695"/>
                  <a:ext cx="597" cy="48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615" name="Group 395">
                  <a:extLst>
                    <a:ext uri="{FF2B5EF4-FFF2-40B4-BE49-F238E27FC236}">
                      <a16:creationId xmlns:a16="http://schemas.microsoft.com/office/drawing/2014/main" id="{CCE97BC5-B32E-A244-B98A-2D18B967940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640" name="AutoShape 396">
                    <a:extLst>
                      <a:ext uri="{FF2B5EF4-FFF2-40B4-BE49-F238E27FC236}">
                        <a16:creationId xmlns:a16="http://schemas.microsoft.com/office/drawing/2014/main" id="{EFA6368E-1013-B44C-9AE2-9FFA4CC527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8"/>
                    <a:ext cx="721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641" name="AutoShape 397">
                    <a:extLst>
                      <a:ext uri="{FF2B5EF4-FFF2-40B4-BE49-F238E27FC236}">
                        <a16:creationId xmlns:a16="http://schemas.microsoft.com/office/drawing/2014/main" id="{2A187B97-5F9E-CE47-A163-46FD77373D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4" y="2583"/>
                    <a:ext cx="685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616" name="Rectangle 398">
                  <a:extLst>
                    <a:ext uri="{FF2B5EF4-FFF2-40B4-BE49-F238E27FC236}">
                      <a16:creationId xmlns:a16="http://schemas.microsoft.com/office/drawing/2014/main" id="{B19FBC61-83B0-A14E-99F0-5BFCCFCB1B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5" y="1019"/>
                  <a:ext cx="597" cy="48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617" name="Group 399">
                  <a:extLst>
                    <a:ext uri="{FF2B5EF4-FFF2-40B4-BE49-F238E27FC236}">
                      <a16:creationId xmlns:a16="http://schemas.microsoft.com/office/drawing/2014/main" id="{1C88BBDC-CC23-854A-A7B8-9B5383302B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638" name="AutoShape 400">
                    <a:extLst>
                      <a:ext uri="{FF2B5EF4-FFF2-40B4-BE49-F238E27FC236}">
                        <a16:creationId xmlns:a16="http://schemas.microsoft.com/office/drawing/2014/main" id="{D6910F87-2FF9-EA4E-BC68-494D372CF5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7" cy="14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639" name="AutoShape 401">
                    <a:extLst>
                      <a:ext uri="{FF2B5EF4-FFF2-40B4-BE49-F238E27FC236}">
                        <a16:creationId xmlns:a16="http://schemas.microsoft.com/office/drawing/2014/main" id="{36245E4E-FB1E-2C43-BBAA-D642BCC1B1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3"/>
                    <a:ext cx="691" cy="11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618" name="Rectangle 402">
                  <a:extLst>
                    <a:ext uri="{FF2B5EF4-FFF2-40B4-BE49-F238E27FC236}">
                      <a16:creationId xmlns:a16="http://schemas.microsoft.com/office/drawing/2014/main" id="{C98B4378-660F-1847-8A4B-3CAB9591D1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6" y="1359"/>
                  <a:ext cx="597" cy="48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19" name="Rectangle 403">
                  <a:extLst>
                    <a:ext uri="{FF2B5EF4-FFF2-40B4-BE49-F238E27FC236}">
                      <a16:creationId xmlns:a16="http://schemas.microsoft.com/office/drawing/2014/main" id="{A0C2801C-C1EF-0E49-A30F-D154AACBD3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6"/>
                  <a:ext cx="592" cy="48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620" name="Group 404">
                  <a:extLst>
                    <a:ext uri="{FF2B5EF4-FFF2-40B4-BE49-F238E27FC236}">
                      <a16:creationId xmlns:a16="http://schemas.microsoft.com/office/drawing/2014/main" id="{C3C627D1-CE9C-6540-87D5-7005B1BB776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636" name="AutoShape 405">
                    <a:extLst>
                      <a:ext uri="{FF2B5EF4-FFF2-40B4-BE49-F238E27FC236}">
                        <a16:creationId xmlns:a16="http://schemas.microsoft.com/office/drawing/2014/main" id="{F5475DB0-E162-B943-9743-BEE80D59A6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70"/>
                    <a:ext cx="725" cy="137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637" name="AutoShape 406">
                    <a:extLst>
                      <a:ext uri="{FF2B5EF4-FFF2-40B4-BE49-F238E27FC236}">
                        <a16:creationId xmlns:a16="http://schemas.microsoft.com/office/drawing/2014/main" id="{0E11B07E-90A2-774A-B7AE-AC422F4C84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4" y="2585"/>
                    <a:ext cx="690" cy="108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621" name="Freeform 407">
                  <a:extLst>
                    <a:ext uri="{FF2B5EF4-FFF2-40B4-BE49-F238E27FC236}">
                      <a16:creationId xmlns:a16="http://schemas.microsoft.com/office/drawing/2014/main" id="{1B37433A-90DE-CC44-828B-3C03F4C8E9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622" name="Group 408">
                  <a:extLst>
                    <a:ext uri="{FF2B5EF4-FFF2-40B4-BE49-F238E27FC236}">
                      <a16:creationId xmlns:a16="http://schemas.microsoft.com/office/drawing/2014/main" id="{38854C6D-17EC-FB41-ABA7-0643F7D45FA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634" name="AutoShape 409">
                    <a:extLst>
                      <a:ext uri="{FF2B5EF4-FFF2-40B4-BE49-F238E27FC236}">
                        <a16:creationId xmlns:a16="http://schemas.microsoft.com/office/drawing/2014/main" id="{AE268757-BE47-B84D-A5F7-C7A75F7D40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68"/>
                    <a:ext cx="702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635" name="AutoShape 410">
                    <a:extLst>
                      <a:ext uri="{FF2B5EF4-FFF2-40B4-BE49-F238E27FC236}">
                        <a16:creationId xmlns:a16="http://schemas.microsoft.com/office/drawing/2014/main" id="{6C0AC9FF-5D0C-3B41-AEB8-B2A9150426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4" y="2584"/>
                    <a:ext cx="672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623" name="Rectangle 411">
                  <a:extLst>
                    <a:ext uri="{FF2B5EF4-FFF2-40B4-BE49-F238E27FC236}">
                      <a16:creationId xmlns:a16="http://schemas.microsoft.com/office/drawing/2014/main" id="{24F7E0AB-A636-974F-9A33-43BD0E53FB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8" y="429"/>
                  <a:ext cx="71" cy="229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24" name="Freeform 412">
                  <a:extLst>
                    <a:ext uri="{FF2B5EF4-FFF2-40B4-BE49-F238E27FC236}">
                      <a16:creationId xmlns:a16="http://schemas.microsoft.com/office/drawing/2014/main" id="{626230FF-050C-984E-BC00-3872336DC4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25" name="Freeform 413">
                  <a:extLst>
                    <a:ext uri="{FF2B5EF4-FFF2-40B4-BE49-F238E27FC236}">
                      <a16:creationId xmlns:a16="http://schemas.microsoft.com/office/drawing/2014/main" id="{1F463BAA-0F23-DF45-8D3B-FFFDAEB5B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26" name="Oval 414">
                  <a:extLst>
                    <a:ext uri="{FF2B5EF4-FFF2-40B4-BE49-F238E27FC236}">
                      <a16:creationId xmlns:a16="http://schemas.microsoft.com/office/drawing/2014/main" id="{1EC71AF3-4591-B945-BADD-38C9BADCC3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8" y="2612"/>
                  <a:ext cx="47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27" name="Freeform 415">
                  <a:extLst>
                    <a:ext uri="{FF2B5EF4-FFF2-40B4-BE49-F238E27FC236}">
                      <a16:creationId xmlns:a16="http://schemas.microsoft.com/office/drawing/2014/main" id="{3FA9BCF9-A6ED-5043-B90A-C3836646EE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28" name="AutoShape 416">
                  <a:extLst>
                    <a:ext uri="{FF2B5EF4-FFF2-40B4-BE49-F238E27FC236}">
                      <a16:creationId xmlns:a16="http://schemas.microsoft.com/office/drawing/2014/main" id="{BBF32DE7-F26B-6747-8D1C-21F79EC8B1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6"/>
                  <a:ext cx="1198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29" name="AutoShape 417">
                  <a:extLst>
                    <a:ext uri="{FF2B5EF4-FFF2-40B4-BE49-F238E27FC236}">
                      <a16:creationId xmlns:a16="http://schemas.microsoft.com/office/drawing/2014/main" id="{FF922F0B-EF31-AB4A-A5EA-3FA7101E96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6" y="2713"/>
                  <a:ext cx="1070" cy="8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30" name="Oval 418">
                  <a:extLst>
                    <a:ext uri="{FF2B5EF4-FFF2-40B4-BE49-F238E27FC236}">
                      <a16:creationId xmlns:a16="http://schemas.microsoft.com/office/drawing/2014/main" id="{BB6526D2-E304-EA47-868B-62023801D9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6" y="2384"/>
                  <a:ext cx="161" cy="143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31" name="Oval 419">
                  <a:extLst>
                    <a:ext uri="{FF2B5EF4-FFF2-40B4-BE49-F238E27FC236}">
                      <a16:creationId xmlns:a16="http://schemas.microsoft.com/office/drawing/2014/main" id="{4390F52E-4427-8240-A6CD-9F975F0B8C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6" y="2384"/>
                  <a:ext cx="161" cy="143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32" name="Oval 420">
                  <a:extLst>
                    <a:ext uri="{FF2B5EF4-FFF2-40B4-BE49-F238E27FC236}">
                      <a16:creationId xmlns:a16="http://schemas.microsoft.com/office/drawing/2014/main" id="{17E60F8D-F128-F140-A015-7BE8151AF9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1" y="2379"/>
                  <a:ext cx="161" cy="143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33" name="Rectangle 421">
                  <a:extLst>
                    <a:ext uri="{FF2B5EF4-FFF2-40B4-BE49-F238E27FC236}">
                      <a16:creationId xmlns:a16="http://schemas.microsoft.com/office/drawing/2014/main" id="{DE9F5E27-DCB1-A549-A90A-C0BACA49C5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3" y="1837"/>
                  <a:ext cx="85" cy="760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451" name="Group 19">
                <a:extLst>
                  <a:ext uri="{FF2B5EF4-FFF2-40B4-BE49-F238E27FC236}">
                    <a16:creationId xmlns:a16="http://schemas.microsoft.com/office/drawing/2014/main" id="{E14109E5-50CE-4847-B30A-2C61F96D4CA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424267" y="2381125"/>
                <a:ext cx="809625" cy="1049338"/>
                <a:chOff x="4296" y="2627"/>
                <a:chExt cx="510" cy="661"/>
              </a:xfrm>
            </p:grpSpPr>
            <p:sp>
              <p:nvSpPr>
                <p:cNvPr id="531" name="Rectangle 20">
                  <a:extLst>
                    <a:ext uri="{FF2B5EF4-FFF2-40B4-BE49-F238E27FC236}">
                      <a16:creationId xmlns:a16="http://schemas.microsoft.com/office/drawing/2014/main" id="{AC5B0A66-A167-204E-8BFA-3B433DC5EA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96" y="2652"/>
                  <a:ext cx="510" cy="636"/>
                </a:xfrm>
                <a:prstGeom prst="rect">
                  <a:avLst/>
                </a:prstGeom>
                <a:solidFill>
                  <a:srgbClr val="CCCCFF"/>
                </a:solidFill>
                <a:ln w="190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32" name="Text Box 21">
                  <a:extLst>
                    <a:ext uri="{FF2B5EF4-FFF2-40B4-BE49-F238E27FC236}">
                      <a16:creationId xmlns:a16="http://schemas.microsoft.com/office/drawing/2014/main" id="{0F59B7E1-B7F5-BB4A-BBE3-B5F7809DD24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298" y="2627"/>
                  <a:ext cx="485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mail</a:t>
                  </a:r>
                </a:p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server</a:t>
                  </a: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33" name="Rectangle 22">
                  <a:extLst>
                    <a:ext uri="{FF2B5EF4-FFF2-40B4-BE49-F238E27FC236}">
                      <a16:creationId xmlns:a16="http://schemas.microsoft.com/office/drawing/2014/main" id="{71535726-47D0-144C-BBB8-62C6C2FEFF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20" y="3006"/>
                  <a:ext cx="450" cy="120"/>
                </a:xfrm>
                <a:prstGeom prst="rect">
                  <a:avLst/>
                </a:prstGeom>
                <a:solidFill>
                  <a:srgbClr val="00FF00"/>
                </a:solidFill>
                <a:ln w="190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34" name="Line 23">
                  <a:extLst>
                    <a:ext uri="{FF2B5EF4-FFF2-40B4-BE49-F238E27FC236}">
                      <a16:creationId xmlns:a16="http://schemas.microsoft.com/office/drawing/2014/main" id="{DA368A70-02AC-1B46-A642-02BA5ECF6E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369" y="3034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35" name="Line 24">
                  <a:extLst>
                    <a:ext uri="{FF2B5EF4-FFF2-40B4-BE49-F238E27FC236}">
                      <a16:creationId xmlns:a16="http://schemas.microsoft.com/office/drawing/2014/main" id="{F13ECAFE-D297-7F4B-812D-941FBEE37E3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478" y="3033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36" name="Line 25">
                  <a:extLst>
                    <a:ext uri="{FF2B5EF4-FFF2-40B4-BE49-F238E27FC236}">
                      <a16:creationId xmlns:a16="http://schemas.microsoft.com/office/drawing/2014/main" id="{D1B35153-5338-A043-BE0E-433F05C2503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533" y="3035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37" name="Line 26">
                  <a:extLst>
                    <a:ext uri="{FF2B5EF4-FFF2-40B4-BE49-F238E27FC236}">
                      <a16:creationId xmlns:a16="http://schemas.microsoft.com/office/drawing/2014/main" id="{89EADCDA-274C-2E43-8C54-9FCA855047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590" y="3033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38" name="Line 27">
                  <a:extLst>
                    <a:ext uri="{FF2B5EF4-FFF2-40B4-BE49-F238E27FC236}">
                      <a16:creationId xmlns:a16="http://schemas.microsoft.com/office/drawing/2014/main" id="{17DEFD25-82BB-6545-B3F0-B1240F51A5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51" y="3033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39" name="Line 28">
                  <a:extLst>
                    <a:ext uri="{FF2B5EF4-FFF2-40B4-BE49-F238E27FC236}">
                      <a16:creationId xmlns:a16="http://schemas.microsoft.com/office/drawing/2014/main" id="{694FC287-3940-D144-83E9-13190F74DAF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707" y="3033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40" name="Line 29">
                  <a:extLst>
                    <a:ext uri="{FF2B5EF4-FFF2-40B4-BE49-F238E27FC236}">
                      <a16:creationId xmlns:a16="http://schemas.microsoft.com/office/drawing/2014/main" id="{BAE767AB-23DB-7E44-99F4-F111322754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422" y="3034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41" name="Rectangle 30">
                  <a:extLst>
                    <a:ext uri="{FF2B5EF4-FFF2-40B4-BE49-F238E27FC236}">
                      <a16:creationId xmlns:a16="http://schemas.microsoft.com/office/drawing/2014/main" id="{49A7C92C-8BD2-6B47-9196-5E60999B8B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28" y="3173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42" name="Rectangle 31">
                  <a:extLst>
                    <a:ext uri="{FF2B5EF4-FFF2-40B4-BE49-F238E27FC236}">
                      <a16:creationId xmlns:a16="http://schemas.microsoft.com/office/drawing/2014/main" id="{C3A9FD5C-54B1-7D45-B12D-299767B3AC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14" y="3173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43" name="Rectangle 32">
                  <a:extLst>
                    <a:ext uri="{FF2B5EF4-FFF2-40B4-BE49-F238E27FC236}">
                      <a16:creationId xmlns:a16="http://schemas.microsoft.com/office/drawing/2014/main" id="{2DFC74AC-2A06-B94B-9404-34F755D719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500" y="3172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44" name="Rectangle 33">
                  <a:extLst>
                    <a:ext uri="{FF2B5EF4-FFF2-40B4-BE49-F238E27FC236}">
                      <a16:creationId xmlns:a16="http://schemas.microsoft.com/office/drawing/2014/main" id="{9821B6CC-315C-8446-BDFF-A89664E704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597" y="3170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45" name="Rectangle 34">
                  <a:extLst>
                    <a:ext uri="{FF2B5EF4-FFF2-40B4-BE49-F238E27FC236}">
                      <a16:creationId xmlns:a16="http://schemas.microsoft.com/office/drawing/2014/main" id="{DAB5F22E-A0E3-4743-8405-E2AEEFFCAD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3" y="3170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74EA5111-B6B7-B344-B449-F28A4145AF94}"/>
                </a:ext>
              </a:extLst>
            </p:cNvPr>
            <p:cNvGrpSpPr/>
            <p:nvPr/>
          </p:nvGrpSpPr>
          <p:grpSpPr>
            <a:xfrm>
              <a:off x="7241455" y="3576512"/>
              <a:ext cx="992187" cy="1254126"/>
              <a:chOff x="7241455" y="3576512"/>
              <a:chExt cx="992187" cy="1254126"/>
            </a:xfrm>
          </p:grpSpPr>
          <p:grpSp>
            <p:nvGrpSpPr>
              <p:cNvPr id="448" name="Group 356">
                <a:extLst>
                  <a:ext uri="{FF2B5EF4-FFF2-40B4-BE49-F238E27FC236}">
                    <a16:creationId xmlns:a16="http://schemas.microsoft.com/office/drawing/2014/main" id="{E94FBB23-E0FF-2E4C-ADA9-B7693567EB7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241455" y="3576512"/>
                <a:ext cx="477838" cy="715963"/>
                <a:chOff x="4140" y="429"/>
                <a:chExt cx="1425" cy="2396"/>
              </a:xfrm>
            </p:grpSpPr>
            <p:sp>
              <p:nvSpPr>
                <p:cNvPr id="578" name="Freeform 357">
                  <a:extLst>
                    <a:ext uri="{FF2B5EF4-FFF2-40B4-BE49-F238E27FC236}">
                      <a16:creationId xmlns:a16="http://schemas.microsoft.com/office/drawing/2014/main" id="{83F8A882-2D18-F84A-A8B3-6AFE04482C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79" name="Rectangle 358">
                  <a:extLst>
                    <a:ext uri="{FF2B5EF4-FFF2-40B4-BE49-F238E27FC236}">
                      <a16:creationId xmlns:a16="http://schemas.microsoft.com/office/drawing/2014/main" id="{9C1CE4E9-0931-724C-9C29-8D583A01F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6" y="429"/>
                  <a:ext cx="1046" cy="2284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80" name="Freeform 359">
                  <a:extLst>
                    <a:ext uri="{FF2B5EF4-FFF2-40B4-BE49-F238E27FC236}">
                      <a16:creationId xmlns:a16="http://schemas.microsoft.com/office/drawing/2014/main" id="{5EDD0773-DE61-DE40-83D1-11CAD8B590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81" name="Freeform 360">
                  <a:extLst>
                    <a:ext uri="{FF2B5EF4-FFF2-40B4-BE49-F238E27FC236}">
                      <a16:creationId xmlns:a16="http://schemas.microsoft.com/office/drawing/2014/main" id="{52B4DD92-CFC5-9245-BB48-BB112C50A0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82" name="Rectangle 361">
                  <a:extLst>
                    <a:ext uri="{FF2B5EF4-FFF2-40B4-BE49-F238E27FC236}">
                      <a16:creationId xmlns:a16="http://schemas.microsoft.com/office/drawing/2014/main" id="{D4F645E8-31AB-5245-8FAA-CAC16B245C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1" y="695"/>
                  <a:ext cx="597" cy="48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583" name="Group 362">
                  <a:extLst>
                    <a:ext uri="{FF2B5EF4-FFF2-40B4-BE49-F238E27FC236}">
                      <a16:creationId xmlns:a16="http://schemas.microsoft.com/office/drawing/2014/main" id="{EBFEFCB3-1DE5-534A-BB6F-F63DB31F192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608" name="AutoShape 363">
                    <a:extLst>
                      <a:ext uri="{FF2B5EF4-FFF2-40B4-BE49-F238E27FC236}">
                        <a16:creationId xmlns:a16="http://schemas.microsoft.com/office/drawing/2014/main" id="{F74423DF-E08E-F346-B899-EAB3551FCA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8"/>
                    <a:ext cx="721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609" name="AutoShape 364">
                    <a:extLst>
                      <a:ext uri="{FF2B5EF4-FFF2-40B4-BE49-F238E27FC236}">
                        <a16:creationId xmlns:a16="http://schemas.microsoft.com/office/drawing/2014/main" id="{4FF1799F-7FEB-6F4A-9DBF-9929B67C89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4" y="2583"/>
                    <a:ext cx="685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584" name="Rectangle 365">
                  <a:extLst>
                    <a:ext uri="{FF2B5EF4-FFF2-40B4-BE49-F238E27FC236}">
                      <a16:creationId xmlns:a16="http://schemas.microsoft.com/office/drawing/2014/main" id="{B07FB88B-4AAA-E84E-9D0B-2BFBEC9383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5" y="1019"/>
                  <a:ext cx="597" cy="48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585" name="Group 366">
                  <a:extLst>
                    <a:ext uri="{FF2B5EF4-FFF2-40B4-BE49-F238E27FC236}">
                      <a16:creationId xmlns:a16="http://schemas.microsoft.com/office/drawing/2014/main" id="{A3E91AB2-1E99-EB48-89FF-E9A629275B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606" name="AutoShape 367">
                    <a:extLst>
                      <a:ext uri="{FF2B5EF4-FFF2-40B4-BE49-F238E27FC236}">
                        <a16:creationId xmlns:a16="http://schemas.microsoft.com/office/drawing/2014/main" id="{F3BF2799-81E1-EB48-82D8-0C7388FC1D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7" cy="14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607" name="AutoShape 368">
                    <a:extLst>
                      <a:ext uri="{FF2B5EF4-FFF2-40B4-BE49-F238E27FC236}">
                        <a16:creationId xmlns:a16="http://schemas.microsoft.com/office/drawing/2014/main" id="{40815B01-E265-EF4D-B7AD-0310DB1E52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3"/>
                    <a:ext cx="691" cy="11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586" name="Rectangle 369">
                  <a:extLst>
                    <a:ext uri="{FF2B5EF4-FFF2-40B4-BE49-F238E27FC236}">
                      <a16:creationId xmlns:a16="http://schemas.microsoft.com/office/drawing/2014/main" id="{D725FCD3-6F82-BD46-A54E-AD91C9C01D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6" y="1359"/>
                  <a:ext cx="597" cy="48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87" name="Rectangle 370">
                  <a:extLst>
                    <a:ext uri="{FF2B5EF4-FFF2-40B4-BE49-F238E27FC236}">
                      <a16:creationId xmlns:a16="http://schemas.microsoft.com/office/drawing/2014/main" id="{EECD261C-17CF-5541-AF55-4668703B9D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6"/>
                  <a:ext cx="592" cy="48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588" name="Group 371">
                  <a:extLst>
                    <a:ext uri="{FF2B5EF4-FFF2-40B4-BE49-F238E27FC236}">
                      <a16:creationId xmlns:a16="http://schemas.microsoft.com/office/drawing/2014/main" id="{59C6E391-34C0-6749-ADF1-A8C086AE5EF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604" name="AutoShape 372">
                    <a:extLst>
                      <a:ext uri="{FF2B5EF4-FFF2-40B4-BE49-F238E27FC236}">
                        <a16:creationId xmlns:a16="http://schemas.microsoft.com/office/drawing/2014/main" id="{464BBA8C-E6AB-BF4F-A793-C3FE2EB21E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70"/>
                    <a:ext cx="725" cy="137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605" name="AutoShape 373">
                    <a:extLst>
                      <a:ext uri="{FF2B5EF4-FFF2-40B4-BE49-F238E27FC236}">
                        <a16:creationId xmlns:a16="http://schemas.microsoft.com/office/drawing/2014/main" id="{A595B797-10DB-C24B-ADD1-006D1A2CC8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4" y="2585"/>
                    <a:ext cx="690" cy="108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589" name="Freeform 374">
                  <a:extLst>
                    <a:ext uri="{FF2B5EF4-FFF2-40B4-BE49-F238E27FC236}">
                      <a16:creationId xmlns:a16="http://schemas.microsoft.com/office/drawing/2014/main" id="{9EF523C5-BBA5-CC44-9C9B-8D6BBA2FB8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590" name="Group 375">
                  <a:extLst>
                    <a:ext uri="{FF2B5EF4-FFF2-40B4-BE49-F238E27FC236}">
                      <a16:creationId xmlns:a16="http://schemas.microsoft.com/office/drawing/2014/main" id="{21A7BCE0-C905-7245-9132-B22060D6523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602" name="AutoShape 376">
                    <a:extLst>
                      <a:ext uri="{FF2B5EF4-FFF2-40B4-BE49-F238E27FC236}">
                        <a16:creationId xmlns:a16="http://schemas.microsoft.com/office/drawing/2014/main" id="{8662D52E-AA25-6B4C-87A1-ADE96C3E7E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68"/>
                    <a:ext cx="702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603" name="AutoShape 377">
                    <a:extLst>
                      <a:ext uri="{FF2B5EF4-FFF2-40B4-BE49-F238E27FC236}">
                        <a16:creationId xmlns:a16="http://schemas.microsoft.com/office/drawing/2014/main" id="{0DB37A7B-978A-FF4B-896E-D4181E5F80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4" y="2584"/>
                    <a:ext cx="672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591" name="Rectangle 378">
                  <a:extLst>
                    <a:ext uri="{FF2B5EF4-FFF2-40B4-BE49-F238E27FC236}">
                      <a16:creationId xmlns:a16="http://schemas.microsoft.com/office/drawing/2014/main" id="{B290BD75-E362-B344-A460-F9BB76BE6A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8" y="429"/>
                  <a:ext cx="71" cy="229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92" name="Freeform 379">
                  <a:extLst>
                    <a:ext uri="{FF2B5EF4-FFF2-40B4-BE49-F238E27FC236}">
                      <a16:creationId xmlns:a16="http://schemas.microsoft.com/office/drawing/2014/main" id="{79B15B23-8A2F-934E-9C61-06ABF9B8B3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93" name="Freeform 380">
                  <a:extLst>
                    <a:ext uri="{FF2B5EF4-FFF2-40B4-BE49-F238E27FC236}">
                      <a16:creationId xmlns:a16="http://schemas.microsoft.com/office/drawing/2014/main" id="{469D94BF-4B49-C849-B61B-9F7323E2D4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94" name="Oval 381">
                  <a:extLst>
                    <a:ext uri="{FF2B5EF4-FFF2-40B4-BE49-F238E27FC236}">
                      <a16:creationId xmlns:a16="http://schemas.microsoft.com/office/drawing/2014/main" id="{DD6BD772-CB8F-5D41-8B4D-D90DBB916A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8" y="2612"/>
                  <a:ext cx="47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95" name="Freeform 382">
                  <a:extLst>
                    <a:ext uri="{FF2B5EF4-FFF2-40B4-BE49-F238E27FC236}">
                      <a16:creationId xmlns:a16="http://schemas.microsoft.com/office/drawing/2014/main" id="{E75141AB-B05A-D643-89AE-5FE2CD0634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96" name="AutoShape 383">
                  <a:extLst>
                    <a:ext uri="{FF2B5EF4-FFF2-40B4-BE49-F238E27FC236}">
                      <a16:creationId xmlns:a16="http://schemas.microsoft.com/office/drawing/2014/main" id="{CB79249E-240C-7C4E-9C97-68F86E877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6"/>
                  <a:ext cx="1198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97" name="AutoShape 384">
                  <a:extLst>
                    <a:ext uri="{FF2B5EF4-FFF2-40B4-BE49-F238E27FC236}">
                      <a16:creationId xmlns:a16="http://schemas.microsoft.com/office/drawing/2014/main" id="{AFE02841-E545-6D43-9842-35F1873A31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6" y="2713"/>
                  <a:ext cx="1070" cy="8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98" name="Oval 385">
                  <a:extLst>
                    <a:ext uri="{FF2B5EF4-FFF2-40B4-BE49-F238E27FC236}">
                      <a16:creationId xmlns:a16="http://schemas.microsoft.com/office/drawing/2014/main" id="{DF028839-2C39-E346-9828-0EEC6CA8F1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6" y="2384"/>
                  <a:ext cx="161" cy="143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99" name="Oval 386">
                  <a:extLst>
                    <a:ext uri="{FF2B5EF4-FFF2-40B4-BE49-F238E27FC236}">
                      <a16:creationId xmlns:a16="http://schemas.microsoft.com/office/drawing/2014/main" id="{6996D80D-9F55-9848-983C-5CF57CA311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6" y="2384"/>
                  <a:ext cx="161" cy="143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00" name="Oval 387">
                  <a:extLst>
                    <a:ext uri="{FF2B5EF4-FFF2-40B4-BE49-F238E27FC236}">
                      <a16:creationId xmlns:a16="http://schemas.microsoft.com/office/drawing/2014/main" id="{5F857B48-B4B0-8742-B029-9B1DE20206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1" y="2379"/>
                  <a:ext cx="161" cy="143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01" name="Rectangle 388">
                  <a:extLst>
                    <a:ext uri="{FF2B5EF4-FFF2-40B4-BE49-F238E27FC236}">
                      <a16:creationId xmlns:a16="http://schemas.microsoft.com/office/drawing/2014/main" id="{C5C7B7F3-1D8A-8641-8A5D-BAA406A899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3" y="1837"/>
                  <a:ext cx="85" cy="760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452" name="Group 60">
                <a:extLst>
                  <a:ext uri="{FF2B5EF4-FFF2-40B4-BE49-F238E27FC236}">
                    <a16:creationId xmlns:a16="http://schemas.microsoft.com/office/drawing/2014/main" id="{1D0A3D53-03AA-0E40-B5FB-181B8E2FEA1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24017" y="3781300"/>
                <a:ext cx="809625" cy="1049338"/>
                <a:chOff x="4296" y="2627"/>
                <a:chExt cx="510" cy="661"/>
              </a:xfrm>
            </p:grpSpPr>
            <p:sp>
              <p:nvSpPr>
                <p:cNvPr id="516" name="Rectangle 61">
                  <a:extLst>
                    <a:ext uri="{FF2B5EF4-FFF2-40B4-BE49-F238E27FC236}">
                      <a16:creationId xmlns:a16="http://schemas.microsoft.com/office/drawing/2014/main" id="{09E3AC14-3A72-6246-B449-8586196CBA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96" y="2652"/>
                  <a:ext cx="510" cy="636"/>
                </a:xfrm>
                <a:prstGeom prst="rect">
                  <a:avLst/>
                </a:prstGeom>
                <a:solidFill>
                  <a:srgbClr val="CCCCFF"/>
                </a:solidFill>
                <a:ln w="190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7" name="Text Box 62">
                  <a:extLst>
                    <a:ext uri="{FF2B5EF4-FFF2-40B4-BE49-F238E27FC236}">
                      <a16:creationId xmlns:a16="http://schemas.microsoft.com/office/drawing/2014/main" id="{D2A4573A-250B-6A45-8C10-89684568692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298" y="2627"/>
                  <a:ext cx="485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mail</a:t>
                  </a:r>
                </a:p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server</a:t>
                  </a: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8" name="Rectangle 63">
                  <a:extLst>
                    <a:ext uri="{FF2B5EF4-FFF2-40B4-BE49-F238E27FC236}">
                      <a16:creationId xmlns:a16="http://schemas.microsoft.com/office/drawing/2014/main" id="{40146E01-E619-F546-B029-CBBAAF30C8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20" y="3006"/>
                  <a:ext cx="450" cy="120"/>
                </a:xfrm>
                <a:prstGeom prst="rect">
                  <a:avLst/>
                </a:prstGeom>
                <a:solidFill>
                  <a:srgbClr val="00FF00"/>
                </a:solidFill>
                <a:ln w="190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9" name="Line 64">
                  <a:extLst>
                    <a:ext uri="{FF2B5EF4-FFF2-40B4-BE49-F238E27FC236}">
                      <a16:creationId xmlns:a16="http://schemas.microsoft.com/office/drawing/2014/main" id="{FCC8A08D-9C98-EB41-A948-990137F339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369" y="3034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0" name="Line 65">
                  <a:extLst>
                    <a:ext uri="{FF2B5EF4-FFF2-40B4-BE49-F238E27FC236}">
                      <a16:creationId xmlns:a16="http://schemas.microsoft.com/office/drawing/2014/main" id="{75D0D962-9B47-2146-995B-5D3637B8EB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478" y="3033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1" name="Line 66">
                  <a:extLst>
                    <a:ext uri="{FF2B5EF4-FFF2-40B4-BE49-F238E27FC236}">
                      <a16:creationId xmlns:a16="http://schemas.microsoft.com/office/drawing/2014/main" id="{4362F887-D4F4-4343-A7F9-49AF2E8600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533" y="3035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2" name="Line 67">
                  <a:extLst>
                    <a:ext uri="{FF2B5EF4-FFF2-40B4-BE49-F238E27FC236}">
                      <a16:creationId xmlns:a16="http://schemas.microsoft.com/office/drawing/2014/main" id="{4A49EBF7-F329-CC4A-8B42-F722F30857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590" y="3033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3" name="Line 68">
                  <a:extLst>
                    <a:ext uri="{FF2B5EF4-FFF2-40B4-BE49-F238E27FC236}">
                      <a16:creationId xmlns:a16="http://schemas.microsoft.com/office/drawing/2014/main" id="{82EFD27F-3B61-A346-B083-AAFCDF0EA5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51" y="3033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4" name="Line 69">
                  <a:extLst>
                    <a:ext uri="{FF2B5EF4-FFF2-40B4-BE49-F238E27FC236}">
                      <a16:creationId xmlns:a16="http://schemas.microsoft.com/office/drawing/2014/main" id="{6C135136-1AE0-D94F-997B-F186DFAB8A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707" y="3033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5" name="Line 70">
                  <a:extLst>
                    <a:ext uri="{FF2B5EF4-FFF2-40B4-BE49-F238E27FC236}">
                      <a16:creationId xmlns:a16="http://schemas.microsoft.com/office/drawing/2014/main" id="{016DC3AC-C1A5-5A41-8B1E-93A178B84A5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422" y="3034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6" name="Rectangle 71">
                  <a:extLst>
                    <a:ext uri="{FF2B5EF4-FFF2-40B4-BE49-F238E27FC236}">
                      <a16:creationId xmlns:a16="http://schemas.microsoft.com/office/drawing/2014/main" id="{F20CF242-1809-FA43-9084-68A8CC4F3F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28" y="3173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7" name="Rectangle 72">
                  <a:extLst>
                    <a:ext uri="{FF2B5EF4-FFF2-40B4-BE49-F238E27FC236}">
                      <a16:creationId xmlns:a16="http://schemas.microsoft.com/office/drawing/2014/main" id="{A951A319-F2ED-E54B-BC34-067EB07B74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14" y="3173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8" name="Rectangle 73">
                  <a:extLst>
                    <a:ext uri="{FF2B5EF4-FFF2-40B4-BE49-F238E27FC236}">
                      <a16:creationId xmlns:a16="http://schemas.microsoft.com/office/drawing/2014/main" id="{C9389D47-A050-7E4E-9C99-66E158B132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500" y="3172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9" name="Rectangle 74">
                  <a:extLst>
                    <a:ext uri="{FF2B5EF4-FFF2-40B4-BE49-F238E27FC236}">
                      <a16:creationId xmlns:a16="http://schemas.microsoft.com/office/drawing/2014/main" id="{82A09EAE-ECEF-4840-9456-E78E947753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597" y="3170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30" name="Rectangle 75">
                  <a:extLst>
                    <a:ext uri="{FF2B5EF4-FFF2-40B4-BE49-F238E27FC236}">
                      <a16:creationId xmlns:a16="http://schemas.microsoft.com/office/drawing/2014/main" id="{98C78C1E-7887-EB4B-AF3E-B1E5417851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3" y="3170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9BC336C6-3436-2F4A-914E-3D65E6CDC4AC}"/>
                </a:ext>
              </a:extLst>
            </p:cNvPr>
            <p:cNvGrpSpPr/>
            <p:nvPr/>
          </p:nvGrpSpPr>
          <p:grpSpPr>
            <a:xfrm>
              <a:off x="7263680" y="1234950"/>
              <a:ext cx="969962" cy="1347788"/>
              <a:chOff x="7263680" y="1234950"/>
              <a:chExt cx="969962" cy="1347788"/>
            </a:xfrm>
          </p:grpSpPr>
          <p:grpSp>
            <p:nvGrpSpPr>
              <p:cNvPr id="449" name="Group 320">
                <a:extLst>
                  <a:ext uri="{FF2B5EF4-FFF2-40B4-BE49-F238E27FC236}">
                    <a16:creationId xmlns:a16="http://schemas.microsoft.com/office/drawing/2014/main" id="{340E8E49-51CF-6E45-9052-CF7181389F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263680" y="1234950"/>
                <a:ext cx="477838" cy="715963"/>
                <a:chOff x="4140" y="429"/>
                <a:chExt cx="1425" cy="2396"/>
              </a:xfrm>
            </p:grpSpPr>
            <p:sp>
              <p:nvSpPr>
                <p:cNvPr id="546" name="Freeform 321">
                  <a:extLst>
                    <a:ext uri="{FF2B5EF4-FFF2-40B4-BE49-F238E27FC236}">
                      <a16:creationId xmlns:a16="http://schemas.microsoft.com/office/drawing/2014/main" id="{BEC5D903-8ABE-D349-8FB8-1F0733D7C3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47" name="Rectangle 322">
                  <a:extLst>
                    <a:ext uri="{FF2B5EF4-FFF2-40B4-BE49-F238E27FC236}">
                      <a16:creationId xmlns:a16="http://schemas.microsoft.com/office/drawing/2014/main" id="{534FC966-A738-5346-9EAA-EA12C5BAE7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6" y="429"/>
                  <a:ext cx="1046" cy="2284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48" name="Freeform 323">
                  <a:extLst>
                    <a:ext uri="{FF2B5EF4-FFF2-40B4-BE49-F238E27FC236}">
                      <a16:creationId xmlns:a16="http://schemas.microsoft.com/office/drawing/2014/main" id="{C7AAE311-58A8-B540-B624-7805E2A918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49" name="Freeform 324">
                  <a:extLst>
                    <a:ext uri="{FF2B5EF4-FFF2-40B4-BE49-F238E27FC236}">
                      <a16:creationId xmlns:a16="http://schemas.microsoft.com/office/drawing/2014/main" id="{4A162690-8387-C94A-859C-898885C0C5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50" name="Rectangle 325">
                  <a:extLst>
                    <a:ext uri="{FF2B5EF4-FFF2-40B4-BE49-F238E27FC236}">
                      <a16:creationId xmlns:a16="http://schemas.microsoft.com/office/drawing/2014/main" id="{B8FCFAA4-5C48-0E42-B3F1-753DEF9195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1" y="695"/>
                  <a:ext cx="597" cy="48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551" name="Group 326">
                  <a:extLst>
                    <a:ext uri="{FF2B5EF4-FFF2-40B4-BE49-F238E27FC236}">
                      <a16:creationId xmlns:a16="http://schemas.microsoft.com/office/drawing/2014/main" id="{F3C28584-49A3-D049-AF9D-3686D903CF4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576" name="AutoShape 327">
                    <a:extLst>
                      <a:ext uri="{FF2B5EF4-FFF2-40B4-BE49-F238E27FC236}">
                        <a16:creationId xmlns:a16="http://schemas.microsoft.com/office/drawing/2014/main" id="{6FB655FB-E665-6C42-A605-72C0C5F8EF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8"/>
                    <a:ext cx="721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577" name="AutoShape 328">
                    <a:extLst>
                      <a:ext uri="{FF2B5EF4-FFF2-40B4-BE49-F238E27FC236}">
                        <a16:creationId xmlns:a16="http://schemas.microsoft.com/office/drawing/2014/main" id="{632596E8-4400-A54F-A67A-E9F5167C71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4" y="2583"/>
                    <a:ext cx="685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552" name="Rectangle 329">
                  <a:extLst>
                    <a:ext uri="{FF2B5EF4-FFF2-40B4-BE49-F238E27FC236}">
                      <a16:creationId xmlns:a16="http://schemas.microsoft.com/office/drawing/2014/main" id="{67BA56C1-E98C-B945-B3EF-CC7F50A4EC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5" y="1019"/>
                  <a:ext cx="597" cy="48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553" name="Group 330">
                  <a:extLst>
                    <a:ext uri="{FF2B5EF4-FFF2-40B4-BE49-F238E27FC236}">
                      <a16:creationId xmlns:a16="http://schemas.microsoft.com/office/drawing/2014/main" id="{5DE83AEA-657B-A646-94EA-B784E11C0A6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574" name="AutoShape 331">
                    <a:extLst>
                      <a:ext uri="{FF2B5EF4-FFF2-40B4-BE49-F238E27FC236}">
                        <a16:creationId xmlns:a16="http://schemas.microsoft.com/office/drawing/2014/main" id="{D9691199-9F63-E04B-A044-88265C6836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7" cy="14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575" name="AutoShape 332">
                    <a:extLst>
                      <a:ext uri="{FF2B5EF4-FFF2-40B4-BE49-F238E27FC236}">
                        <a16:creationId xmlns:a16="http://schemas.microsoft.com/office/drawing/2014/main" id="{861BBB5E-4B29-9743-9562-40018933AD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3"/>
                    <a:ext cx="691" cy="11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554" name="Rectangle 333">
                  <a:extLst>
                    <a:ext uri="{FF2B5EF4-FFF2-40B4-BE49-F238E27FC236}">
                      <a16:creationId xmlns:a16="http://schemas.microsoft.com/office/drawing/2014/main" id="{5A0D44FC-AE5E-B848-BCCC-201581A9A8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6" y="1359"/>
                  <a:ext cx="597" cy="48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55" name="Rectangle 334">
                  <a:extLst>
                    <a:ext uri="{FF2B5EF4-FFF2-40B4-BE49-F238E27FC236}">
                      <a16:creationId xmlns:a16="http://schemas.microsoft.com/office/drawing/2014/main" id="{25B33689-CD79-E34A-8116-B479B04C5A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6"/>
                  <a:ext cx="592" cy="48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556" name="Group 335">
                  <a:extLst>
                    <a:ext uri="{FF2B5EF4-FFF2-40B4-BE49-F238E27FC236}">
                      <a16:creationId xmlns:a16="http://schemas.microsoft.com/office/drawing/2014/main" id="{AABC70E1-3FC5-214D-95EB-D858D72284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572" name="AutoShape 336">
                    <a:extLst>
                      <a:ext uri="{FF2B5EF4-FFF2-40B4-BE49-F238E27FC236}">
                        <a16:creationId xmlns:a16="http://schemas.microsoft.com/office/drawing/2014/main" id="{C3D8D779-F8CB-CD40-BAC5-CB440D038F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70"/>
                    <a:ext cx="725" cy="137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573" name="AutoShape 337">
                    <a:extLst>
                      <a:ext uri="{FF2B5EF4-FFF2-40B4-BE49-F238E27FC236}">
                        <a16:creationId xmlns:a16="http://schemas.microsoft.com/office/drawing/2014/main" id="{A7DC0708-50B4-3B45-91FC-E994560816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4" y="2585"/>
                    <a:ext cx="690" cy="108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557" name="Freeform 338">
                  <a:extLst>
                    <a:ext uri="{FF2B5EF4-FFF2-40B4-BE49-F238E27FC236}">
                      <a16:creationId xmlns:a16="http://schemas.microsoft.com/office/drawing/2014/main" id="{F81DB241-8545-2F47-8ED3-BCEF09EE98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558" name="Group 339">
                  <a:extLst>
                    <a:ext uri="{FF2B5EF4-FFF2-40B4-BE49-F238E27FC236}">
                      <a16:creationId xmlns:a16="http://schemas.microsoft.com/office/drawing/2014/main" id="{660A80F0-E4A2-C94C-BA95-FC179A4D243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570" name="AutoShape 340">
                    <a:extLst>
                      <a:ext uri="{FF2B5EF4-FFF2-40B4-BE49-F238E27FC236}">
                        <a16:creationId xmlns:a16="http://schemas.microsoft.com/office/drawing/2014/main" id="{44957B4E-FA72-F842-B1DF-482FEA10C2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68"/>
                    <a:ext cx="702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571" name="AutoShape 341">
                    <a:extLst>
                      <a:ext uri="{FF2B5EF4-FFF2-40B4-BE49-F238E27FC236}">
                        <a16:creationId xmlns:a16="http://schemas.microsoft.com/office/drawing/2014/main" id="{A4BF6B7D-79D5-BA42-AE47-51D796FD87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4" y="2584"/>
                    <a:ext cx="672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559" name="Rectangle 342">
                  <a:extLst>
                    <a:ext uri="{FF2B5EF4-FFF2-40B4-BE49-F238E27FC236}">
                      <a16:creationId xmlns:a16="http://schemas.microsoft.com/office/drawing/2014/main" id="{3D2F04C3-4A89-044A-928B-7883BBCFE8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8" y="429"/>
                  <a:ext cx="71" cy="229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60" name="Freeform 343">
                  <a:extLst>
                    <a:ext uri="{FF2B5EF4-FFF2-40B4-BE49-F238E27FC236}">
                      <a16:creationId xmlns:a16="http://schemas.microsoft.com/office/drawing/2014/main" id="{C3465DBB-D953-194E-872E-54B6D50106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61" name="Freeform 344">
                  <a:extLst>
                    <a:ext uri="{FF2B5EF4-FFF2-40B4-BE49-F238E27FC236}">
                      <a16:creationId xmlns:a16="http://schemas.microsoft.com/office/drawing/2014/main" id="{F1A04862-B02B-6B41-98AF-CDF41D7DFC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62" name="Oval 345">
                  <a:extLst>
                    <a:ext uri="{FF2B5EF4-FFF2-40B4-BE49-F238E27FC236}">
                      <a16:creationId xmlns:a16="http://schemas.microsoft.com/office/drawing/2014/main" id="{9BD37437-ADA3-2944-BD51-EABFA9121F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8" y="2612"/>
                  <a:ext cx="47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63" name="Freeform 346">
                  <a:extLst>
                    <a:ext uri="{FF2B5EF4-FFF2-40B4-BE49-F238E27FC236}">
                      <a16:creationId xmlns:a16="http://schemas.microsoft.com/office/drawing/2014/main" id="{60737BBB-1922-B94B-9F49-5D5A31340F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64" name="AutoShape 347">
                  <a:extLst>
                    <a:ext uri="{FF2B5EF4-FFF2-40B4-BE49-F238E27FC236}">
                      <a16:creationId xmlns:a16="http://schemas.microsoft.com/office/drawing/2014/main" id="{69A87503-8E72-B04D-B43E-68DE386A28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6"/>
                  <a:ext cx="1198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65" name="AutoShape 348">
                  <a:extLst>
                    <a:ext uri="{FF2B5EF4-FFF2-40B4-BE49-F238E27FC236}">
                      <a16:creationId xmlns:a16="http://schemas.microsoft.com/office/drawing/2014/main" id="{9C242210-75A1-C74A-AD41-CD3DFBA513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6" y="2713"/>
                  <a:ext cx="1070" cy="8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66" name="Oval 349">
                  <a:extLst>
                    <a:ext uri="{FF2B5EF4-FFF2-40B4-BE49-F238E27FC236}">
                      <a16:creationId xmlns:a16="http://schemas.microsoft.com/office/drawing/2014/main" id="{9E20BCA0-BB6D-EB46-A9ED-9D1E316B4D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6" y="2384"/>
                  <a:ext cx="161" cy="143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67" name="Oval 350">
                  <a:extLst>
                    <a:ext uri="{FF2B5EF4-FFF2-40B4-BE49-F238E27FC236}">
                      <a16:creationId xmlns:a16="http://schemas.microsoft.com/office/drawing/2014/main" id="{297213E3-E288-8241-B9F6-8960296E41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6" y="2384"/>
                  <a:ext cx="161" cy="143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68" name="Oval 351">
                  <a:extLst>
                    <a:ext uri="{FF2B5EF4-FFF2-40B4-BE49-F238E27FC236}">
                      <a16:creationId xmlns:a16="http://schemas.microsoft.com/office/drawing/2014/main" id="{5DA2A59F-3932-6E44-9575-17A09BF9BD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1" y="2379"/>
                  <a:ext cx="161" cy="143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69" name="Rectangle 352">
                  <a:extLst>
                    <a:ext uri="{FF2B5EF4-FFF2-40B4-BE49-F238E27FC236}">
                      <a16:creationId xmlns:a16="http://schemas.microsoft.com/office/drawing/2014/main" id="{9C26FDA8-EA55-8941-A4CE-00104425A2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3" y="1837"/>
                  <a:ext cx="85" cy="760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453" name="Group 96">
                <a:extLst>
                  <a:ext uri="{FF2B5EF4-FFF2-40B4-BE49-F238E27FC236}">
                    <a16:creationId xmlns:a16="http://schemas.microsoft.com/office/drawing/2014/main" id="{2000DD18-01EC-D249-9DB7-B38FA9A4FC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24017" y="1533400"/>
                <a:ext cx="809625" cy="1049338"/>
                <a:chOff x="4296" y="2627"/>
                <a:chExt cx="510" cy="661"/>
              </a:xfrm>
            </p:grpSpPr>
            <p:sp>
              <p:nvSpPr>
                <p:cNvPr id="501" name="Rectangle 97">
                  <a:extLst>
                    <a:ext uri="{FF2B5EF4-FFF2-40B4-BE49-F238E27FC236}">
                      <a16:creationId xmlns:a16="http://schemas.microsoft.com/office/drawing/2014/main" id="{B5114480-66D5-5F4F-8FBC-DCDDCD291F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96" y="2652"/>
                  <a:ext cx="510" cy="636"/>
                </a:xfrm>
                <a:prstGeom prst="rect">
                  <a:avLst/>
                </a:prstGeom>
                <a:solidFill>
                  <a:srgbClr val="CCCCFF"/>
                </a:solidFill>
                <a:ln w="190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2" name="Text Box 98">
                  <a:extLst>
                    <a:ext uri="{FF2B5EF4-FFF2-40B4-BE49-F238E27FC236}">
                      <a16:creationId xmlns:a16="http://schemas.microsoft.com/office/drawing/2014/main" id="{6724E005-ABDA-2D4B-8176-871B891BA5F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298" y="2627"/>
                  <a:ext cx="485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mail</a:t>
                  </a:r>
                </a:p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server</a:t>
                  </a: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3" name="Rectangle 99">
                  <a:extLst>
                    <a:ext uri="{FF2B5EF4-FFF2-40B4-BE49-F238E27FC236}">
                      <a16:creationId xmlns:a16="http://schemas.microsoft.com/office/drawing/2014/main" id="{20411000-C9BB-0146-BD6E-64ECE7F8CB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20" y="3006"/>
                  <a:ext cx="450" cy="120"/>
                </a:xfrm>
                <a:prstGeom prst="rect">
                  <a:avLst/>
                </a:prstGeom>
                <a:solidFill>
                  <a:srgbClr val="00FF00"/>
                </a:solidFill>
                <a:ln w="190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4" name="Line 100">
                  <a:extLst>
                    <a:ext uri="{FF2B5EF4-FFF2-40B4-BE49-F238E27FC236}">
                      <a16:creationId xmlns:a16="http://schemas.microsoft.com/office/drawing/2014/main" id="{417734CA-B3E5-ED4D-A76B-C9B698139B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369" y="3034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5" name="Line 101">
                  <a:extLst>
                    <a:ext uri="{FF2B5EF4-FFF2-40B4-BE49-F238E27FC236}">
                      <a16:creationId xmlns:a16="http://schemas.microsoft.com/office/drawing/2014/main" id="{8B7FC465-941C-F44A-8BB8-04BF5FE7DE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478" y="3033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6" name="Line 102">
                  <a:extLst>
                    <a:ext uri="{FF2B5EF4-FFF2-40B4-BE49-F238E27FC236}">
                      <a16:creationId xmlns:a16="http://schemas.microsoft.com/office/drawing/2014/main" id="{D3CD8D46-5D1A-864D-9835-95D91C69A1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533" y="3035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7" name="Line 103">
                  <a:extLst>
                    <a:ext uri="{FF2B5EF4-FFF2-40B4-BE49-F238E27FC236}">
                      <a16:creationId xmlns:a16="http://schemas.microsoft.com/office/drawing/2014/main" id="{0FF0EB99-7ED7-A54F-9F34-F24C7C5F10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590" y="3033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8" name="Line 104">
                  <a:extLst>
                    <a:ext uri="{FF2B5EF4-FFF2-40B4-BE49-F238E27FC236}">
                      <a16:creationId xmlns:a16="http://schemas.microsoft.com/office/drawing/2014/main" id="{809DF9DB-9AF7-1548-B87E-4B6AF3CAC2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51" y="3033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9" name="Line 105">
                  <a:extLst>
                    <a:ext uri="{FF2B5EF4-FFF2-40B4-BE49-F238E27FC236}">
                      <a16:creationId xmlns:a16="http://schemas.microsoft.com/office/drawing/2014/main" id="{5A1CA32A-2C23-8643-B0AD-CC79C24E33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707" y="3033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0" name="Line 106">
                  <a:extLst>
                    <a:ext uri="{FF2B5EF4-FFF2-40B4-BE49-F238E27FC236}">
                      <a16:creationId xmlns:a16="http://schemas.microsoft.com/office/drawing/2014/main" id="{F1A1145A-6963-0D4A-B4F9-013614B715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422" y="3034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1" name="Rectangle 107">
                  <a:extLst>
                    <a:ext uri="{FF2B5EF4-FFF2-40B4-BE49-F238E27FC236}">
                      <a16:creationId xmlns:a16="http://schemas.microsoft.com/office/drawing/2014/main" id="{F0E0A255-DDCC-F14C-897A-AE9D1CEAF5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28" y="3173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2" name="Rectangle 108">
                  <a:extLst>
                    <a:ext uri="{FF2B5EF4-FFF2-40B4-BE49-F238E27FC236}">
                      <a16:creationId xmlns:a16="http://schemas.microsoft.com/office/drawing/2014/main" id="{A8229304-AE2F-4B4F-9A8B-A0DA1B2A36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14" y="3173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3" name="Rectangle 109">
                  <a:extLst>
                    <a:ext uri="{FF2B5EF4-FFF2-40B4-BE49-F238E27FC236}">
                      <a16:creationId xmlns:a16="http://schemas.microsoft.com/office/drawing/2014/main" id="{07C5E7BA-0901-FE41-A8A0-490D8AD03E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500" y="3172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4" name="Rectangle 110">
                  <a:extLst>
                    <a:ext uri="{FF2B5EF4-FFF2-40B4-BE49-F238E27FC236}">
                      <a16:creationId xmlns:a16="http://schemas.microsoft.com/office/drawing/2014/main" id="{421A29F7-5907-194D-9393-AFD8435D10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597" y="3170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5" name="Rectangle 111">
                  <a:extLst>
                    <a:ext uri="{FF2B5EF4-FFF2-40B4-BE49-F238E27FC236}">
                      <a16:creationId xmlns:a16="http://schemas.microsoft.com/office/drawing/2014/main" id="{48DD03FB-6798-ED44-8836-A7F08A83D7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3" y="3170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5D47C044-747C-144D-AAD3-503C152CDDD4}"/>
              </a:ext>
            </a:extLst>
          </p:cNvPr>
          <p:cNvGrpSpPr/>
          <p:nvPr/>
        </p:nvGrpSpPr>
        <p:grpSpPr>
          <a:xfrm>
            <a:off x="7036667" y="2001712"/>
            <a:ext cx="2349500" cy="2209800"/>
            <a:chOff x="7036667" y="2001712"/>
            <a:chExt cx="2349500" cy="2209800"/>
          </a:xfrm>
        </p:grpSpPr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72D7673F-3C6E-3A4B-BC47-0EEF8794D17D}"/>
                </a:ext>
              </a:extLst>
            </p:cNvPr>
            <p:cNvGrpSpPr/>
            <p:nvPr/>
          </p:nvGrpSpPr>
          <p:grpSpPr>
            <a:xfrm>
              <a:off x="8262217" y="3125662"/>
              <a:ext cx="1123950" cy="1085850"/>
              <a:chOff x="8262217" y="3125662"/>
              <a:chExt cx="1123950" cy="1085850"/>
            </a:xfrm>
          </p:grpSpPr>
          <p:sp>
            <p:nvSpPr>
              <p:cNvPr id="454" name="Line 117">
                <a:extLst>
                  <a:ext uri="{FF2B5EF4-FFF2-40B4-BE49-F238E27FC236}">
                    <a16:creationId xmlns:a16="http://schemas.microsoft.com/office/drawing/2014/main" id="{4A29E487-CD56-8749-B78A-9DA7D6B3AE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2217" y="3125662"/>
                <a:ext cx="1123950" cy="1085850"/>
              </a:xfrm>
              <a:prstGeom prst="line">
                <a:avLst/>
              </a:prstGeom>
              <a:noFill/>
              <a:ln w="28575">
                <a:solidFill>
                  <a:srgbClr val="CC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456" name="Group 119">
                <a:extLst>
                  <a:ext uri="{FF2B5EF4-FFF2-40B4-BE49-F238E27FC236}">
                    <a16:creationId xmlns:a16="http://schemas.microsoft.com/office/drawing/2014/main" id="{8392F016-E5DA-B045-8480-EE0CC242FE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5405" y="3419350"/>
                <a:ext cx="1017588" cy="523875"/>
                <a:chOff x="3749" y="2537"/>
                <a:chExt cx="641" cy="330"/>
              </a:xfrm>
            </p:grpSpPr>
            <p:sp>
              <p:nvSpPr>
                <p:cNvPr id="499" name="Rectangle 120">
                  <a:extLst>
                    <a:ext uri="{FF2B5EF4-FFF2-40B4-BE49-F238E27FC236}">
                      <a16:creationId xmlns:a16="http://schemas.microsoft.com/office/drawing/2014/main" id="{099A1A3B-91B2-8044-BF4F-832870415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98" y="2580"/>
                  <a:ext cx="540" cy="192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0" name="Text Box 121">
                  <a:extLst>
                    <a:ext uri="{FF2B5EF4-FFF2-40B4-BE49-F238E27FC236}">
                      <a16:creationId xmlns:a16="http://schemas.microsoft.com/office/drawing/2014/main" id="{F33E0D1E-FA20-9F44-8584-F9EC6F285FA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49" y="2537"/>
                  <a:ext cx="641" cy="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CC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SMTP</a:t>
                  </a:r>
                </a:p>
              </p:txBody>
            </p:sp>
          </p:grpSp>
        </p:grp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E18BCB51-C445-2B48-96E9-33A1177485C4}"/>
                </a:ext>
              </a:extLst>
            </p:cNvPr>
            <p:cNvGrpSpPr/>
            <p:nvPr/>
          </p:nvGrpSpPr>
          <p:grpSpPr>
            <a:xfrm>
              <a:off x="8262217" y="2001712"/>
              <a:ext cx="1123950" cy="790575"/>
              <a:chOff x="8262217" y="2001712"/>
              <a:chExt cx="1123950" cy="790575"/>
            </a:xfrm>
          </p:grpSpPr>
          <p:sp>
            <p:nvSpPr>
              <p:cNvPr id="450" name="Line 9">
                <a:extLst>
                  <a:ext uri="{FF2B5EF4-FFF2-40B4-BE49-F238E27FC236}">
                    <a16:creationId xmlns:a16="http://schemas.microsoft.com/office/drawing/2014/main" id="{C85D5474-FE98-384B-A663-0D4ACC9DB9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62217" y="2001712"/>
                <a:ext cx="1123950" cy="790575"/>
              </a:xfrm>
              <a:prstGeom prst="line">
                <a:avLst/>
              </a:prstGeom>
              <a:noFill/>
              <a:ln w="28575">
                <a:solidFill>
                  <a:srgbClr val="CC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457" name="Group 122">
                <a:extLst>
                  <a:ext uri="{FF2B5EF4-FFF2-40B4-BE49-F238E27FC236}">
                    <a16:creationId xmlns:a16="http://schemas.microsoft.com/office/drawing/2014/main" id="{BBA0AF8E-CB3A-0344-A62B-9959A4196C3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27305" y="2162050"/>
                <a:ext cx="1017588" cy="523875"/>
                <a:chOff x="3749" y="2537"/>
                <a:chExt cx="641" cy="330"/>
              </a:xfrm>
            </p:grpSpPr>
            <p:sp>
              <p:nvSpPr>
                <p:cNvPr id="497" name="Rectangle 123">
                  <a:extLst>
                    <a:ext uri="{FF2B5EF4-FFF2-40B4-BE49-F238E27FC236}">
                      <a16:creationId xmlns:a16="http://schemas.microsoft.com/office/drawing/2014/main" id="{099C1906-3821-1543-9E10-34EA59C232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98" y="2580"/>
                  <a:ext cx="540" cy="192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98" name="Text Box 124">
                  <a:extLst>
                    <a:ext uri="{FF2B5EF4-FFF2-40B4-BE49-F238E27FC236}">
                      <a16:creationId xmlns:a16="http://schemas.microsoft.com/office/drawing/2014/main" id="{3EBC20E8-2C79-0144-BCCC-FDC909C15AE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49" y="2537"/>
                  <a:ext cx="641" cy="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CC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SMTP</a:t>
                  </a:r>
                </a:p>
              </p:txBody>
            </p:sp>
          </p:grpSp>
        </p:grpSp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09517890-8B38-E244-82C5-964EF5D704FC}"/>
                </a:ext>
              </a:extLst>
            </p:cNvPr>
            <p:cNvGrpSpPr/>
            <p:nvPr/>
          </p:nvGrpSpPr>
          <p:grpSpPr>
            <a:xfrm>
              <a:off x="7036667" y="2601787"/>
              <a:ext cx="1017588" cy="1247775"/>
              <a:chOff x="7036667" y="2601787"/>
              <a:chExt cx="1017588" cy="1247775"/>
            </a:xfrm>
          </p:grpSpPr>
          <p:sp>
            <p:nvSpPr>
              <p:cNvPr id="455" name="Line 118">
                <a:extLst>
                  <a:ext uri="{FF2B5EF4-FFF2-40B4-BE49-F238E27FC236}">
                    <a16:creationId xmlns:a16="http://schemas.microsoft.com/office/drawing/2014/main" id="{3E2BA10C-F026-3444-9F81-F7136C415A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7519267" y="2601787"/>
                <a:ext cx="0" cy="1247775"/>
              </a:xfrm>
              <a:prstGeom prst="line">
                <a:avLst/>
              </a:prstGeom>
              <a:noFill/>
              <a:ln w="28575">
                <a:solidFill>
                  <a:srgbClr val="CC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458" name="Group 125">
                <a:extLst>
                  <a:ext uri="{FF2B5EF4-FFF2-40B4-BE49-F238E27FC236}">
                    <a16:creationId xmlns:a16="http://schemas.microsoft.com/office/drawing/2014/main" id="{01686861-2518-7E4A-9CA7-12F4D39AF89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036667" y="2809750"/>
                <a:ext cx="1017588" cy="523875"/>
                <a:chOff x="3770" y="2495"/>
                <a:chExt cx="641" cy="330"/>
              </a:xfrm>
            </p:grpSpPr>
            <p:sp>
              <p:nvSpPr>
                <p:cNvPr id="495" name="Rectangle 126">
                  <a:extLst>
                    <a:ext uri="{FF2B5EF4-FFF2-40B4-BE49-F238E27FC236}">
                      <a16:creationId xmlns:a16="http://schemas.microsoft.com/office/drawing/2014/main" id="{316A9CDF-5E07-6F44-8D92-09FD292C8B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98" y="2580"/>
                  <a:ext cx="540" cy="192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96" name="Text Box 127">
                  <a:extLst>
                    <a:ext uri="{FF2B5EF4-FFF2-40B4-BE49-F238E27FC236}">
                      <a16:creationId xmlns:a16="http://schemas.microsoft.com/office/drawing/2014/main" id="{B5260883-E51F-614F-B418-1ADE3913D56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70" y="2495"/>
                  <a:ext cx="641" cy="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CC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SMTP</a:t>
                  </a:r>
                </a:p>
              </p:txBody>
            </p:sp>
          </p:grpSp>
        </p:grp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A01D6118-1EED-624E-97BF-35AEC3281607}"/>
              </a:ext>
            </a:extLst>
          </p:cNvPr>
          <p:cNvGrpSpPr/>
          <p:nvPr/>
        </p:nvGrpSpPr>
        <p:grpSpPr>
          <a:xfrm>
            <a:off x="7646267" y="801562"/>
            <a:ext cx="3668713" cy="5118100"/>
            <a:chOff x="7646267" y="801562"/>
            <a:chExt cx="3668713" cy="5118100"/>
          </a:xfrm>
        </p:grpSpPr>
        <p:grpSp>
          <p:nvGrpSpPr>
            <p:cNvPr id="459" name="Group 423">
              <a:extLst>
                <a:ext uri="{FF2B5EF4-FFF2-40B4-BE49-F238E27FC236}">
                  <a16:creationId xmlns:a16="http://schemas.microsoft.com/office/drawing/2014/main" id="{A4841B85-38B7-2D4B-8B88-1F35C663B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6155" y="801562"/>
              <a:ext cx="925513" cy="1054100"/>
              <a:chOff x="3566" y="550"/>
              <a:chExt cx="583" cy="664"/>
            </a:xfrm>
          </p:grpSpPr>
          <p:grpSp>
            <p:nvGrpSpPr>
              <p:cNvPr id="490" name="Group 353">
                <a:extLst>
                  <a:ext uri="{FF2B5EF4-FFF2-40B4-BE49-F238E27FC236}">
                    <a16:creationId xmlns:a16="http://schemas.microsoft.com/office/drawing/2014/main" id="{AFD4D502-A0F1-D149-A78A-D73A82AE8B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493" name="Picture 354" descr="desktop_computer_stylized_medium">
                  <a:extLst>
                    <a:ext uri="{FF2B5EF4-FFF2-40B4-BE49-F238E27FC236}">
                      <a16:creationId xmlns:a16="http://schemas.microsoft.com/office/drawing/2014/main" id="{40D93FD7-DFF9-2B4D-B3B7-4EC913BFD3E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94" name="Freeform 355">
                  <a:extLst>
                    <a:ext uri="{FF2B5EF4-FFF2-40B4-BE49-F238E27FC236}">
                      <a16:creationId xmlns:a16="http://schemas.microsoft.com/office/drawing/2014/main" id="{A72A10F8-9FD3-CC47-9469-090A81B975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491" name="Rectangle 115">
                <a:extLst>
                  <a:ext uri="{FF2B5EF4-FFF2-40B4-BE49-F238E27FC236}">
                    <a16:creationId xmlns:a16="http://schemas.microsoft.com/office/drawing/2014/main" id="{D2C77E00-23F4-184B-A27D-C6B49F75B6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92" name="Text Box 116">
                <a:extLst>
                  <a:ext uri="{FF2B5EF4-FFF2-40B4-BE49-F238E27FC236}">
                    <a16:creationId xmlns:a16="http://schemas.microsoft.com/office/drawing/2014/main" id="{05F0290A-395C-4C46-87E1-FADC8794D6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user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agent</a:t>
                </a: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60" name="Group 424">
              <a:extLst>
                <a:ext uri="{FF2B5EF4-FFF2-40B4-BE49-F238E27FC236}">
                  <a16:creationId xmlns:a16="http://schemas.microsoft.com/office/drawing/2014/main" id="{0A992F9B-3334-A546-963A-48B9382220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52917" y="1617537"/>
              <a:ext cx="925513" cy="1054100"/>
              <a:chOff x="3566" y="550"/>
              <a:chExt cx="583" cy="664"/>
            </a:xfrm>
          </p:grpSpPr>
          <p:grpSp>
            <p:nvGrpSpPr>
              <p:cNvPr id="485" name="Group 425">
                <a:extLst>
                  <a:ext uri="{FF2B5EF4-FFF2-40B4-BE49-F238E27FC236}">
                    <a16:creationId xmlns:a16="http://schemas.microsoft.com/office/drawing/2014/main" id="{EB280194-5E79-4E47-B5D1-CEEB0FF6E43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488" name="Picture 426" descr="desktop_computer_stylized_medium">
                  <a:extLst>
                    <a:ext uri="{FF2B5EF4-FFF2-40B4-BE49-F238E27FC236}">
                      <a16:creationId xmlns:a16="http://schemas.microsoft.com/office/drawing/2014/main" id="{95DD2938-B3F4-354F-AEEE-742FDF85FD7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89" name="Freeform 427">
                  <a:extLst>
                    <a:ext uri="{FF2B5EF4-FFF2-40B4-BE49-F238E27FC236}">
                      <a16:creationId xmlns:a16="http://schemas.microsoft.com/office/drawing/2014/main" id="{BD5151DD-FB70-C543-90A7-B0F10EB6BD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486" name="Rectangle 115">
                <a:extLst>
                  <a:ext uri="{FF2B5EF4-FFF2-40B4-BE49-F238E27FC236}">
                    <a16:creationId xmlns:a16="http://schemas.microsoft.com/office/drawing/2014/main" id="{85717AA4-5337-0347-AD50-71DA1D854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87" name="Text Box 116">
                <a:extLst>
                  <a:ext uri="{FF2B5EF4-FFF2-40B4-BE49-F238E27FC236}">
                    <a16:creationId xmlns:a16="http://schemas.microsoft.com/office/drawing/2014/main" id="{F3AA3464-AD31-9B4B-A076-587DC96DE0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user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61" name="Group 430">
              <a:extLst>
                <a:ext uri="{FF2B5EF4-FFF2-40B4-BE49-F238E27FC236}">
                  <a16:creationId xmlns:a16="http://schemas.microsoft.com/office/drawing/2014/main" id="{217AD242-63DC-3246-8983-194F60A7EA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389467" y="2379537"/>
              <a:ext cx="925513" cy="1054100"/>
              <a:chOff x="3566" y="550"/>
              <a:chExt cx="583" cy="664"/>
            </a:xfrm>
          </p:grpSpPr>
          <p:grpSp>
            <p:nvGrpSpPr>
              <p:cNvPr id="480" name="Group 431">
                <a:extLst>
                  <a:ext uri="{FF2B5EF4-FFF2-40B4-BE49-F238E27FC236}">
                    <a16:creationId xmlns:a16="http://schemas.microsoft.com/office/drawing/2014/main" id="{974C24FF-AF5F-3E4F-99B8-149696D509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483" name="Picture 432" descr="desktop_computer_stylized_medium">
                  <a:extLst>
                    <a:ext uri="{FF2B5EF4-FFF2-40B4-BE49-F238E27FC236}">
                      <a16:creationId xmlns:a16="http://schemas.microsoft.com/office/drawing/2014/main" id="{94FD5029-BA20-704F-8C99-9B3D77F962B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84" name="Freeform 433">
                  <a:extLst>
                    <a:ext uri="{FF2B5EF4-FFF2-40B4-BE49-F238E27FC236}">
                      <a16:creationId xmlns:a16="http://schemas.microsoft.com/office/drawing/2014/main" id="{63FE5925-A7DE-BB48-8E9D-2F611B484C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481" name="Rectangle 115">
                <a:extLst>
                  <a:ext uri="{FF2B5EF4-FFF2-40B4-BE49-F238E27FC236}">
                    <a16:creationId xmlns:a16="http://schemas.microsoft.com/office/drawing/2014/main" id="{7AA59CDE-1819-E74E-B35C-280552DE4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82" name="Text Box 116">
                <a:extLst>
                  <a:ext uri="{FF2B5EF4-FFF2-40B4-BE49-F238E27FC236}">
                    <a16:creationId xmlns:a16="http://schemas.microsoft.com/office/drawing/2014/main" id="{941C260D-0416-B942-8EC7-39E8215767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user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62" name="Group 436">
              <a:extLst>
                <a:ext uri="{FF2B5EF4-FFF2-40B4-BE49-F238E27FC236}">
                  <a16:creationId xmlns:a16="http://schemas.microsoft.com/office/drawing/2014/main" id="{7C7726AC-BD2A-0D41-9985-169CF8BB66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57705" y="3427287"/>
              <a:ext cx="925513" cy="1054100"/>
              <a:chOff x="3566" y="550"/>
              <a:chExt cx="583" cy="664"/>
            </a:xfrm>
          </p:grpSpPr>
          <p:grpSp>
            <p:nvGrpSpPr>
              <p:cNvPr id="475" name="Group 437">
                <a:extLst>
                  <a:ext uri="{FF2B5EF4-FFF2-40B4-BE49-F238E27FC236}">
                    <a16:creationId xmlns:a16="http://schemas.microsoft.com/office/drawing/2014/main" id="{3B182536-5340-6041-A241-A859D9FD343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478" name="Picture 438" descr="desktop_computer_stylized_medium">
                  <a:extLst>
                    <a:ext uri="{FF2B5EF4-FFF2-40B4-BE49-F238E27FC236}">
                      <a16:creationId xmlns:a16="http://schemas.microsoft.com/office/drawing/2014/main" id="{481C4835-370F-7644-B8B7-6521A798613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79" name="Freeform 439">
                  <a:extLst>
                    <a:ext uri="{FF2B5EF4-FFF2-40B4-BE49-F238E27FC236}">
                      <a16:creationId xmlns:a16="http://schemas.microsoft.com/office/drawing/2014/main" id="{6E3E1766-B8F7-7441-8310-5BA46E231C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476" name="Rectangle 115">
                <a:extLst>
                  <a:ext uri="{FF2B5EF4-FFF2-40B4-BE49-F238E27FC236}">
                    <a16:creationId xmlns:a16="http://schemas.microsoft.com/office/drawing/2014/main" id="{AC16B0B6-DEAD-0947-9235-51B601102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77" name="Text Box 116">
                <a:extLst>
                  <a:ext uri="{FF2B5EF4-FFF2-40B4-BE49-F238E27FC236}">
                    <a16:creationId xmlns:a16="http://schemas.microsoft.com/office/drawing/2014/main" id="{DDD55D7A-2C9E-A146-81FE-681A98F3F8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user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63" name="Group 442">
              <a:extLst>
                <a:ext uri="{FF2B5EF4-FFF2-40B4-BE49-F238E27FC236}">
                  <a16:creationId xmlns:a16="http://schemas.microsoft.com/office/drawing/2014/main" id="{759437D6-E987-894D-862E-069CDBFFC0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46267" y="4865562"/>
              <a:ext cx="925513" cy="1054100"/>
              <a:chOff x="3566" y="550"/>
              <a:chExt cx="583" cy="664"/>
            </a:xfrm>
          </p:grpSpPr>
          <p:grpSp>
            <p:nvGrpSpPr>
              <p:cNvPr id="470" name="Group 443">
                <a:extLst>
                  <a:ext uri="{FF2B5EF4-FFF2-40B4-BE49-F238E27FC236}">
                    <a16:creationId xmlns:a16="http://schemas.microsoft.com/office/drawing/2014/main" id="{D021EB12-4106-5D49-896F-C2B3F59B808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473" name="Picture 444" descr="desktop_computer_stylized_medium">
                  <a:extLst>
                    <a:ext uri="{FF2B5EF4-FFF2-40B4-BE49-F238E27FC236}">
                      <a16:creationId xmlns:a16="http://schemas.microsoft.com/office/drawing/2014/main" id="{C1FE92BF-C380-984A-8786-0046B85D449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74" name="Freeform 445">
                  <a:extLst>
                    <a:ext uri="{FF2B5EF4-FFF2-40B4-BE49-F238E27FC236}">
                      <a16:creationId xmlns:a16="http://schemas.microsoft.com/office/drawing/2014/main" id="{EC0BFAF3-2E7D-9647-94C6-0E8121FA17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471" name="Rectangle 115">
                <a:extLst>
                  <a:ext uri="{FF2B5EF4-FFF2-40B4-BE49-F238E27FC236}">
                    <a16:creationId xmlns:a16="http://schemas.microsoft.com/office/drawing/2014/main" id="{0EE4B6E2-5850-3440-9D64-C4F9532395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72" name="Text Box 116">
                <a:extLst>
                  <a:ext uri="{FF2B5EF4-FFF2-40B4-BE49-F238E27FC236}">
                    <a16:creationId xmlns:a16="http://schemas.microsoft.com/office/drawing/2014/main" id="{4630A927-61B1-794F-B5F8-8FE57CCE3D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user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64" name="Group 448">
              <a:extLst>
                <a:ext uri="{FF2B5EF4-FFF2-40B4-BE49-F238E27FC236}">
                  <a16:creationId xmlns:a16="http://schemas.microsoft.com/office/drawing/2014/main" id="{515DE8BB-C137-2A4A-93F2-F5B0D57841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74930" y="4246437"/>
              <a:ext cx="925513" cy="1054100"/>
              <a:chOff x="3566" y="550"/>
              <a:chExt cx="583" cy="664"/>
            </a:xfrm>
          </p:grpSpPr>
          <p:grpSp>
            <p:nvGrpSpPr>
              <p:cNvPr id="465" name="Group 449">
                <a:extLst>
                  <a:ext uri="{FF2B5EF4-FFF2-40B4-BE49-F238E27FC236}">
                    <a16:creationId xmlns:a16="http://schemas.microsoft.com/office/drawing/2014/main" id="{8057BAD2-00F7-A94E-A7F8-44AFC3CE28A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468" name="Picture 450" descr="desktop_computer_stylized_medium">
                  <a:extLst>
                    <a:ext uri="{FF2B5EF4-FFF2-40B4-BE49-F238E27FC236}">
                      <a16:creationId xmlns:a16="http://schemas.microsoft.com/office/drawing/2014/main" id="{DA8399E4-9D09-8A45-9879-F4564EC5EF5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69" name="Freeform 451">
                  <a:extLst>
                    <a:ext uri="{FF2B5EF4-FFF2-40B4-BE49-F238E27FC236}">
                      <a16:creationId xmlns:a16="http://schemas.microsoft.com/office/drawing/2014/main" id="{78EC18F8-DAAD-5B40-9CCE-F03A34A9B7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466" name="Rectangle 115">
                <a:extLst>
                  <a:ext uri="{FF2B5EF4-FFF2-40B4-BE49-F238E27FC236}">
                    <a16:creationId xmlns:a16="http://schemas.microsoft.com/office/drawing/2014/main" id="{9FD242AB-CF7E-5A41-A996-C0990732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67" name="Text Box 116">
                <a:extLst>
                  <a:ext uri="{FF2B5EF4-FFF2-40B4-BE49-F238E27FC236}">
                    <a16:creationId xmlns:a16="http://schemas.microsoft.com/office/drawing/2014/main" id="{3C6A79A8-1567-FD40-9962-83B61094D5B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user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221" name="Slide Number Placeholder 2">
            <a:extLst>
              <a:ext uri="{FF2B5EF4-FFF2-40B4-BE49-F238E27FC236}">
                <a16:creationId xmlns:a16="http://schemas.microsoft.com/office/drawing/2014/main" id="{949759AD-1D73-0346-A427-7818B3333AA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66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377911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E-mail: mail servers</a:t>
            </a:r>
            <a:endParaRPr lang="en-US" sz="4400" dirty="0"/>
          </a:p>
        </p:txBody>
      </p:sp>
      <p:grpSp>
        <p:nvGrpSpPr>
          <p:cNvPr id="224" name="Group 279">
            <a:extLst>
              <a:ext uri="{FF2B5EF4-FFF2-40B4-BE49-F238E27FC236}">
                <a16:creationId xmlns:a16="http://schemas.microsoft.com/office/drawing/2014/main" id="{85ECCB70-4CBD-8D41-8867-9839284C0E92}"/>
              </a:ext>
            </a:extLst>
          </p:cNvPr>
          <p:cNvGrpSpPr>
            <a:grpSpLocks/>
          </p:cNvGrpSpPr>
          <p:nvPr/>
        </p:nvGrpSpPr>
        <p:grpSpPr bwMode="auto">
          <a:xfrm>
            <a:off x="9926119" y="5308075"/>
            <a:ext cx="1736725" cy="973138"/>
            <a:chOff x="4458" y="3335"/>
            <a:chExt cx="1094" cy="613"/>
          </a:xfrm>
        </p:grpSpPr>
        <p:sp>
          <p:nvSpPr>
            <p:cNvPr id="225" name="Text Box 263">
              <a:extLst>
                <a:ext uri="{FF2B5EF4-FFF2-40B4-BE49-F238E27FC236}">
                  <a16:creationId xmlns:a16="http://schemas.microsoft.com/office/drawing/2014/main" id="{735C70AA-4D0B-3E4D-B47F-55C95E7B48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7" y="3715"/>
              <a:ext cx="87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user mailbox</a:t>
              </a: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26" name="Group 278">
              <a:extLst>
                <a:ext uri="{FF2B5EF4-FFF2-40B4-BE49-F238E27FC236}">
                  <a16:creationId xmlns:a16="http://schemas.microsoft.com/office/drawing/2014/main" id="{E130EDE1-DE49-BC4D-9A74-CEDC9FFF3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8" y="3408"/>
              <a:ext cx="450" cy="120"/>
              <a:chOff x="4314" y="3444"/>
              <a:chExt cx="450" cy="120"/>
            </a:xfrm>
          </p:grpSpPr>
          <p:sp>
            <p:nvSpPr>
              <p:cNvPr id="229" name="Rectangle 264">
                <a:extLst>
                  <a:ext uri="{FF2B5EF4-FFF2-40B4-BE49-F238E27FC236}">
                    <a16:creationId xmlns:a16="http://schemas.microsoft.com/office/drawing/2014/main" id="{D8ED0CFE-E76B-584D-BA7F-B64E112A3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3444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0" name="Line 265">
                <a:extLst>
                  <a:ext uri="{FF2B5EF4-FFF2-40B4-BE49-F238E27FC236}">
                    <a16:creationId xmlns:a16="http://schemas.microsoft.com/office/drawing/2014/main" id="{076E3A0A-DC0D-234E-ACFD-ED8D3EBB28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3" y="3472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1" name="Line 266">
                <a:extLst>
                  <a:ext uri="{FF2B5EF4-FFF2-40B4-BE49-F238E27FC236}">
                    <a16:creationId xmlns:a16="http://schemas.microsoft.com/office/drawing/2014/main" id="{FAE63733-4DC0-C740-915D-E91FC7FD9E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472" y="3471"/>
                <a:ext cx="6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2" name="Line 267">
                <a:extLst>
                  <a:ext uri="{FF2B5EF4-FFF2-40B4-BE49-F238E27FC236}">
                    <a16:creationId xmlns:a16="http://schemas.microsoft.com/office/drawing/2014/main" id="{9432E742-E38D-324E-8AE4-F24CFDAF4B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27" y="347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3" name="Line 268">
                <a:extLst>
                  <a:ext uri="{FF2B5EF4-FFF2-40B4-BE49-F238E27FC236}">
                    <a16:creationId xmlns:a16="http://schemas.microsoft.com/office/drawing/2014/main" id="{BFE1C87F-4841-9248-85BA-C4E3AF7F1E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84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4" name="Line 269">
                <a:extLst>
                  <a:ext uri="{FF2B5EF4-FFF2-40B4-BE49-F238E27FC236}">
                    <a16:creationId xmlns:a16="http://schemas.microsoft.com/office/drawing/2014/main" id="{856416DF-3745-DB4A-BFC9-169A063914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45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5" name="Line 270">
                <a:extLst>
                  <a:ext uri="{FF2B5EF4-FFF2-40B4-BE49-F238E27FC236}">
                    <a16:creationId xmlns:a16="http://schemas.microsoft.com/office/drawing/2014/main" id="{0DB9FDA2-2EA5-034B-903A-EBC13BC40F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1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6" name="Line 271">
                <a:extLst>
                  <a:ext uri="{FF2B5EF4-FFF2-40B4-BE49-F238E27FC236}">
                    <a16:creationId xmlns:a16="http://schemas.microsoft.com/office/drawing/2014/main" id="{F94A5742-E1B7-A64E-A807-9A41FFB1D4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16" y="3472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27" name="Rectangle 272">
              <a:extLst>
                <a:ext uri="{FF2B5EF4-FFF2-40B4-BE49-F238E27FC236}">
                  <a16:creationId xmlns:a16="http://schemas.microsoft.com/office/drawing/2014/main" id="{FA709473-06C4-C847-B23D-5962F6EF8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2" y="3779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8" name="Text Box 277">
              <a:extLst>
                <a:ext uri="{FF2B5EF4-FFF2-40B4-BE49-F238E27FC236}">
                  <a16:creationId xmlns:a16="http://schemas.microsoft.com/office/drawing/2014/main" id="{6E499AE9-BC96-AA43-8A92-BB907E72E5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14" y="3335"/>
              <a:ext cx="1038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outgoing </a:t>
              </a:r>
            </a:p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message queue</a:t>
              </a: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37" name="Group 454">
            <a:extLst>
              <a:ext uri="{FF2B5EF4-FFF2-40B4-BE49-F238E27FC236}">
                <a16:creationId xmlns:a16="http://schemas.microsoft.com/office/drawing/2014/main" id="{FE2C87B1-0D29-6946-B29A-95FF8E6A0A50}"/>
              </a:ext>
            </a:extLst>
          </p:cNvPr>
          <p:cNvGrpSpPr>
            <a:grpSpLocks/>
          </p:cNvGrpSpPr>
          <p:nvPr/>
        </p:nvGrpSpPr>
        <p:grpSpPr bwMode="auto">
          <a:xfrm>
            <a:off x="7036667" y="801562"/>
            <a:ext cx="4278313" cy="5118100"/>
            <a:chOff x="2962" y="886"/>
            <a:chExt cx="2695" cy="3224"/>
          </a:xfrm>
        </p:grpSpPr>
        <p:grpSp>
          <p:nvGrpSpPr>
            <p:cNvPr id="238" name="Group 389">
              <a:extLst>
                <a:ext uri="{FF2B5EF4-FFF2-40B4-BE49-F238E27FC236}">
                  <a16:creationId xmlns:a16="http://schemas.microsoft.com/office/drawing/2014/main" id="{A13CA913-E4B3-254A-A935-ADB3F9E6EA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6" y="1756"/>
              <a:ext cx="301" cy="451"/>
              <a:chOff x="4140" y="429"/>
              <a:chExt cx="1425" cy="2396"/>
            </a:xfrm>
          </p:grpSpPr>
          <p:sp>
            <p:nvSpPr>
              <p:cNvPr id="401" name="Freeform 390">
                <a:extLst>
                  <a:ext uri="{FF2B5EF4-FFF2-40B4-BE49-F238E27FC236}">
                    <a16:creationId xmlns:a16="http://schemas.microsoft.com/office/drawing/2014/main" id="{6CCFD9B8-8C88-C24F-8883-4CF6367F4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2" name="Rectangle 391">
                <a:extLst>
                  <a:ext uri="{FF2B5EF4-FFF2-40B4-BE49-F238E27FC236}">
                    <a16:creationId xmlns:a16="http://schemas.microsoft.com/office/drawing/2014/main" id="{43B4C051-EEAE-814E-99DE-21C8B8D479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3" name="Freeform 392">
                <a:extLst>
                  <a:ext uri="{FF2B5EF4-FFF2-40B4-BE49-F238E27FC236}">
                    <a16:creationId xmlns:a16="http://schemas.microsoft.com/office/drawing/2014/main" id="{2BC8E3DE-CCCA-1344-8BA5-2A15D443A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4" name="Freeform 393">
                <a:extLst>
                  <a:ext uri="{FF2B5EF4-FFF2-40B4-BE49-F238E27FC236}">
                    <a16:creationId xmlns:a16="http://schemas.microsoft.com/office/drawing/2014/main" id="{E0152158-7133-BA4C-A8F5-ADB2FFBFF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5" name="Rectangle 394">
                <a:extLst>
                  <a:ext uri="{FF2B5EF4-FFF2-40B4-BE49-F238E27FC236}">
                    <a16:creationId xmlns:a16="http://schemas.microsoft.com/office/drawing/2014/main" id="{E5FA410D-74EF-7742-BB99-1CFEB8EDE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406" name="Group 395">
                <a:extLst>
                  <a:ext uri="{FF2B5EF4-FFF2-40B4-BE49-F238E27FC236}">
                    <a16:creationId xmlns:a16="http://schemas.microsoft.com/office/drawing/2014/main" id="{AF72D040-96B4-8540-B83D-471812640A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31" name="AutoShape 396">
                  <a:extLst>
                    <a:ext uri="{FF2B5EF4-FFF2-40B4-BE49-F238E27FC236}">
                      <a16:creationId xmlns:a16="http://schemas.microsoft.com/office/drawing/2014/main" id="{F18E39D5-A4BF-264B-B7EA-F621A57FAD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32" name="AutoShape 397">
                  <a:extLst>
                    <a:ext uri="{FF2B5EF4-FFF2-40B4-BE49-F238E27FC236}">
                      <a16:creationId xmlns:a16="http://schemas.microsoft.com/office/drawing/2014/main" id="{39716169-1014-2547-9B50-032A17A0DF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407" name="Rectangle 398">
                <a:extLst>
                  <a:ext uri="{FF2B5EF4-FFF2-40B4-BE49-F238E27FC236}">
                    <a16:creationId xmlns:a16="http://schemas.microsoft.com/office/drawing/2014/main" id="{28879B2B-7691-B842-8771-94E870C3EE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408" name="Group 399">
                <a:extLst>
                  <a:ext uri="{FF2B5EF4-FFF2-40B4-BE49-F238E27FC236}">
                    <a16:creationId xmlns:a16="http://schemas.microsoft.com/office/drawing/2014/main" id="{2D972829-8A16-6E47-B717-3364C7BD92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29" name="AutoShape 400">
                  <a:extLst>
                    <a:ext uri="{FF2B5EF4-FFF2-40B4-BE49-F238E27FC236}">
                      <a16:creationId xmlns:a16="http://schemas.microsoft.com/office/drawing/2014/main" id="{E60C4025-90B9-A647-863C-1FEFBD8A41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30" name="AutoShape 401">
                  <a:extLst>
                    <a:ext uri="{FF2B5EF4-FFF2-40B4-BE49-F238E27FC236}">
                      <a16:creationId xmlns:a16="http://schemas.microsoft.com/office/drawing/2014/main" id="{5C30FC9A-5758-C543-9950-783F68617D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409" name="Rectangle 402">
                <a:extLst>
                  <a:ext uri="{FF2B5EF4-FFF2-40B4-BE49-F238E27FC236}">
                    <a16:creationId xmlns:a16="http://schemas.microsoft.com/office/drawing/2014/main" id="{8DDE3471-A288-6245-884A-B0607E1F6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0" name="Rectangle 403">
                <a:extLst>
                  <a:ext uri="{FF2B5EF4-FFF2-40B4-BE49-F238E27FC236}">
                    <a16:creationId xmlns:a16="http://schemas.microsoft.com/office/drawing/2014/main" id="{7B5A163C-1F88-0443-87E9-51D1B2C39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411" name="Group 404">
                <a:extLst>
                  <a:ext uri="{FF2B5EF4-FFF2-40B4-BE49-F238E27FC236}">
                    <a16:creationId xmlns:a16="http://schemas.microsoft.com/office/drawing/2014/main" id="{D7C44D5A-AB33-A744-B633-909E75E589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27" name="AutoShape 405">
                  <a:extLst>
                    <a:ext uri="{FF2B5EF4-FFF2-40B4-BE49-F238E27FC236}">
                      <a16:creationId xmlns:a16="http://schemas.microsoft.com/office/drawing/2014/main" id="{BB140094-DC4B-CC48-B901-9AF64D80BC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28" name="AutoShape 406">
                  <a:extLst>
                    <a:ext uri="{FF2B5EF4-FFF2-40B4-BE49-F238E27FC236}">
                      <a16:creationId xmlns:a16="http://schemas.microsoft.com/office/drawing/2014/main" id="{43B72EE6-71A8-E947-8E6C-0468656DDA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412" name="Freeform 407">
                <a:extLst>
                  <a:ext uri="{FF2B5EF4-FFF2-40B4-BE49-F238E27FC236}">
                    <a16:creationId xmlns:a16="http://schemas.microsoft.com/office/drawing/2014/main" id="{D8EE526A-D741-074E-8520-BBA303937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413" name="Group 408">
                <a:extLst>
                  <a:ext uri="{FF2B5EF4-FFF2-40B4-BE49-F238E27FC236}">
                    <a16:creationId xmlns:a16="http://schemas.microsoft.com/office/drawing/2014/main" id="{8DC6A1FE-670A-8F4C-B521-23ECDDF7E0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25" name="AutoShape 409">
                  <a:extLst>
                    <a:ext uri="{FF2B5EF4-FFF2-40B4-BE49-F238E27FC236}">
                      <a16:creationId xmlns:a16="http://schemas.microsoft.com/office/drawing/2014/main" id="{0F0B48EC-30B0-2447-9BE4-237A0F1D6C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26" name="AutoShape 410">
                  <a:extLst>
                    <a:ext uri="{FF2B5EF4-FFF2-40B4-BE49-F238E27FC236}">
                      <a16:creationId xmlns:a16="http://schemas.microsoft.com/office/drawing/2014/main" id="{9C1B49B1-17F4-994D-8ECA-C396B76F72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414" name="Rectangle 411">
                <a:extLst>
                  <a:ext uri="{FF2B5EF4-FFF2-40B4-BE49-F238E27FC236}">
                    <a16:creationId xmlns:a16="http://schemas.microsoft.com/office/drawing/2014/main" id="{A0980C94-D527-BA41-8507-6B28776A9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5" name="Freeform 412">
                <a:extLst>
                  <a:ext uri="{FF2B5EF4-FFF2-40B4-BE49-F238E27FC236}">
                    <a16:creationId xmlns:a16="http://schemas.microsoft.com/office/drawing/2014/main" id="{F0295E91-976F-C148-BFB3-59549C538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6" name="Freeform 413">
                <a:extLst>
                  <a:ext uri="{FF2B5EF4-FFF2-40B4-BE49-F238E27FC236}">
                    <a16:creationId xmlns:a16="http://schemas.microsoft.com/office/drawing/2014/main" id="{2C2F1597-CAE7-5248-BDE8-D6B16C528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7" name="Oval 414">
                <a:extLst>
                  <a:ext uri="{FF2B5EF4-FFF2-40B4-BE49-F238E27FC236}">
                    <a16:creationId xmlns:a16="http://schemas.microsoft.com/office/drawing/2014/main" id="{914741F1-D3EA-3645-9C4D-9E5B4C9531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8" name="Freeform 415">
                <a:extLst>
                  <a:ext uri="{FF2B5EF4-FFF2-40B4-BE49-F238E27FC236}">
                    <a16:creationId xmlns:a16="http://schemas.microsoft.com/office/drawing/2014/main" id="{079F15E3-5A9F-844C-92CA-F9CBADE82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9" name="AutoShape 416">
                <a:extLst>
                  <a:ext uri="{FF2B5EF4-FFF2-40B4-BE49-F238E27FC236}">
                    <a16:creationId xmlns:a16="http://schemas.microsoft.com/office/drawing/2014/main" id="{25F2967B-CA00-2D49-B406-7209F80FB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0" name="AutoShape 417">
                <a:extLst>
                  <a:ext uri="{FF2B5EF4-FFF2-40B4-BE49-F238E27FC236}">
                    <a16:creationId xmlns:a16="http://schemas.microsoft.com/office/drawing/2014/main" id="{60A760B4-92D7-954E-A584-1C2A30FC6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1" name="Oval 418">
                <a:extLst>
                  <a:ext uri="{FF2B5EF4-FFF2-40B4-BE49-F238E27FC236}">
                    <a16:creationId xmlns:a16="http://schemas.microsoft.com/office/drawing/2014/main" id="{A94E8FB4-D219-2843-94C1-6710451B99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2" name="Oval 419">
                <a:extLst>
                  <a:ext uri="{FF2B5EF4-FFF2-40B4-BE49-F238E27FC236}">
                    <a16:creationId xmlns:a16="http://schemas.microsoft.com/office/drawing/2014/main" id="{CBBF0878-886F-8240-BCA7-1F50627F0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23" name="Oval 420">
                <a:extLst>
                  <a:ext uri="{FF2B5EF4-FFF2-40B4-BE49-F238E27FC236}">
                    <a16:creationId xmlns:a16="http://schemas.microsoft.com/office/drawing/2014/main" id="{722EEBED-10FC-6E4D-AABD-99355D382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4" name="Rectangle 421">
                <a:extLst>
                  <a:ext uri="{FF2B5EF4-FFF2-40B4-BE49-F238E27FC236}">
                    <a16:creationId xmlns:a16="http://schemas.microsoft.com/office/drawing/2014/main" id="{92E23A4D-5618-484A-93AD-2343A3977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39" name="Group 356">
              <a:extLst>
                <a:ext uri="{FF2B5EF4-FFF2-40B4-BE49-F238E27FC236}">
                  <a16:creationId xmlns:a16="http://schemas.microsoft.com/office/drawing/2014/main" id="{0FAAD616-9809-0F47-9C32-F28BCE96C4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91" y="2634"/>
              <a:ext cx="301" cy="451"/>
              <a:chOff x="4140" y="429"/>
              <a:chExt cx="1425" cy="2396"/>
            </a:xfrm>
          </p:grpSpPr>
          <p:sp>
            <p:nvSpPr>
              <p:cNvPr id="369" name="Freeform 357">
                <a:extLst>
                  <a:ext uri="{FF2B5EF4-FFF2-40B4-BE49-F238E27FC236}">
                    <a16:creationId xmlns:a16="http://schemas.microsoft.com/office/drawing/2014/main" id="{2EB65E56-496B-EE43-A5BA-0034EDBB8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70" name="Rectangle 358">
                <a:extLst>
                  <a:ext uri="{FF2B5EF4-FFF2-40B4-BE49-F238E27FC236}">
                    <a16:creationId xmlns:a16="http://schemas.microsoft.com/office/drawing/2014/main" id="{E623A3D2-E041-CF4A-AEB9-0E88006BF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71" name="Freeform 359">
                <a:extLst>
                  <a:ext uri="{FF2B5EF4-FFF2-40B4-BE49-F238E27FC236}">
                    <a16:creationId xmlns:a16="http://schemas.microsoft.com/office/drawing/2014/main" id="{06D96649-1A4B-D349-BD4A-B3CA1C357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72" name="Freeform 360">
                <a:extLst>
                  <a:ext uri="{FF2B5EF4-FFF2-40B4-BE49-F238E27FC236}">
                    <a16:creationId xmlns:a16="http://schemas.microsoft.com/office/drawing/2014/main" id="{8CB236BD-E7A4-F54C-A810-99FD583B4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73" name="Rectangle 361">
                <a:extLst>
                  <a:ext uri="{FF2B5EF4-FFF2-40B4-BE49-F238E27FC236}">
                    <a16:creationId xmlns:a16="http://schemas.microsoft.com/office/drawing/2014/main" id="{92C08DD8-675E-D34D-A84F-65A2DE10FF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74" name="Group 362">
                <a:extLst>
                  <a:ext uri="{FF2B5EF4-FFF2-40B4-BE49-F238E27FC236}">
                    <a16:creationId xmlns:a16="http://schemas.microsoft.com/office/drawing/2014/main" id="{168D1B37-2023-2A4F-AEFF-7BCC580296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99" name="AutoShape 363">
                  <a:extLst>
                    <a:ext uri="{FF2B5EF4-FFF2-40B4-BE49-F238E27FC236}">
                      <a16:creationId xmlns:a16="http://schemas.microsoft.com/office/drawing/2014/main" id="{697647FE-4187-6C41-95DB-62B96522DA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00" name="AutoShape 364">
                  <a:extLst>
                    <a:ext uri="{FF2B5EF4-FFF2-40B4-BE49-F238E27FC236}">
                      <a16:creationId xmlns:a16="http://schemas.microsoft.com/office/drawing/2014/main" id="{64F362C9-3CBA-504B-95A3-38E06F0678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75" name="Rectangle 365">
                <a:extLst>
                  <a:ext uri="{FF2B5EF4-FFF2-40B4-BE49-F238E27FC236}">
                    <a16:creationId xmlns:a16="http://schemas.microsoft.com/office/drawing/2014/main" id="{94D546CA-749A-BC48-B20F-57C5A8077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76" name="Group 366">
                <a:extLst>
                  <a:ext uri="{FF2B5EF4-FFF2-40B4-BE49-F238E27FC236}">
                    <a16:creationId xmlns:a16="http://schemas.microsoft.com/office/drawing/2014/main" id="{1812EEBE-2662-1E46-B90F-2E97DD6FED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97" name="AutoShape 367">
                  <a:extLst>
                    <a:ext uri="{FF2B5EF4-FFF2-40B4-BE49-F238E27FC236}">
                      <a16:creationId xmlns:a16="http://schemas.microsoft.com/office/drawing/2014/main" id="{5354875B-2A6A-B040-9309-A4A5A50F3B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8" name="AutoShape 368">
                  <a:extLst>
                    <a:ext uri="{FF2B5EF4-FFF2-40B4-BE49-F238E27FC236}">
                      <a16:creationId xmlns:a16="http://schemas.microsoft.com/office/drawing/2014/main" id="{7085F58B-EEE8-BE46-B008-54CF97C607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77" name="Rectangle 369">
                <a:extLst>
                  <a:ext uri="{FF2B5EF4-FFF2-40B4-BE49-F238E27FC236}">
                    <a16:creationId xmlns:a16="http://schemas.microsoft.com/office/drawing/2014/main" id="{AB889316-958A-3944-8776-456DA75AA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78" name="Rectangle 370">
                <a:extLst>
                  <a:ext uri="{FF2B5EF4-FFF2-40B4-BE49-F238E27FC236}">
                    <a16:creationId xmlns:a16="http://schemas.microsoft.com/office/drawing/2014/main" id="{28A61210-9BA6-1B42-99F0-0AA063137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79" name="Group 371">
                <a:extLst>
                  <a:ext uri="{FF2B5EF4-FFF2-40B4-BE49-F238E27FC236}">
                    <a16:creationId xmlns:a16="http://schemas.microsoft.com/office/drawing/2014/main" id="{2D18D821-27B1-1C41-BCE9-F6BAA81749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95" name="AutoShape 372">
                  <a:extLst>
                    <a:ext uri="{FF2B5EF4-FFF2-40B4-BE49-F238E27FC236}">
                      <a16:creationId xmlns:a16="http://schemas.microsoft.com/office/drawing/2014/main" id="{B58EE831-7F05-9245-A127-DD8BBE0CAE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6" name="AutoShape 373">
                  <a:extLst>
                    <a:ext uri="{FF2B5EF4-FFF2-40B4-BE49-F238E27FC236}">
                      <a16:creationId xmlns:a16="http://schemas.microsoft.com/office/drawing/2014/main" id="{85C001D1-A6CB-AF4D-AEBE-CA0F781AAC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80" name="Freeform 374">
                <a:extLst>
                  <a:ext uri="{FF2B5EF4-FFF2-40B4-BE49-F238E27FC236}">
                    <a16:creationId xmlns:a16="http://schemas.microsoft.com/office/drawing/2014/main" id="{B8F2D608-6D10-E648-961C-502BF52F2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81" name="Group 375">
                <a:extLst>
                  <a:ext uri="{FF2B5EF4-FFF2-40B4-BE49-F238E27FC236}">
                    <a16:creationId xmlns:a16="http://schemas.microsoft.com/office/drawing/2014/main" id="{EA90B984-0232-2446-8671-DE7D838676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93" name="AutoShape 376">
                  <a:extLst>
                    <a:ext uri="{FF2B5EF4-FFF2-40B4-BE49-F238E27FC236}">
                      <a16:creationId xmlns:a16="http://schemas.microsoft.com/office/drawing/2014/main" id="{6EB17013-082B-8046-B555-12F5A15CDD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4" name="AutoShape 377">
                  <a:extLst>
                    <a:ext uri="{FF2B5EF4-FFF2-40B4-BE49-F238E27FC236}">
                      <a16:creationId xmlns:a16="http://schemas.microsoft.com/office/drawing/2014/main" id="{A70DD0EF-6EE9-E241-AB7E-EB4BDADA2E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82" name="Rectangle 378">
                <a:extLst>
                  <a:ext uri="{FF2B5EF4-FFF2-40B4-BE49-F238E27FC236}">
                    <a16:creationId xmlns:a16="http://schemas.microsoft.com/office/drawing/2014/main" id="{06B18518-E7AE-2941-AC96-4C9A6B0F0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3" name="Freeform 379">
                <a:extLst>
                  <a:ext uri="{FF2B5EF4-FFF2-40B4-BE49-F238E27FC236}">
                    <a16:creationId xmlns:a16="http://schemas.microsoft.com/office/drawing/2014/main" id="{C884ECAB-FBB2-1146-9BA8-9234C1076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4" name="Freeform 380">
                <a:extLst>
                  <a:ext uri="{FF2B5EF4-FFF2-40B4-BE49-F238E27FC236}">
                    <a16:creationId xmlns:a16="http://schemas.microsoft.com/office/drawing/2014/main" id="{86ACC5C0-75DC-D644-9593-987029E24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5" name="Oval 381">
                <a:extLst>
                  <a:ext uri="{FF2B5EF4-FFF2-40B4-BE49-F238E27FC236}">
                    <a16:creationId xmlns:a16="http://schemas.microsoft.com/office/drawing/2014/main" id="{8F3063A0-8C29-3F4C-BBB6-E5C3DB2046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6" name="Freeform 382">
                <a:extLst>
                  <a:ext uri="{FF2B5EF4-FFF2-40B4-BE49-F238E27FC236}">
                    <a16:creationId xmlns:a16="http://schemas.microsoft.com/office/drawing/2014/main" id="{458BBF01-F7B3-7C4A-9F9B-C150FEACF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7" name="AutoShape 383">
                <a:extLst>
                  <a:ext uri="{FF2B5EF4-FFF2-40B4-BE49-F238E27FC236}">
                    <a16:creationId xmlns:a16="http://schemas.microsoft.com/office/drawing/2014/main" id="{F09EBB6E-D725-9948-A7CD-454E0B2D09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8" name="AutoShape 384">
                <a:extLst>
                  <a:ext uri="{FF2B5EF4-FFF2-40B4-BE49-F238E27FC236}">
                    <a16:creationId xmlns:a16="http://schemas.microsoft.com/office/drawing/2014/main" id="{02BBEBA8-A2A8-6940-9840-37361C65A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9" name="Oval 385">
                <a:extLst>
                  <a:ext uri="{FF2B5EF4-FFF2-40B4-BE49-F238E27FC236}">
                    <a16:creationId xmlns:a16="http://schemas.microsoft.com/office/drawing/2014/main" id="{6CD76452-9A37-284A-AC19-94EAEBD63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0" name="Oval 386">
                <a:extLst>
                  <a:ext uri="{FF2B5EF4-FFF2-40B4-BE49-F238E27FC236}">
                    <a16:creationId xmlns:a16="http://schemas.microsoft.com/office/drawing/2014/main" id="{1E726A08-C3CF-E243-B6EC-2B48F6CD7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91" name="Oval 387">
                <a:extLst>
                  <a:ext uri="{FF2B5EF4-FFF2-40B4-BE49-F238E27FC236}">
                    <a16:creationId xmlns:a16="http://schemas.microsoft.com/office/drawing/2014/main" id="{EA8C927A-FBE1-A045-983E-D27E291B7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2" name="Rectangle 388">
                <a:extLst>
                  <a:ext uri="{FF2B5EF4-FFF2-40B4-BE49-F238E27FC236}">
                    <a16:creationId xmlns:a16="http://schemas.microsoft.com/office/drawing/2014/main" id="{C8D6AC43-68AF-D54D-86AA-678153092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40" name="Group 320">
              <a:extLst>
                <a:ext uri="{FF2B5EF4-FFF2-40B4-BE49-F238E27FC236}">
                  <a16:creationId xmlns:a16="http://schemas.microsoft.com/office/drawing/2014/main" id="{BCA856A3-13D3-2047-A080-FFDA86B41E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05" y="1159"/>
              <a:ext cx="301" cy="451"/>
              <a:chOff x="4140" y="429"/>
              <a:chExt cx="1425" cy="2396"/>
            </a:xfrm>
          </p:grpSpPr>
          <p:sp>
            <p:nvSpPr>
              <p:cNvPr id="337" name="Freeform 321">
                <a:extLst>
                  <a:ext uri="{FF2B5EF4-FFF2-40B4-BE49-F238E27FC236}">
                    <a16:creationId xmlns:a16="http://schemas.microsoft.com/office/drawing/2014/main" id="{E9C36205-9E0D-2941-8A7D-957488780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8" name="Rectangle 322">
                <a:extLst>
                  <a:ext uri="{FF2B5EF4-FFF2-40B4-BE49-F238E27FC236}">
                    <a16:creationId xmlns:a16="http://schemas.microsoft.com/office/drawing/2014/main" id="{DC6B3BB4-B3F9-6649-8059-F6509EF98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9" name="Freeform 323">
                <a:extLst>
                  <a:ext uri="{FF2B5EF4-FFF2-40B4-BE49-F238E27FC236}">
                    <a16:creationId xmlns:a16="http://schemas.microsoft.com/office/drawing/2014/main" id="{95CD3C72-5158-C545-A42A-E0769B687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40" name="Freeform 324">
                <a:extLst>
                  <a:ext uri="{FF2B5EF4-FFF2-40B4-BE49-F238E27FC236}">
                    <a16:creationId xmlns:a16="http://schemas.microsoft.com/office/drawing/2014/main" id="{1090F3E0-60AF-444E-8E42-17F66B71A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41" name="Rectangle 325">
                <a:extLst>
                  <a:ext uri="{FF2B5EF4-FFF2-40B4-BE49-F238E27FC236}">
                    <a16:creationId xmlns:a16="http://schemas.microsoft.com/office/drawing/2014/main" id="{3E522ADC-77DE-624F-87AA-FAECC9207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42" name="Group 326">
                <a:extLst>
                  <a:ext uri="{FF2B5EF4-FFF2-40B4-BE49-F238E27FC236}">
                    <a16:creationId xmlns:a16="http://schemas.microsoft.com/office/drawing/2014/main" id="{9A881071-53C4-854C-B41F-14CD734AB8D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67" name="AutoShape 327">
                  <a:extLst>
                    <a:ext uri="{FF2B5EF4-FFF2-40B4-BE49-F238E27FC236}">
                      <a16:creationId xmlns:a16="http://schemas.microsoft.com/office/drawing/2014/main" id="{5EC42EDF-C001-704E-BAAE-2375ABBC88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8" name="AutoShape 328">
                  <a:extLst>
                    <a:ext uri="{FF2B5EF4-FFF2-40B4-BE49-F238E27FC236}">
                      <a16:creationId xmlns:a16="http://schemas.microsoft.com/office/drawing/2014/main" id="{D887905D-58B1-9A4E-A16A-32F0BF16C0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43" name="Rectangle 329">
                <a:extLst>
                  <a:ext uri="{FF2B5EF4-FFF2-40B4-BE49-F238E27FC236}">
                    <a16:creationId xmlns:a16="http://schemas.microsoft.com/office/drawing/2014/main" id="{36A11B0A-F86E-BE46-B4B2-5F605E896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44" name="Group 330">
                <a:extLst>
                  <a:ext uri="{FF2B5EF4-FFF2-40B4-BE49-F238E27FC236}">
                    <a16:creationId xmlns:a16="http://schemas.microsoft.com/office/drawing/2014/main" id="{0D898D3E-53D5-FA42-B3ED-1A902F5545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65" name="AutoShape 331">
                  <a:extLst>
                    <a:ext uri="{FF2B5EF4-FFF2-40B4-BE49-F238E27FC236}">
                      <a16:creationId xmlns:a16="http://schemas.microsoft.com/office/drawing/2014/main" id="{140CF4C1-2936-734F-BC64-690AD15BC6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6" name="AutoShape 332">
                  <a:extLst>
                    <a:ext uri="{FF2B5EF4-FFF2-40B4-BE49-F238E27FC236}">
                      <a16:creationId xmlns:a16="http://schemas.microsoft.com/office/drawing/2014/main" id="{25379ADE-E4A2-3644-A2E3-CEB92CF3E1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45" name="Rectangle 333">
                <a:extLst>
                  <a:ext uri="{FF2B5EF4-FFF2-40B4-BE49-F238E27FC236}">
                    <a16:creationId xmlns:a16="http://schemas.microsoft.com/office/drawing/2014/main" id="{58B982F1-2C06-C64E-8596-9111059744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46" name="Rectangle 334">
                <a:extLst>
                  <a:ext uri="{FF2B5EF4-FFF2-40B4-BE49-F238E27FC236}">
                    <a16:creationId xmlns:a16="http://schemas.microsoft.com/office/drawing/2014/main" id="{EC5379D6-711E-1046-B80F-16F89DE4F0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47" name="Group 335">
                <a:extLst>
                  <a:ext uri="{FF2B5EF4-FFF2-40B4-BE49-F238E27FC236}">
                    <a16:creationId xmlns:a16="http://schemas.microsoft.com/office/drawing/2014/main" id="{62B6A9C1-9ECF-E740-8210-537B54075D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63" name="AutoShape 336">
                  <a:extLst>
                    <a:ext uri="{FF2B5EF4-FFF2-40B4-BE49-F238E27FC236}">
                      <a16:creationId xmlns:a16="http://schemas.microsoft.com/office/drawing/2014/main" id="{9D8FBAA6-1137-6844-B6C0-8AE8A997B6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4" name="AutoShape 337">
                  <a:extLst>
                    <a:ext uri="{FF2B5EF4-FFF2-40B4-BE49-F238E27FC236}">
                      <a16:creationId xmlns:a16="http://schemas.microsoft.com/office/drawing/2014/main" id="{69F4B76F-7829-E94B-BEA3-FD8D128BDF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48" name="Freeform 338">
                <a:extLst>
                  <a:ext uri="{FF2B5EF4-FFF2-40B4-BE49-F238E27FC236}">
                    <a16:creationId xmlns:a16="http://schemas.microsoft.com/office/drawing/2014/main" id="{22A5C20A-B311-014E-A689-CAD61456A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49" name="Group 339">
                <a:extLst>
                  <a:ext uri="{FF2B5EF4-FFF2-40B4-BE49-F238E27FC236}">
                    <a16:creationId xmlns:a16="http://schemas.microsoft.com/office/drawing/2014/main" id="{925CE1AB-BA57-3848-BF71-4F28A97B45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61" name="AutoShape 340">
                  <a:extLst>
                    <a:ext uri="{FF2B5EF4-FFF2-40B4-BE49-F238E27FC236}">
                      <a16:creationId xmlns:a16="http://schemas.microsoft.com/office/drawing/2014/main" id="{B07E1427-3B3F-6340-A5C6-DEFB2FDEA8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2" name="AutoShape 341">
                  <a:extLst>
                    <a:ext uri="{FF2B5EF4-FFF2-40B4-BE49-F238E27FC236}">
                      <a16:creationId xmlns:a16="http://schemas.microsoft.com/office/drawing/2014/main" id="{E9341EDB-352E-324A-895B-0C91268DFA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50" name="Rectangle 342">
                <a:extLst>
                  <a:ext uri="{FF2B5EF4-FFF2-40B4-BE49-F238E27FC236}">
                    <a16:creationId xmlns:a16="http://schemas.microsoft.com/office/drawing/2014/main" id="{11D2D091-BAD4-0641-8566-710F8617E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1" name="Freeform 343">
                <a:extLst>
                  <a:ext uri="{FF2B5EF4-FFF2-40B4-BE49-F238E27FC236}">
                    <a16:creationId xmlns:a16="http://schemas.microsoft.com/office/drawing/2014/main" id="{3E9A5AE3-2D61-1346-98F1-082A92E96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2" name="Freeform 344">
                <a:extLst>
                  <a:ext uri="{FF2B5EF4-FFF2-40B4-BE49-F238E27FC236}">
                    <a16:creationId xmlns:a16="http://schemas.microsoft.com/office/drawing/2014/main" id="{C88A9B02-44A8-734D-A285-32FD607BA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3" name="Oval 345">
                <a:extLst>
                  <a:ext uri="{FF2B5EF4-FFF2-40B4-BE49-F238E27FC236}">
                    <a16:creationId xmlns:a16="http://schemas.microsoft.com/office/drawing/2014/main" id="{F7E578EC-80CB-5240-8CD1-30DCB3549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4" name="Freeform 346">
                <a:extLst>
                  <a:ext uri="{FF2B5EF4-FFF2-40B4-BE49-F238E27FC236}">
                    <a16:creationId xmlns:a16="http://schemas.microsoft.com/office/drawing/2014/main" id="{01251E70-248C-C54E-995F-050E4B38D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5" name="AutoShape 347">
                <a:extLst>
                  <a:ext uri="{FF2B5EF4-FFF2-40B4-BE49-F238E27FC236}">
                    <a16:creationId xmlns:a16="http://schemas.microsoft.com/office/drawing/2014/main" id="{8EDCF461-339C-BE45-B223-F7FF2FF53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6" name="AutoShape 348">
                <a:extLst>
                  <a:ext uri="{FF2B5EF4-FFF2-40B4-BE49-F238E27FC236}">
                    <a16:creationId xmlns:a16="http://schemas.microsoft.com/office/drawing/2014/main" id="{41BCC026-3C31-E047-BE6D-95F125EFB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7" name="Oval 349">
                <a:extLst>
                  <a:ext uri="{FF2B5EF4-FFF2-40B4-BE49-F238E27FC236}">
                    <a16:creationId xmlns:a16="http://schemas.microsoft.com/office/drawing/2014/main" id="{BDE395A6-533C-B447-98EC-373FD11B4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8" name="Oval 350">
                <a:extLst>
                  <a:ext uri="{FF2B5EF4-FFF2-40B4-BE49-F238E27FC236}">
                    <a16:creationId xmlns:a16="http://schemas.microsoft.com/office/drawing/2014/main" id="{B4DADC3A-2C8C-F346-B8B8-136C0D22C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59" name="Oval 351">
                <a:extLst>
                  <a:ext uri="{FF2B5EF4-FFF2-40B4-BE49-F238E27FC236}">
                    <a16:creationId xmlns:a16="http://schemas.microsoft.com/office/drawing/2014/main" id="{38987EEB-88F2-1244-9E1C-2C362707F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0" name="Rectangle 352">
                <a:extLst>
                  <a:ext uri="{FF2B5EF4-FFF2-40B4-BE49-F238E27FC236}">
                    <a16:creationId xmlns:a16="http://schemas.microsoft.com/office/drawing/2014/main" id="{AAD9CA5F-C3CC-4E40-B45E-D06325400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41" name="Line 9">
              <a:extLst>
                <a:ext uri="{FF2B5EF4-FFF2-40B4-BE49-F238E27FC236}">
                  <a16:creationId xmlns:a16="http://schemas.microsoft.com/office/drawing/2014/main" id="{9E3D4712-7ACE-524B-B065-8A439F0D26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4" y="1642"/>
              <a:ext cx="708" cy="498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2" name="Group 19">
              <a:extLst>
                <a:ext uri="{FF2B5EF4-FFF2-40B4-BE49-F238E27FC236}">
                  <a16:creationId xmlns:a16="http://schemas.microsoft.com/office/drawing/2014/main" id="{B7732DA7-70D9-1240-BF36-777385ECC6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6" y="1881"/>
              <a:ext cx="510" cy="661"/>
              <a:chOff x="4296" y="2627"/>
              <a:chExt cx="510" cy="661"/>
            </a:xfrm>
          </p:grpSpPr>
          <p:sp>
            <p:nvSpPr>
              <p:cNvPr id="322" name="Rectangle 20">
                <a:extLst>
                  <a:ext uri="{FF2B5EF4-FFF2-40B4-BE49-F238E27FC236}">
                    <a16:creationId xmlns:a16="http://schemas.microsoft.com/office/drawing/2014/main" id="{7EF39355-B61B-E84C-B3EA-87B8386C9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3" name="Text Box 21">
                <a:extLst>
                  <a:ext uri="{FF2B5EF4-FFF2-40B4-BE49-F238E27FC236}">
                    <a16:creationId xmlns:a16="http://schemas.microsoft.com/office/drawing/2014/main" id="{26712A7D-44B8-304E-A5C8-D984194E69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8" y="2627"/>
                <a:ext cx="485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mail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server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4" name="Rectangle 22">
                <a:extLst>
                  <a:ext uri="{FF2B5EF4-FFF2-40B4-BE49-F238E27FC236}">
                    <a16:creationId xmlns:a16="http://schemas.microsoft.com/office/drawing/2014/main" id="{7D10463C-95E2-7A40-B36D-B52E7D083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5" name="Line 23">
                <a:extLst>
                  <a:ext uri="{FF2B5EF4-FFF2-40B4-BE49-F238E27FC236}">
                    <a16:creationId xmlns:a16="http://schemas.microsoft.com/office/drawing/2014/main" id="{68F9A836-2CFD-7B42-A92E-BE9292B82A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6" name="Line 24">
                <a:extLst>
                  <a:ext uri="{FF2B5EF4-FFF2-40B4-BE49-F238E27FC236}">
                    <a16:creationId xmlns:a16="http://schemas.microsoft.com/office/drawing/2014/main" id="{1779996E-0F2D-8442-BDA2-3F87ED9983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7" name="Line 25">
                <a:extLst>
                  <a:ext uri="{FF2B5EF4-FFF2-40B4-BE49-F238E27FC236}">
                    <a16:creationId xmlns:a16="http://schemas.microsoft.com/office/drawing/2014/main" id="{40E69C7B-2F1A-5E44-95A1-0FA6ED8558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8" name="Line 26">
                <a:extLst>
                  <a:ext uri="{FF2B5EF4-FFF2-40B4-BE49-F238E27FC236}">
                    <a16:creationId xmlns:a16="http://schemas.microsoft.com/office/drawing/2014/main" id="{CFC35C20-DD29-644F-933D-922B8557DB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9" name="Line 27">
                <a:extLst>
                  <a:ext uri="{FF2B5EF4-FFF2-40B4-BE49-F238E27FC236}">
                    <a16:creationId xmlns:a16="http://schemas.microsoft.com/office/drawing/2014/main" id="{43DE343D-639B-8043-A638-7551BBFABD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0" name="Line 28">
                <a:extLst>
                  <a:ext uri="{FF2B5EF4-FFF2-40B4-BE49-F238E27FC236}">
                    <a16:creationId xmlns:a16="http://schemas.microsoft.com/office/drawing/2014/main" id="{73CAB6AE-7763-9144-9C11-A01FC53341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1" name="Line 29">
                <a:extLst>
                  <a:ext uri="{FF2B5EF4-FFF2-40B4-BE49-F238E27FC236}">
                    <a16:creationId xmlns:a16="http://schemas.microsoft.com/office/drawing/2014/main" id="{04D1B335-C850-7F4C-B4D0-A23B2568D0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2" name="Rectangle 30">
                <a:extLst>
                  <a:ext uri="{FF2B5EF4-FFF2-40B4-BE49-F238E27FC236}">
                    <a16:creationId xmlns:a16="http://schemas.microsoft.com/office/drawing/2014/main" id="{D75BC7AF-5CB3-C249-8C45-6520E20D0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3" name="Rectangle 31">
                <a:extLst>
                  <a:ext uri="{FF2B5EF4-FFF2-40B4-BE49-F238E27FC236}">
                    <a16:creationId xmlns:a16="http://schemas.microsoft.com/office/drawing/2014/main" id="{74DAAAB9-27DF-DA4B-872B-8B29FE6DD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4" name="Rectangle 32">
                <a:extLst>
                  <a:ext uri="{FF2B5EF4-FFF2-40B4-BE49-F238E27FC236}">
                    <a16:creationId xmlns:a16="http://schemas.microsoft.com/office/drawing/2014/main" id="{5F99C941-D513-9148-ABE9-3B9B588B2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5" name="Rectangle 33">
                <a:extLst>
                  <a:ext uri="{FF2B5EF4-FFF2-40B4-BE49-F238E27FC236}">
                    <a16:creationId xmlns:a16="http://schemas.microsoft.com/office/drawing/2014/main" id="{3651F20B-728B-344C-B4AD-749B1DEAC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6" name="Rectangle 34">
                <a:extLst>
                  <a:ext uri="{FF2B5EF4-FFF2-40B4-BE49-F238E27FC236}">
                    <a16:creationId xmlns:a16="http://schemas.microsoft.com/office/drawing/2014/main" id="{7164AE9B-5D5E-3949-A3F4-DED08F720F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43" name="Group 60">
              <a:extLst>
                <a:ext uri="{FF2B5EF4-FFF2-40B4-BE49-F238E27FC236}">
                  <a16:creationId xmlns:a16="http://schemas.microsoft.com/office/drawing/2014/main" id="{5A333144-1730-0C4F-A832-56ED7E3B8D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06" y="2763"/>
              <a:ext cx="510" cy="661"/>
              <a:chOff x="4296" y="2627"/>
              <a:chExt cx="510" cy="661"/>
            </a:xfrm>
          </p:grpSpPr>
          <p:sp>
            <p:nvSpPr>
              <p:cNvPr id="307" name="Rectangle 61">
                <a:extLst>
                  <a:ext uri="{FF2B5EF4-FFF2-40B4-BE49-F238E27FC236}">
                    <a16:creationId xmlns:a16="http://schemas.microsoft.com/office/drawing/2014/main" id="{9395864E-A9B4-5342-82A1-DE3B8AFE9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8" name="Text Box 62">
                <a:extLst>
                  <a:ext uri="{FF2B5EF4-FFF2-40B4-BE49-F238E27FC236}">
                    <a16:creationId xmlns:a16="http://schemas.microsoft.com/office/drawing/2014/main" id="{5AACD721-3312-0F4C-BAF3-B6F1B5616C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8" y="2627"/>
                <a:ext cx="485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mail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server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9" name="Rectangle 63">
                <a:extLst>
                  <a:ext uri="{FF2B5EF4-FFF2-40B4-BE49-F238E27FC236}">
                    <a16:creationId xmlns:a16="http://schemas.microsoft.com/office/drawing/2014/main" id="{93B2530E-F2E5-1041-B7D2-9465CE4EA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0" name="Line 64">
                <a:extLst>
                  <a:ext uri="{FF2B5EF4-FFF2-40B4-BE49-F238E27FC236}">
                    <a16:creationId xmlns:a16="http://schemas.microsoft.com/office/drawing/2014/main" id="{894E865A-3431-FD4B-96A5-C97DAAC7A6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1" name="Line 65">
                <a:extLst>
                  <a:ext uri="{FF2B5EF4-FFF2-40B4-BE49-F238E27FC236}">
                    <a16:creationId xmlns:a16="http://schemas.microsoft.com/office/drawing/2014/main" id="{3CA43AF7-D356-4142-A618-06DCB23282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2" name="Line 66">
                <a:extLst>
                  <a:ext uri="{FF2B5EF4-FFF2-40B4-BE49-F238E27FC236}">
                    <a16:creationId xmlns:a16="http://schemas.microsoft.com/office/drawing/2014/main" id="{4F8E4FC5-0A2A-4849-97E6-425A5D2E69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3" name="Line 67">
                <a:extLst>
                  <a:ext uri="{FF2B5EF4-FFF2-40B4-BE49-F238E27FC236}">
                    <a16:creationId xmlns:a16="http://schemas.microsoft.com/office/drawing/2014/main" id="{343125A4-6A3A-F943-89E3-12B16C09D2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4" name="Line 68">
                <a:extLst>
                  <a:ext uri="{FF2B5EF4-FFF2-40B4-BE49-F238E27FC236}">
                    <a16:creationId xmlns:a16="http://schemas.microsoft.com/office/drawing/2014/main" id="{D4CB6017-5831-FA48-815B-BE92970244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5" name="Line 69">
                <a:extLst>
                  <a:ext uri="{FF2B5EF4-FFF2-40B4-BE49-F238E27FC236}">
                    <a16:creationId xmlns:a16="http://schemas.microsoft.com/office/drawing/2014/main" id="{E4754EF7-D910-814B-8B41-2FD2BAA878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6" name="Line 70">
                <a:extLst>
                  <a:ext uri="{FF2B5EF4-FFF2-40B4-BE49-F238E27FC236}">
                    <a16:creationId xmlns:a16="http://schemas.microsoft.com/office/drawing/2014/main" id="{F137C288-EF55-D540-A997-85FA917D73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7" name="Rectangle 71">
                <a:extLst>
                  <a:ext uri="{FF2B5EF4-FFF2-40B4-BE49-F238E27FC236}">
                    <a16:creationId xmlns:a16="http://schemas.microsoft.com/office/drawing/2014/main" id="{F56FC77C-FB59-7F4E-B825-2A488EF8C8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8" name="Rectangle 72">
                <a:extLst>
                  <a:ext uri="{FF2B5EF4-FFF2-40B4-BE49-F238E27FC236}">
                    <a16:creationId xmlns:a16="http://schemas.microsoft.com/office/drawing/2014/main" id="{F41D8631-6A74-BA42-8A05-01D02E0EA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9" name="Rectangle 73">
                <a:extLst>
                  <a:ext uri="{FF2B5EF4-FFF2-40B4-BE49-F238E27FC236}">
                    <a16:creationId xmlns:a16="http://schemas.microsoft.com/office/drawing/2014/main" id="{C73BF6A9-3054-FB43-A0C0-EB576EBF1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0" name="Rectangle 74">
                <a:extLst>
                  <a:ext uri="{FF2B5EF4-FFF2-40B4-BE49-F238E27FC236}">
                    <a16:creationId xmlns:a16="http://schemas.microsoft.com/office/drawing/2014/main" id="{944FDC84-5A12-CC42-9A23-A92DDF6AE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1" name="Rectangle 75">
                <a:extLst>
                  <a:ext uri="{FF2B5EF4-FFF2-40B4-BE49-F238E27FC236}">
                    <a16:creationId xmlns:a16="http://schemas.microsoft.com/office/drawing/2014/main" id="{88D6DBF9-99B2-4544-BF6D-329E89DCB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44" name="Group 96">
              <a:extLst>
                <a:ext uri="{FF2B5EF4-FFF2-40B4-BE49-F238E27FC236}">
                  <a16:creationId xmlns:a16="http://schemas.microsoft.com/office/drawing/2014/main" id="{57000094-DC40-484B-A0CA-146FA733FE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06" y="1347"/>
              <a:ext cx="510" cy="661"/>
              <a:chOff x="4296" y="2627"/>
              <a:chExt cx="510" cy="661"/>
            </a:xfrm>
          </p:grpSpPr>
          <p:sp>
            <p:nvSpPr>
              <p:cNvPr id="292" name="Rectangle 97">
                <a:extLst>
                  <a:ext uri="{FF2B5EF4-FFF2-40B4-BE49-F238E27FC236}">
                    <a16:creationId xmlns:a16="http://schemas.microsoft.com/office/drawing/2014/main" id="{23688015-1451-B649-A136-19DFE598C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3" name="Text Box 98">
                <a:extLst>
                  <a:ext uri="{FF2B5EF4-FFF2-40B4-BE49-F238E27FC236}">
                    <a16:creationId xmlns:a16="http://schemas.microsoft.com/office/drawing/2014/main" id="{8D2FAA41-802D-714B-9684-49001E0C16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8" y="2627"/>
                <a:ext cx="485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mail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server</a:t>
                </a: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4" name="Rectangle 99">
                <a:extLst>
                  <a:ext uri="{FF2B5EF4-FFF2-40B4-BE49-F238E27FC236}">
                    <a16:creationId xmlns:a16="http://schemas.microsoft.com/office/drawing/2014/main" id="{A4CCD107-61E7-3242-85D1-3EAFC1B47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5" name="Line 100">
                <a:extLst>
                  <a:ext uri="{FF2B5EF4-FFF2-40B4-BE49-F238E27FC236}">
                    <a16:creationId xmlns:a16="http://schemas.microsoft.com/office/drawing/2014/main" id="{2743033E-E6A8-F646-99FA-C57B67EFD0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6" name="Line 101">
                <a:extLst>
                  <a:ext uri="{FF2B5EF4-FFF2-40B4-BE49-F238E27FC236}">
                    <a16:creationId xmlns:a16="http://schemas.microsoft.com/office/drawing/2014/main" id="{2C5C87C8-3EB9-C345-8455-9601CC8BF2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7" name="Line 102">
                <a:extLst>
                  <a:ext uri="{FF2B5EF4-FFF2-40B4-BE49-F238E27FC236}">
                    <a16:creationId xmlns:a16="http://schemas.microsoft.com/office/drawing/2014/main" id="{61F561F5-A8AF-F046-8A1B-EB72756DC9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8" name="Line 103">
                <a:extLst>
                  <a:ext uri="{FF2B5EF4-FFF2-40B4-BE49-F238E27FC236}">
                    <a16:creationId xmlns:a16="http://schemas.microsoft.com/office/drawing/2014/main" id="{189B5DCD-C8CD-4049-BF55-784B4932C7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9" name="Line 104">
                <a:extLst>
                  <a:ext uri="{FF2B5EF4-FFF2-40B4-BE49-F238E27FC236}">
                    <a16:creationId xmlns:a16="http://schemas.microsoft.com/office/drawing/2014/main" id="{51E021BF-BE11-C748-8956-6CE4588C2A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0" name="Line 105">
                <a:extLst>
                  <a:ext uri="{FF2B5EF4-FFF2-40B4-BE49-F238E27FC236}">
                    <a16:creationId xmlns:a16="http://schemas.microsoft.com/office/drawing/2014/main" id="{4B929A3B-B815-E441-922D-EA14E8C14C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1" name="Line 106">
                <a:extLst>
                  <a:ext uri="{FF2B5EF4-FFF2-40B4-BE49-F238E27FC236}">
                    <a16:creationId xmlns:a16="http://schemas.microsoft.com/office/drawing/2014/main" id="{5A282BD2-5338-3E4D-8636-9D489C73E7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2" name="Rectangle 107">
                <a:extLst>
                  <a:ext uri="{FF2B5EF4-FFF2-40B4-BE49-F238E27FC236}">
                    <a16:creationId xmlns:a16="http://schemas.microsoft.com/office/drawing/2014/main" id="{8E194D1F-5621-4E4F-9797-A2C32D688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3" name="Rectangle 108">
                <a:extLst>
                  <a:ext uri="{FF2B5EF4-FFF2-40B4-BE49-F238E27FC236}">
                    <a16:creationId xmlns:a16="http://schemas.microsoft.com/office/drawing/2014/main" id="{AD50D80A-F8D2-514C-87E9-4ACA4207A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4" name="Rectangle 109">
                <a:extLst>
                  <a:ext uri="{FF2B5EF4-FFF2-40B4-BE49-F238E27FC236}">
                    <a16:creationId xmlns:a16="http://schemas.microsoft.com/office/drawing/2014/main" id="{2275F6D3-E63F-C04C-A0DE-16B4A4842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5" name="Rectangle 110">
                <a:extLst>
                  <a:ext uri="{FF2B5EF4-FFF2-40B4-BE49-F238E27FC236}">
                    <a16:creationId xmlns:a16="http://schemas.microsoft.com/office/drawing/2014/main" id="{48706195-34DD-A541-88E3-15F1D1F4A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6" name="Rectangle 111">
                <a:extLst>
                  <a:ext uri="{FF2B5EF4-FFF2-40B4-BE49-F238E27FC236}">
                    <a16:creationId xmlns:a16="http://schemas.microsoft.com/office/drawing/2014/main" id="{3F644955-990A-3D46-8B8D-8C68D095D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45" name="Line 117">
              <a:extLst>
                <a:ext uri="{FF2B5EF4-FFF2-40B4-BE49-F238E27FC236}">
                  <a16:creationId xmlns:a16="http://schemas.microsoft.com/office/drawing/2014/main" id="{14A97E77-F498-9E42-8702-8B7F5D1AC5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34" y="2350"/>
              <a:ext cx="708" cy="684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6" name="Line 118">
              <a:extLst>
                <a:ext uri="{FF2B5EF4-FFF2-40B4-BE49-F238E27FC236}">
                  <a16:creationId xmlns:a16="http://schemas.microsoft.com/office/drawing/2014/main" id="{32DA8ECF-6761-E64E-A313-7489BEF95F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66" y="2020"/>
              <a:ext cx="0" cy="786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7" name="Group 119">
              <a:extLst>
                <a:ext uri="{FF2B5EF4-FFF2-40B4-BE49-F238E27FC236}">
                  <a16:creationId xmlns:a16="http://schemas.microsoft.com/office/drawing/2014/main" id="{BA52A921-FC7C-6043-901B-3544177346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9" y="2535"/>
              <a:ext cx="641" cy="330"/>
              <a:chOff x="3749" y="2537"/>
              <a:chExt cx="641" cy="330"/>
            </a:xfrm>
          </p:grpSpPr>
          <p:sp>
            <p:nvSpPr>
              <p:cNvPr id="290" name="Rectangle 120">
                <a:extLst>
                  <a:ext uri="{FF2B5EF4-FFF2-40B4-BE49-F238E27FC236}">
                    <a16:creationId xmlns:a16="http://schemas.microsoft.com/office/drawing/2014/main" id="{0C8E9259-98F2-604F-A4C6-3A7F488FC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1" name="Text Box 121">
                <a:extLst>
                  <a:ext uri="{FF2B5EF4-FFF2-40B4-BE49-F238E27FC236}">
                    <a16:creationId xmlns:a16="http://schemas.microsoft.com/office/drawing/2014/main" id="{211C72D2-CB25-324F-AB81-6EE0282F0E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9" y="2537"/>
                <a:ext cx="641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SMTP</a:t>
                </a:r>
              </a:p>
            </p:txBody>
          </p:sp>
        </p:grpSp>
        <p:grpSp>
          <p:nvGrpSpPr>
            <p:cNvPr id="248" name="Group 122">
              <a:extLst>
                <a:ext uri="{FF2B5EF4-FFF2-40B4-BE49-F238E27FC236}">
                  <a16:creationId xmlns:a16="http://schemas.microsoft.com/office/drawing/2014/main" id="{0C8CF91C-30A4-724C-9B71-2A06A29487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5" y="1743"/>
              <a:ext cx="641" cy="330"/>
              <a:chOff x="3749" y="2537"/>
              <a:chExt cx="641" cy="330"/>
            </a:xfrm>
          </p:grpSpPr>
          <p:sp>
            <p:nvSpPr>
              <p:cNvPr id="288" name="Rectangle 123">
                <a:extLst>
                  <a:ext uri="{FF2B5EF4-FFF2-40B4-BE49-F238E27FC236}">
                    <a16:creationId xmlns:a16="http://schemas.microsoft.com/office/drawing/2014/main" id="{FCECD58F-F77F-CE4B-B35E-A96DEDC7E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9" name="Text Box 124">
                <a:extLst>
                  <a:ext uri="{FF2B5EF4-FFF2-40B4-BE49-F238E27FC236}">
                    <a16:creationId xmlns:a16="http://schemas.microsoft.com/office/drawing/2014/main" id="{AF84BA8D-FF6F-3247-901E-8E6B18720F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9" y="2537"/>
                <a:ext cx="641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SMTP</a:t>
                </a:r>
              </a:p>
            </p:txBody>
          </p:sp>
        </p:grpSp>
        <p:grpSp>
          <p:nvGrpSpPr>
            <p:cNvPr id="249" name="Group 125">
              <a:extLst>
                <a:ext uri="{FF2B5EF4-FFF2-40B4-BE49-F238E27FC236}">
                  <a16:creationId xmlns:a16="http://schemas.microsoft.com/office/drawing/2014/main" id="{58DC277B-7AA7-2E40-B727-BF4769AC13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62" y="2151"/>
              <a:ext cx="641" cy="330"/>
              <a:chOff x="3770" y="2495"/>
              <a:chExt cx="641" cy="330"/>
            </a:xfrm>
          </p:grpSpPr>
          <p:sp>
            <p:nvSpPr>
              <p:cNvPr id="286" name="Rectangle 126">
                <a:extLst>
                  <a:ext uri="{FF2B5EF4-FFF2-40B4-BE49-F238E27FC236}">
                    <a16:creationId xmlns:a16="http://schemas.microsoft.com/office/drawing/2014/main" id="{2816DCBF-A1AF-E048-B956-3F1809C0D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7" name="Text Box 127">
                <a:extLst>
                  <a:ext uri="{FF2B5EF4-FFF2-40B4-BE49-F238E27FC236}">
                    <a16:creationId xmlns:a16="http://schemas.microsoft.com/office/drawing/2014/main" id="{63B15CD0-9983-6A4B-9279-804A5439A9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70" y="2495"/>
                <a:ext cx="641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SMTP</a:t>
                </a:r>
              </a:p>
            </p:txBody>
          </p:sp>
        </p:grpSp>
        <p:grpSp>
          <p:nvGrpSpPr>
            <p:cNvPr id="250" name="Group 423">
              <a:extLst>
                <a:ext uri="{FF2B5EF4-FFF2-40B4-BE49-F238E27FC236}">
                  <a16:creationId xmlns:a16="http://schemas.microsoft.com/office/drawing/2014/main" id="{30BA0251-F53A-8C4F-97BA-8DC51407C8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9" y="886"/>
              <a:ext cx="583" cy="664"/>
              <a:chOff x="3566" y="550"/>
              <a:chExt cx="583" cy="664"/>
            </a:xfrm>
          </p:grpSpPr>
          <p:grpSp>
            <p:nvGrpSpPr>
              <p:cNvPr id="281" name="Group 353">
                <a:extLst>
                  <a:ext uri="{FF2B5EF4-FFF2-40B4-BE49-F238E27FC236}">
                    <a16:creationId xmlns:a16="http://schemas.microsoft.com/office/drawing/2014/main" id="{08E25960-F839-D945-AEB0-EBA43385ED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84" name="Picture 354" descr="desktop_computer_stylized_medium">
                  <a:extLst>
                    <a:ext uri="{FF2B5EF4-FFF2-40B4-BE49-F238E27FC236}">
                      <a16:creationId xmlns:a16="http://schemas.microsoft.com/office/drawing/2014/main" id="{A8E24158-A20D-2643-9568-7E2B6A9A8F7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85" name="Freeform 355">
                  <a:extLst>
                    <a:ext uri="{FF2B5EF4-FFF2-40B4-BE49-F238E27FC236}">
                      <a16:creationId xmlns:a16="http://schemas.microsoft.com/office/drawing/2014/main" id="{7C66E8C3-2156-B443-A62B-AB5FE62DD4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82" name="Rectangle 115">
                <a:extLst>
                  <a:ext uri="{FF2B5EF4-FFF2-40B4-BE49-F238E27FC236}">
                    <a16:creationId xmlns:a16="http://schemas.microsoft.com/office/drawing/2014/main" id="{A8808CF7-A20F-6048-A5C3-5948802EC1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3" name="Text Box 116">
                <a:extLst>
                  <a:ext uri="{FF2B5EF4-FFF2-40B4-BE49-F238E27FC236}">
                    <a16:creationId xmlns:a16="http://schemas.microsoft.com/office/drawing/2014/main" id="{3615B133-7ADF-B149-A5EF-D48A09950B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user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51" name="Group 424">
              <a:extLst>
                <a:ext uri="{FF2B5EF4-FFF2-40B4-BE49-F238E27FC236}">
                  <a16:creationId xmlns:a16="http://schemas.microsoft.com/office/drawing/2014/main" id="{45EE4567-07D2-9B44-B152-A79DBA1430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2" y="1400"/>
              <a:ext cx="583" cy="664"/>
              <a:chOff x="3566" y="550"/>
              <a:chExt cx="583" cy="664"/>
            </a:xfrm>
          </p:grpSpPr>
          <p:grpSp>
            <p:nvGrpSpPr>
              <p:cNvPr id="276" name="Group 425">
                <a:extLst>
                  <a:ext uri="{FF2B5EF4-FFF2-40B4-BE49-F238E27FC236}">
                    <a16:creationId xmlns:a16="http://schemas.microsoft.com/office/drawing/2014/main" id="{E722A2E6-A5F4-6C41-B802-1B3176A542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79" name="Picture 426" descr="desktop_computer_stylized_medium">
                  <a:extLst>
                    <a:ext uri="{FF2B5EF4-FFF2-40B4-BE49-F238E27FC236}">
                      <a16:creationId xmlns:a16="http://schemas.microsoft.com/office/drawing/2014/main" id="{8B6EAA10-F9D8-724F-94C8-D4E4B57A04F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80" name="Freeform 427">
                  <a:extLst>
                    <a:ext uri="{FF2B5EF4-FFF2-40B4-BE49-F238E27FC236}">
                      <a16:creationId xmlns:a16="http://schemas.microsoft.com/office/drawing/2014/main" id="{1E93A55D-6DF6-C544-9512-0E02D9C496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77" name="Rectangle 115">
                <a:extLst>
                  <a:ext uri="{FF2B5EF4-FFF2-40B4-BE49-F238E27FC236}">
                    <a16:creationId xmlns:a16="http://schemas.microsoft.com/office/drawing/2014/main" id="{1B535841-0794-1B43-AB50-A8A2B89E4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8" name="Text Box 116">
                <a:extLst>
                  <a:ext uri="{FF2B5EF4-FFF2-40B4-BE49-F238E27FC236}">
                    <a16:creationId xmlns:a16="http://schemas.microsoft.com/office/drawing/2014/main" id="{08BD580D-BB58-674F-BF51-73AD02F8ED1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user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52" name="Group 430">
              <a:extLst>
                <a:ext uri="{FF2B5EF4-FFF2-40B4-BE49-F238E27FC236}">
                  <a16:creationId xmlns:a16="http://schemas.microsoft.com/office/drawing/2014/main" id="{34A2D0BA-C196-4942-B7CA-678581CB51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74" y="1880"/>
              <a:ext cx="583" cy="664"/>
              <a:chOff x="3566" y="550"/>
              <a:chExt cx="583" cy="664"/>
            </a:xfrm>
          </p:grpSpPr>
          <p:grpSp>
            <p:nvGrpSpPr>
              <p:cNvPr id="271" name="Group 431">
                <a:extLst>
                  <a:ext uri="{FF2B5EF4-FFF2-40B4-BE49-F238E27FC236}">
                    <a16:creationId xmlns:a16="http://schemas.microsoft.com/office/drawing/2014/main" id="{BE03D0A5-F5D7-9948-B7EA-FA5E6ADA2B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74" name="Picture 432" descr="desktop_computer_stylized_medium">
                  <a:extLst>
                    <a:ext uri="{FF2B5EF4-FFF2-40B4-BE49-F238E27FC236}">
                      <a16:creationId xmlns:a16="http://schemas.microsoft.com/office/drawing/2014/main" id="{CE464295-B889-1B47-A8D7-3556B2AAAD0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75" name="Freeform 433">
                  <a:extLst>
                    <a:ext uri="{FF2B5EF4-FFF2-40B4-BE49-F238E27FC236}">
                      <a16:creationId xmlns:a16="http://schemas.microsoft.com/office/drawing/2014/main" id="{C77332B6-93C9-A042-A591-13DCD23AA5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72" name="Rectangle 115">
                <a:extLst>
                  <a:ext uri="{FF2B5EF4-FFF2-40B4-BE49-F238E27FC236}">
                    <a16:creationId xmlns:a16="http://schemas.microsoft.com/office/drawing/2014/main" id="{F6E9263B-5B99-914A-B779-F129D9C75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3" name="Text Box 116">
                <a:extLst>
                  <a:ext uri="{FF2B5EF4-FFF2-40B4-BE49-F238E27FC236}">
                    <a16:creationId xmlns:a16="http://schemas.microsoft.com/office/drawing/2014/main" id="{E6ADB34B-0590-DF41-A12D-070F82E8AE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user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53" name="Group 436">
              <a:extLst>
                <a:ext uri="{FF2B5EF4-FFF2-40B4-BE49-F238E27FC236}">
                  <a16:creationId xmlns:a16="http://schemas.microsoft.com/office/drawing/2014/main" id="{1E0B8E86-E363-7347-AAB0-795D10C2D2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91" y="2540"/>
              <a:ext cx="583" cy="664"/>
              <a:chOff x="3566" y="550"/>
              <a:chExt cx="583" cy="664"/>
            </a:xfrm>
          </p:grpSpPr>
          <p:grpSp>
            <p:nvGrpSpPr>
              <p:cNvPr id="266" name="Group 437">
                <a:extLst>
                  <a:ext uri="{FF2B5EF4-FFF2-40B4-BE49-F238E27FC236}">
                    <a16:creationId xmlns:a16="http://schemas.microsoft.com/office/drawing/2014/main" id="{AC5F831C-0C35-C549-B51D-4296B8B8B9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69" name="Picture 438" descr="desktop_computer_stylized_medium">
                  <a:extLst>
                    <a:ext uri="{FF2B5EF4-FFF2-40B4-BE49-F238E27FC236}">
                      <a16:creationId xmlns:a16="http://schemas.microsoft.com/office/drawing/2014/main" id="{AD14A203-3912-324B-BE4F-9D6A4285CEC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70" name="Freeform 439">
                  <a:extLst>
                    <a:ext uri="{FF2B5EF4-FFF2-40B4-BE49-F238E27FC236}">
                      <a16:creationId xmlns:a16="http://schemas.microsoft.com/office/drawing/2014/main" id="{9E88436B-4E0D-D149-A214-D937D45DEA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67" name="Rectangle 115">
                <a:extLst>
                  <a:ext uri="{FF2B5EF4-FFF2-40B4-BE49-F238E27FC236}">
                    <a16:creationId xmlns:a16="http://schemas.microsoft.com/office/drawing/2014/main" id="{0DEA31A9-2C76-564E-B16F-DBD697177E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68" name="Text Box 116">
                <a:extLst>
                  <a:ext uri="{FF2B5EF4-FFF2-40B4-BE49-F238E27FC236}">
                    <a16:creationId xmlns:a16="http://schemas.microsoft.com/office/drawing/2014/main" id="{7655A215-ADF5-8C47-8D04-DDBF56AFD7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user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54" name="Group 442">
              <a:extLst>
                <a:ext uri="{FF2B5EF4-FFF2-40B4-BE49-F238E27FC236}">
                  <a16:creationId xmlns:a16="http://schemas.microsoft.com/office/drawing/2014/main" id="{30600299-25CF-4A4E-8A3B-15590AC954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6" y="3446"/>
              <a:ext cx="583" cy="664"/>
              <a:chOff x="3566" y="550"/>
              <a:chExt cx="583" cy="664"/>
            </a:xfrm>
          </p:grpSpPr>
          <p:grpSp>
            <p:nvGrpSpPr>
              <p:cNvPr id="261" name="Group 443">
                <a:extLst>
                  <a:ext uri="{FF2B5EF4-FFF2-40B4-BE49-F238E27FC236}">
                    <a16:creationId xmlns:a16="http://schemas.microsoft.com/office/drawing/2014/main" id="{116521D6-39B6-ED4D-BF9D-4EDC84BB43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64" name="Picture 444" descr="desktop_computer_stylized_medium">
                  <a:extLst>
                    <a:ext uri="{FF2B5EF4-FFF2-40B4-BE49-F238E27FC236}">
                      <a16:creationId xmlns:a16="http://schemas.microsoft.com/office/drawing/2014/main" id="{B764D5A2-AAF9-6F4A-AD12-7AF1E69A921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65" name="Freeform 445">
                  <a:extLst>
                    <a:ext uri="{FF2B5EF4-FFF2-40B4-BE49-F238E27FC236}">
                      <a16:creationId xmlns:a16="http://schemas.microsoft.com/office/drawing/2014/main" id="{1CF12910-951A-5444-81F3-DDC16C9510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62" name="Rectangle 115">
                <a:extLst>
                  <a:ext uri="{FF2B5EF4-FFF2-40B4-BE49-F238E27FC236}">
                    <a16:creationId xmlns:a16="http://schemas.microsoft.com/office/drawing/2014/main" id="{E6B060FF-D007-3348-A6C9-A56534FB0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63" name="Text Box 116">
                <a:extLst>
                  <a:ext uri="{FF2B5EF4-FFF2-40B4-BE49-F238E27FC236}">
                    <a16:creationId xmlns:a16="http://schemas.microsoft.com/office/drawing/2014/main" id="{D67C13D0-AC42-8E4B-9B42-5CEAC13028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user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55" name="Group 448">
              <a:extLst>
                <a:ext uri="{FF2B5EF4-FFF2-40B4-BE49-F238E27FC236}">
                  <a16:creationId xmlns:a16="http://schemas.microsoft.com/office/drawing/2014/main" id="{8E0DD129-7A33-3E4A-8455-FC51B1CF67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5" y="3056"/>
              <a:ext cx="583" cy="664"/>
              <a:chOff x="3566" y="550"/>
              <a:chExt cx="583" cy="664"/>
            </a:xfrm>
          </p:grpSpPr>
          <p:grpSp>
            <p:nvGrpSpPr>
              <p:cNvPr id="256" name="Group 449">
                <a:extLst>
                  <a:ext uri="{FF2B5EF4-FFF2-40B4-BE49-F238E27FC236}">
                    <a16:creationId xmlns:a16="http://schemas.microsoft.com/office/drawing/2014/main" id="{90AB032A-A3B7-3748-9489-8C4F915581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59" name="Picture 450" descr="desktop_computer_stylized_medium">
                  <a:extLst>
                    <a:ext uri="{FF2B5EF4-FFF2-40B4-BE49-F238E27FC236}">
                      <a16:creationId xmlns:a16="http://schemas.microsoft.com/office/drawing/2014/main" id="{DE476DC9-0E4F-314D-82DF-D6027FE6D11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60" name="Freeform 451">
                  <a:extLst>
                    <a:ext uri="{FF2B5EF4-FFF2-40B4-BE49-F238E27FC236}">
                      <a16:creationId xmlns:a16="http://schemas.microsoft.com/office/drawing/2014/main" id="{234ABE2F-A8B4-8542-94E8-78DDE67E3E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57" name="Rectangle 115">
                <a:extLst>
                  <a:ext uri="{FF2B5EF4-FFF2-40B4-BE49-F238E27FC236}">
                    <a16:creationId xmlns:a16="http://schemas.microsoft.com/office/drawing/2014/main" id="{B0E02959-4482-944E-9351-976262974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58" name="Text Box 116">
                <a:extLst>
                  <a:ext uri="{FF2B5EF4-FFF2-40B4-BE49-F238E27FC236}">
                    <a16:creationId xmlns:a16="http://schemas.microsoft.com/office/drawing/2014/main" id="{53D455CA-494C-3941-B909-EFE07A9B71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user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216" name="Rectangle 3">
            <a:extLst>
              <a:ext uri="{FF2B5EF4-FFF2-40B4-BE49-F238E27FC236}">
                <a16:creationId xmlns:a16="http://schemas.microsoft.com/office/drawing/2014/main" id="{D5E2CE3F-09DC-EA40-ABE5-ED6ACF8FB8D5}"/>
              </a:ext>
            </a:extLst>
          </p:cNvPr>
          <p:cNvSpPr txBox="1">
            <a:spLocks noChangeArrowheads="1"/>
          </p:cNvSpPr>
          <p:nvPr/>
        </p:nvSpPr>
        <p:spPr>
          <a:xfrm>
            <a:off x="660265" y="1387147"/>
            <a:ext cx="5674033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mail servers: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mailbox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contains incoming messages for user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message queue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of outgoing (to be sent) mail messages</a:t>
            </a:r>
          </a:p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SMTP protocol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between mail servers to send email messages</a:t>
            </a:r>
          </a:p>
          <a:p>
            <a:pPr marL="411163" marR="0" lvl="0" indent="-23018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client: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sending mail server</a:t>
            </a:r>
          </a:p>
          <a:p>
            <a:pPr marL="411163" marR="0" lvl="0" indent="-23018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“server”: 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receiving mail server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B35D9358-DFF3-6B4F-B793-C73142424C20}"/>
              </a:ext>
            </a:extLst>
          </p:cNvPr>
          <p:cNvGrpSpPr/>
          <p:nvPr/>
        </p:nvGrpSpPr>
        <p:grpSpPr>
          <a:xfrm>
            <a:off x="7171111" y="1995054"/>
            <a:ext cx="3710247" cy="3732412"/>
            <a:chOff x="7171111" y="1995054"/>
            <a:chExt cx="3710247" cy="3732412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BBE430A9-6EC8-E04E-AC1F-E5B6080D4994}"/>
                </a:ext>
              </a:extLst>
            </p:cNvPr>
            <p:cNvSpPr/>
            <p:nvPr/>
          </p:nvSpPr>
          <p:spPr>
            <a:xfrm>
              <a:off x="7215447" y="1995054"/>
              <a:ext cx="1230284" cy="432262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8" name="Oval 217">
              <a:extLst>
                <a:ext uri="{FF2B5EF4-FFF2-40B4-BE49-F238E27FC236}">
                  <a16:creationId xmlns:a16="http://schemas.microsoft.com/office/drawing/2014/main" id="{7240D5A6-234E-E146-AB2C-E5F301108500}"/>
                </a:ext>
              </a:extLst>
            </p:cNvPr>
            <p:cNvSpPr/>
            <p:nvPr/>
          </p:nvSpPr>
          <p:spPr>
            <a:xfrm>
              <a:off x="9213272" y="2862348"/>
              <a:ext cx="1230284" cy="432262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9" name="Oval 218">
              <a:extLst>
                <a:ext uri="{FF2B5EF4-FFF2-40B4-BE49-F238E27FC236}">
                  <a16:creationId xmlns:a16="http://schemas.microsoft.com/office/drawing/2014/main" id="{BD61EF7B-A2A1-9B4E-A736-BF8BBEA6BDD9}"/>
                </a:ext>
              </a:extLst>
            </p:cNvPr>
            <p:cNvSpPr/>
            <p:nvPr/>
          </p:nvSpPr>
          <p:spPr>
            <a:xfrm>
              <a:off x="7171111" y="4261656"/>
              <a:ext cx="1230284" cy="432262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8259EEA6-9689-C04D-BD3F-CF04D4B88165}"/>
                </a:ext>
              </a:extLst>
            </p:cNvPr>
            <p:cNvSpPr/>
            <p:nvPr/>
          </p:nvSpPr>
          <p:spPr>
            <a:xfrm>
              <a:off x="9651074" y="5295204"/>
              <a:ext cx="1230284" cy="432262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F01800ED-B4E3-D244-99D3-D843C53AC930}"/>
              </a:ext>
            </a:extLst>
          </p:cNvPr>
          <p:cNvGrpSpPr/>
          <p:nvPr/>
        </p:nvGrpSpPr>
        <p:grpSpPr>
          <a:xfrm>
            <a:off x="7223758" y="2263832"/>
            <a:ext cx="3272445" cy="4031670"/>
            <a:chOff x="7171111" y="1995054"/>
            <a:chExt cx="3272445" cy="4031670"/>
          </a:xfrm>
        </p:grpSpPr>
        <p:sp>
          <p:nvSpPr>
            <p:cNvPr id="433" name="Oval 432">
              <a:extLst>
                <a:ext uri="{FF2B5EF4-FFF2-40B4-BE49-F238E27FC236}">
                  <a16:creationId xmlns:a16="http://schemas.microsoft.com/office/drawing/2014/main" id="{1AE66534-1742-4D4D-A771-2684958A7DEB}"/>
                </a:ext>
              </a:extLst>
            </p:cNvPr>
            <p:cNvSpPr/>
            <p:nvPr/>
          </p:nvSpPr>
          <p:spPr>
            <a:xfrm>
              <a:off x="7215447" y="1995054"/>
              <a:ext cx="1230284" cy="432262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89210E69-0F0D-A54E-BE3D-5898333A054A}"/>
                </a:ext>
              </a:extLst>
            </p:cNvPr>
            <p:cNvSpPr/>
            <p:nvPr/>
          </p:nvSpPr>
          <p:spPr>
            <a:xfrm>
              <a:off x="9213272" y="2862348"/>
              <a:ext cx="1230284" cy="432262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5" name="Oval 434">
              <a:extLst>
                <a:ext uri="{FF2B5EF4-FFF2-40B4-BE49-F238E27FC236}">
                  <a16:creationId xmlns:a16="http://schemas.microsoft.com/office/drawing/2014/main" id="{D90FA906-1714-D741-9807-A174108A555D}"/>
                </a:ext>
              </a:extLst>
            </p:cNvPr>
            <p:cNvSpPr/>
            <p:nvPr/>
          </p:nvSpPr>
          <p:spPr>
            <a:xfrm>
              <a:off x="7171111" y="4261656"/>
              <a:ext cx="1230284" cy="432262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6" name="Oval 435">
              <a:extLst>
                <a:ext uri="{FF2B5EF4-FFF2-40B4-BE49-F238E27FC236}">
                  <a16:creationId xmlns:a16="http://schemas.microsoft.com/office/drawing/2014/main" id="{FC5F6C4F-12A6-3249-823E-31B999516BF6}"/>
                </a:ext>
              </a:extLst>
            </p:cNvPr>
            <p:cNvSpPr/>
            <p:nvPr/>
          </p:nvSpPr>
          <p:spPr>
            <a:xfrm>
              <a:off x="9590116" y="5594462"/>
              <a:ext cx="759227" cy="432262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2E7737B7-4792-4C4D-ADC2-1233AEC89C9C}"/>
              </a:ext>
            </a:extLst>
          </p:cNvPr>
          <p:cNvGrpSpPr/>
          <p:nvPr/>
        </p:nvGrpSpPr>
        <p:grpSpPr>
          <a:xfrm>
            <a:off x="6988233" y="2128058"/>
            <a:ext cx="2391295" cy="1864822"/>
            <a:chOff x="6988233" y="2128058"/>
            <a:chExt cx="2391295" cy="1864822"/>
          </a:xfrm>
        </p:grpSpPr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59B212E0-3D25-5C48-91EF-9330F70E0B9C}"/>
                </a:ext>
              </a:extLst>
            </p:cNvPr>
            <p:cNvSpPr/>
            <p:nvPr/>
          </p:nvSpPr>
          <p:spPr>
            <a:xfrm>
              <a:off x="8262851" y="2128058"/>
              <a:ext cx="1080655" cy="615142"/>
            </a:xfrm>
            <a:prstGeom prst="ellipse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7" name="Oval 436">
              <a:extLst>
                <a:ext uri="{FF2B5EF4-FFF2-40B4-BE49-F238E27FC236}">
                  <a16:creationId xmlns:a16="http://schemas.microsoft.com/office/drawing/2014/main" id="{E403B798-6196-3C4A-B374-5D484B4CC8E5}"/>
                </a:ext>
              </a:extLst>
            </p:cNvPr>
            <p:cNvSpPr/>
            <p:nvPr/>
          </p:nvSpPr>
          <p:spPr>
            <a:xfrm>
              <a:off x="8298873" y="3377738"/>
              <a:ext cx="1080655" cy="615142"/>
            </a:xfrm>
            <a:prstGeom prst="ellipse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8" name="Oval 437">
              <a:extLst>
                <a:ext uri="{FF2B5EF4-FFF2-40B4-BE49-F238E27FC236}">
                  <a16:creationId xmlns:a16="http://schemas.microsoft.com/office/drawing/2014/main" id="{C60CAC5E-6F7C-8B4C-90CB-74107EEAC9E4}"/>
                </a:ext>
              </a:extLst>
            </p:cNvPr>
            <p:cNvSpPr/>
            <p:nvPr/>
          </p:nvSpPr>
          <p:spPr>
            <a:xfrm>
              <a:off x="6988233" y="2781993"/>
              <a:ext cx="1080655" cy="615142"/>
            </a:xfrm>
            <a:prstGeom prst="ellipse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39" name="Slide Number Placeholder 2">
            <a:extLst>
              <a:ext uri="{FF2B5EF4-FFF2-40B4-BE49-F238E27FC236}">
                <a16:creationId xmlns:a16="http://schemas.microsoft.com/office/drawing/2014/main" id="{01EA6896-ADAC-0A4A-9F59-CC5D8AE3655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050377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1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1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1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1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SMTP RFC </a:t>
            </a:r>
            <a:r>
              <a:rPr lang="en-US" altLang="en-US" sz="3200" dirty="0">
                <a:cs typeface="Calibri" panose="020F0502020204030204" pitchFamily="34" charset="0"/>
              </a:rPr>
              <a:t>(5321)</a:t>
            </a:r>
            <a:endParaRPr lang="en-US" sz="4400" dirty="0"/>
          </a:p>
        </p:txBody>
      </p:sp>
      <p:sp>
        <p:nvSpPr>
          <p:cNvPr id="215" name="Rectangle 3">
            <a:extLst>
              <a:ext uri="{FF2B5EF4-FFF2-40B4-BE49-F238E27FC236}">
                <a16:creationId xmlns:a16="http://schemas.microsoft.com/office/drawing/2014/main" id="{38D73E7D-6683-3B49-B9F1-F60777D45BFB}"/>
              </a:ext>
            </a:extLst>
          </p:cNvPr>
          <p:cNvSpPr txBox="1">
            <a:spLocks noChangeArrowheads="1"/>
          </p:cNvSpPr>
          <p:nvPr/>
        </p:nvSpPr>
        <p:spPr>
          <a:xfrm>
            <a:off x="693827" y="1364343"/>
            <a:ext cx="6887380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uses TCP to reliably transfer email message from client (mail server initiating connection) to server, port 25</a:t>
            </a:r>
          </a:p>
          <a:p>
            <a:pPr marL="695325" marR="0" lvl="1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direct transfer: sending server (acting like client) to receiving server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three phases of transfer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SMTP handshaking (greeting)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SMTP transfer of messages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SMTP closure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command/response interaction (like HTTP)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commands: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ASCII text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response: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status code and phrase</a:t>
            </a:r>
          </a:p>
        </p:txBody>
      </p:sp>
      <p:sp>
        <p:nvSpPr>
          <p:cNvPr id="5" name="Line 15">
            <a:extLst>
              <a:ext uri="{FF2B5EF4-FFF2-40B4-BE49-F238E27FC236}">
                <a16:creationId xmlns:a16="http://schemas.microsoft.com/office/drawing/2014/main" id="{9DD85366-88DE-C542-88D9-20C49121DBDB}"/>
              </a:ext>
            </a:extLst>
          </p:cNvPr>
          <p:cNvSpPr>
            <a:spLocks noChangeShapeType="1"/>
          </p:cNvSpPr>
          <p:nvPr/>
        </p:nvSpPr>
        <p:spPr bwMode="auto">
          <a:xfrm>
            <a:off x="9759590" y="1806759"/>
            <a:ext cx="0" cy="4494287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Line 16">
            <a:extLst>
              <a:ext uri="{FF2B5EF4-FFF2-40B4-BE49-F238E27FC236}">
                <a16:creationId xmlns:a16="http://schemas.microsoft.com/office/drawing/2014/main" id="{7FC5AA52-7805-5447-B85E-FDF51CDDE3EF}"/>
              </a:ext>
            </a:extLst>
          </p:cNvPr>
          <p:cNvSpPr>
            <a:spLocks noChangeShapeType="1"/>
          </p:cNvSpPr>
          <p:nvPr/>
        </p:nvSpPr>
        <p:spPr bwMode="auto">
          <a:xfrm>
            <a:off x="11450277" y="1800409"/>
            <a:ext cx="0" cy="4450761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Line 17">
            <a:extLst>
              <a:ext uri="{FF2B5EF4-FFF2-40B4-BE49-F238E27FC236}">
                <a16:creationId xmlns:a16="http://schemas.microsoft.com/office/drawing/2014/main" id="{35C19D9B-6414-7C40-AE68-D886427A018E}"/>
              </a:ext>
            </a:extLst>
          </p:cNvPr>
          <p:cNvSpPr>
            <a:spLocks noChangeShapeType="1"/>
          </p:cNvSpPr>
          <p:nvPr/>
        </p:nvSpPr>
        <p:spPr bwMode="auto">
          <a:xfrm>
            <a:off x="9773877" y="2038535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Line 18">
            <a:extLst>
              <a:ext uri="{FF2B5EF4-FFF2-40B4-BE49-F238E27FC236}">
                <a16:creationId xmlns:a16="http://schemas.microsoft.com/office/drawing/2014/main" id="{07450D17-7F6B-0642-8980-25D2524CF94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776216" y="2443434"/>
            <a:ext cx="1673225" cy="403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Line 19">
            <a:extLst>
              <a:ext uri="{FF2B5EF4-FFF2-40B4-BE49-F238E27FC236}">
                <a16:creationId xmlns:a16="http://schemas.microsoft.com/office/drawing/2014/main" id="{0BF8BD6C-738E-9C48-AE64-45C8CCA0DADB}"/>
              </a:ext>
            </a:extLst>
          </p:cNvPr>
          <p:cNvSpPr>
            <a:spLocks noChangeShapeType="1"/>
          </p:cNvSpPr>
          <p:nvPr/>
        </p:nvSpPr>
        <p:spPr bwMode="auto">
          <a:xfrm>
            <a:off x="9784153" y="2951434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Line 23">
            <a:extLst>
              <a:ext uri="{FF2B5EF4-FFF2-40B4-BE49-F238E27FC236}">
                <a16:creationId xmlns:a16="http://schemas.microsoft.com/office/drawing/2014/main" id="{7FDF6CF0-39AA-704E-A46D-6894CBE86170}"/>
              </a:ext>
            </a:extLst>
          </p:cNvPr>
          <p:cNvSpPr>
            <a:spLocks noChangeShapeType="1"/>
          </p:cNvSpPr>
          <p:nvPr/>
        </p:nvSpPr>
        <p:spPr bwMode="auto">
          <a:xfrm>
            <a:off x="9369065" y="2013135"/>
            <a:ext cx="3905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Text Box 24">
            <a:extLst>
              <a:ext uri="{FF2B5EF4-FFF2-40B4-BE49-F238E27FC236}">
                <a16:creationId xmlns:a16="http://schemas.microsoft.com/office/drawing/2014/main" id="{0D81911D-90C6-0740-89E6-FCC1C8669E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29576" y="1681861"/>
            <a:ext cx="1363707" cy="617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initiate TCP</a:t>
            </a:r>
          </a:p>
          <a:p>
            <a:pPr marL="0" marR="0" lvl="0" indent="0" algn="r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connection</a:t>
            </a:r>
          </a:p>
        </p:txBody>
      </p:sp>
      <p:sp>
        <p:nvSpPr>
          <p:cNvPr id="15" name="AutoShape 25">
            <a:extLst>
              <a:ext uri="{FF2B5EF4-FFF2-40B4-BE49-F238E27FC236}">
                <a16:creationId xmlns:a16="http://schemas.microsoft.com/office/drawing/2014/main" id="{D39D69F5-CE1C-8841-A745-AB48B82D86C3}"/>
              </a:ext>
            </a:extLst>
          </p:cNvPr>
          <p:cNvSpPr>
            <a:spLocks/>
          </p:cNvSpPr>
          <p:nvPr/>
        </p:nvSpPr>
        <p:spPr bwMode="auto">
          <a:xfrm>
            <a:off x="9504002" y="2063935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" name="Text Box 26">
            <a:extLst>
              <a:ext uri="{FF2B5EF4-FFF2-40B4-BE49-F238E27FC236}">
                <a16:creationId xmlns:a16="http://schemas.microsoft.com/office/drawing/2014/main" id="{22E819B2-D05E-114A-A16B-079A0196AE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38028" y="2241821"/>
            <a:ext cx="575222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RTT</a:t>
            </a:r>
          </a:p>
        </p:txBody>
      </p:sp>
      <p:sp>
        <p:nvSpPr>
          <p:cNvPr id="17" name="Line 27">
            <a:extLst>
              <a:ext uri="{FF2B5EF4-FFF2-40B4-BE49-F238E27FC236}">
                <a16:creationId xmlns:a16="http://schemas.microsoft.com/office/drawing/2014/main" id="{DED47AD4-A4E5-D643-BEC4-36C82849822C}"/>
              </a:ext>
            </a:extLst>
          </p:cNvPr>
          <p:cNvSpPr>
            <a:spLocks noChangeShapeType="1"/>
          </p:cNvSpPr>
          <p:nvPr/>
        </p:nvSpPr>
        <p:spPr bwMode="auto">
          <a:xfrm>
            <a:off x="9434903" y="2884759"/>
            <a:ext cx="3540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" name="Text Box 37">
            <a:extLst>
              <a:ext uri="{FF2B5EF4-FFF2-40B4-BE49-F238E27FC236}">
                <a16:creationId xmlns:a16="http://schemas.microsoft.com/office/drawing/2014/main" id="{F2867BB2-60F5-864A-8E27-42D477CE11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33670" y="5983183"/>
            <a:ext cx="663964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</a:t>
            </a:r>
          </a:p>
        </p:txBody>
      </p:sp>
      <p:grpSp>
        <p:nvGrpSpPr>
          <p:cNvPr id="25" name="Group 43">
            <a:extLst>
              <a:ext uri="{FF2B5EF4-FFF2-40B4-BE49-F238E27FC236}">
                <a16:creationId xmlns:a16="http://schemas.microsoft.com/office/drawing/2014/main" id="{3D5C236C-8782-D645-9D62-5F8367661898}"/>
              </a:ext>
            </a:extLst>
          </p:cNvPr>
          <p:cNvGrpSpPr>
            <a:grpSpLocks/>
          </p:cNvGrpSpPr>
          <p:nvPr/>
        </p:nvGrpSpPr>
        <p:grpSpPr bwMode="auto">
          <a:xfrm>
            <a:off x="11321502" y="1113906"/>
            <a:ext cx="302736" cy="620580"/>
            <a:chOff x="4140" y="429"/>
            <a:chExt cx="1425" cy="2396"/>
          </a:xfrm>
        </p:grpSpPr>
        <p:sp>
          <p:nvSpPr>
            <p:cNvPr id="26" name="Freeform 44">
              <a:extLst>
                <a:ext uri="{FF2B5EF4-FFF2-40B4-BE49-F238E27FC236}">
                  <a16:creationId xmlns:a16="http://schemas.microsoft.com/office/drawing/2014/main" id="{3D7FD269-66F0-3A46-BC26-B1B48C1EC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" name="Rectangle 45">
              <a:extLst>
                <a:ext uri="{FF2B5EF4-FFF2-40B4-BE49-F238E27FC236}">
                  <a16:creationId xmlns:a16="http://schemas.microsoft.com/office/drawing/2014/main" id="{499BD07C-348D-EE47-8262-97587EBC3B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1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" name="Freeform 46">
              <a:extLst>
                <a:ext uri="{FF2B5EF4-FFF2-40B4-BE49-F238E27FC236}">
                  <a16:creationId xmlns:a16="http://schemas.microsoft.com/office/drawing/2014/main" id="{6ADDA8D7-383A-D440-BC8C-29623DD19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Freeform 47">
              <a:extLst>
                <a:ext uri="{FF2B5EF4-FFF2-40B4-BE49-F238E27FC236}">
                  <a16:creationId xmlns:a16="http://schemas.microsoft.com/office/drawing/2014/main" id="{221B896F-4BCD-BC48-AD88-C33440B17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" name="Rectangle 48">
              <a:extLst>
                <a:ext uri="{FF2B5EF4-FFF2-40B4-BE49-F238E27FC236}">
                  <a16:creationId xmlns:a16="http://schemas.microsoft.com/office/drawing/2014/main" id="{4E3B542B-3515-614D-AC0F-5446B6428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0"/>
              <a:ext cx="598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1" name="Group 49">
              <a:extLst>
                <a:ext uri="{FF2B5EF4-FFF2-40B4-BE49-F238E27FC236}">
                  <a16:creationId xmlns:a16="http://schemas.microsoft.com/office/drawing/2014/main" id="{3F1A063C-0F0D-D342-925F-8A37EF918A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6" name="AutoShape 50">
                <a:extLst>
                  <a:ext uri="{FF2B5EF4-FFF2-40B4-BE49-F238E27FC236}">
                    <a16:creationId xmlns:a16="http://schemas.microsoft.com/office/drawing/2014/main" id="{365C2571-C0AC-DD4F-8C0B-E0135B6B3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6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AutoShape 51">
                <a:extLst>
                  <a:ext uri="{FF2B5EF4-FFF2-40B4-BE49-F238E27FC236}">
                    <a16:creationId xmlns:a16="http://schemas.microsoft.com/office/drawing/2014/main" id="{2E2E375F-F5BB-7048-98A7-F20398811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2" name="Rectangle 52">
              <a:extLst>
                <a:ext uri="{FF2B5EF4-FFF2-40B4-BE49-F238E27FC236}">
                  <a16:creationId xmlns:a16="http://schemas.microsoft.com/office/drawing/2014/main" id="{599276A5-9097-4F48-BD66-F55248A53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8"/>
              <a:ext cx="592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" name="Group 53">
              <a:extLst>
                <a:ext uri="{FF2B5EF4-FFF2-40B4-BE49-F238E27FC236}">
                  <a16:creationId xmlns:a16="http://schemas.microsoft.com/office/drawing/2014/main" id="{E8493614-E5BF-3C4B-A69C-B0D2B204F3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4" name="AutoShape 54">
                <a:extLst>
                  <a:ext uri="{FF2B5EF4-FFF2-40B4-BE49-F238E27FC236}">
                    <a16:creationId xmlns:a16="http://schemas.microsoft.com/office/drawing/2014/main" id="{53114F52-1575-9749-8952-D2DCC610E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5" name="AutoShape 55">
                <a:extLst>
                  <a:ext uri="{FF2B5EF4-FFF2-40B4-BE49-F238E27FC236}">
                    <a16:creationId xmlns:a16="http://schemas.microsoft.com/office/drawing/2014/main" id="{DB62F37B-A7AE-8743-A129-954FFFE62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" name="Rectangle 56">
              <a:extLst>
                <a:ext uri="{FF2B5EF4-FFF2-40B4-BE49-F238E27FC236}">
                  <a16:creationId xmlns:a16="http://schemas.microsoft.com/office/drawing/2014/main" id="{2D963FA1-A98D-9146-9517-70D64C4EA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7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" name="Rectangle 57">
              <a:extLst>
                <a:ext uri="{FF2B5EF4-FFF2-40B4-BE49-F238E27FC236}">
                  <a16:creationId xmlns:a16="http://schemas.microsoft.com/office/drawing/2014/main" id="{7B009C8F-02A4-8847-B0EA-D16645DBB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8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6" name="Group 58">
              <a:extLst>
                <a:ext uri="{FF2B5EF4-FFF2-40B4-BE49-F238E27FC236}">
                  <a16:creationId xmlns:a16="http://schemas.microsoft.com/office/drawing/2014/main" id="{B1F1EC6C-CC95-F941-9E85-C17672F094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2" name="AutoShape 59">
                <a:extLst>
                  <a:ext uri="{FF2B5EF4-FFF2-40B4-BE49-F238E27FC236}">
                    <a16:creationId xmlns:a16="http://schemas.microsoft.com/office/drawing/2014/main" id="{7CAD6A00-FCBF-E349-9263-787D78926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81"/>
                <a:ext cx="731" cy="12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3" name="AutoShape 60">
                <a:extLst>
                  <a:ext uri="{FF2B5EF4-FFF2-40B4-BE49-F238E27FC236}">
                    <a16:creationId xmlns:a16="http://schemas.microsoft.com/office/drawing/2014/main" id="{8338FE16-5897-AD45-8114-892D80B4C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86"/>
                <a:ext cx="698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7" name="Freeform 61">
              <a:extLst>
                <a:ext uri="{FF2B5EF4-FFF2-40B4-BE49-F238E27FC236}">
                  <a16:creationId xmlns:a16="http://schemas.microsoft.com/office/drawing/2014/main" id="{3BECD43D-8173-6E4A-B0C1-C8A765BA3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8" name="Group 62">
              <a:extLst>
                <a:ext uri="{FF2B5EF4-FFF2-40B4-BE49-F238E27FC236}">
                  <a16:creationId xmlns:a16="http://schemas.microsoft.com/office/drawing/2014/main" id="{75BFA42A-D868-E642-8EE5-F73001FC89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0" name="AutoShape 63">
                <a:extLst>
                  <a:ext uri="{FF2B5EF4-FFF2-40B4-BE49-F238E27FC236}">
                    <a16:creationId xmlns:a16="http://schemas.microsoft.com/office/drawing/2014/main" id="{76ACB339-3800-EF48-8BAE-12EDC0FAB2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1" name="AutoShape 64">
                <a:extLst>
                  <a:ext uri="{FF2B5EF4-FFF2-40B4-BE49-F238E27FC236}">
                    <a16:creationId xmlns:a16="http://schemas.microsoft.com/office/drawing/2014/main" id="{8E15701E-130D-7A4D-939B-7886ED0C9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1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9" name="Rectangle 65">
              <a:extLst>
                <a:ext uri="{FF2B5EF4-FFF2-40B4-BE49-F238E27FC236}">
                  <a16:creationId xmlns:a16="http://schemas.microsoft.com/office/drawing/2014/main" id="{6CCE6F19-24CA-4043-A2B7-7D60C738C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" name="Freeform 66">
              <a:extLst>
                <a:ext uri="{FF2B5EF4-FFF2-40B4-BE49-F238E27FC236}">
                  <a16:creationId xmlns:a16="http://schemas.microsoft.com/office/drawing/2014/main" id="{2A28341F-5DEB-B44C-88F8-74F23A635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" name="Freeform 67">
              <a:extLst>
                <a:ext uri="{FF2B5EF4-FFF2-40B4-BE49-F238E27FC236}">
                  <a16:creationId xmlns:a16="http://schemas.microsoft.com/office/drawing/2014/main" id="{EDFA6B41-9630-9F47-ABC3-C73882883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Oval 68">
              <a:extLst>
                <a:ext uri="{FF2B5EF4-FFF2-40B4-BE49-F238E27FC236}">
                  <a16:creationId xmlns:a16="http://schemas.microsoft.com/office/drawing/2014/main" id="{1C7176F1-ECE1-E74E-B7C8-7797741E6F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" name="Freeform 69">
              <a:extLst>
                <a:ext uri="{FF2B5EF4-FFF2-40B4-BE49-F238E27FC236}">
                  <a16:creationId xmlns:a16="http://schemas.microsoft.com/office/drawing/2014/main" id="{D66AA0EC-BC6B-344B-B4D6-64442E95A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AutoShape 70">
              <a:extLst>
                <a:ext uri="{FF2B5EF4-FFF2-40B4-BE49-F238E27FC236}">
                  <a16:creationId xmlns:a16="http://schemas.microsoft.com/office/drawing/2014/main" id="{832E4567-4C68-074B-AEA6-ACB828E35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1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" name="AutoShape 71">
              <a:extLst>
                <a:ext uri="{FF2B5EF4-FFF2-40B4-BE49-F238E27FC236}">
                  <a16:creationId xmlns:a16="http://schemas.microsoft.com/office/drawing/2014/main" id="{67F8A755-B9EC-9F49-95FB-E4F398021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8"/>
              <a:ext cx="1073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" name="Oval 72">
              <a:extLst>
                <a:ext uri="{FF2B5EF4-FFF2-40B4-BE49-F238E27FC236}">
                  <a16:creationId xmlns:a16="http://schemas.microsoft.com/office/drawing/2014/main" id="{5906629E-4506-1E4E-9123-6965F605C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380"/>
              <a:ext cx="160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" name="Oval 73">
              <a:extLst>
                <a:ext uri="{FF2B5EF4-FFF2-40B4-BE49-F238E27FC236}">
                  <a16:creationId xmlns:a16="http://schemas.microsoft.com/office/drawing/2014/main" id="{83F45A09-1088-1D46-AED8-76F1B32CD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60" cy="13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8" name="Oval 74">
              <a:extLst>
                <a:ext uri="{FF2B5EF4-FFF2-40B4-BE49-F238E27FC236}">
                  <a16:creationId xmlns:a16="http://schemas.microsoft.com/office/drawing/2014/main" id="{D16667B0-47FC-D643-9889-1EEC853A4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5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" name="Rectangle 75">
              <a:extLst>
                <a:ext uri="{FF2B5EF4-FFF2-40B4-BE49-F238E27FC236}">
                  <a16:creationId xmlns:a16="http://schemas.microsoft.com/office/drawing/2014/main" id="{22A86370-93A8-014B-BBD6-F67C8EED8E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5"/>
              <a:ext cx="85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3" name="Group 43">
            <a:extLst>
              <a:ext uri="{FF2B5EF4-FFF2-40B4-BE49-F238E27FC236}">
                <a16:creationId xmlns:a16="http://schemas.microsoft.com/office/drawing/2014/main" id="{36A665F7-DA44-AD4B-B7B6-65FA291092CF}"/>
              </a:ext>
            </a:extLst>
          </p:cNvPr>
          <p:cNvGrpSpPr>
            <a:grpSpLocks/>
          </p:cNvGrpSpPr>
          <p:nvPr/>
        </p:nvGrpSpPr>
        <p:grpSpPr bwMode="auto">
          <a:xfrm>
            <a:off x="9628476" y="1133303"/>
            <a:ext cx="302736" cy="620580"/>
            <a:chOff x="4140" y="429"/>
            <a:chExt cx="1425" cy="2396"/>
          </a:xfrm>
        </p:grpSpPr>
        <p:sp>
          <p:nvSpPr>
            <p:cNvPr id="64" name="Freeform 44">
              <a:extLst>
                <a:ext uri="{FF2B5EF4-FFF2-40B4-BE49-F238E27FC236}">
                  <a16:creationId xmlns:a16="http://schemas.microsoft.com/office/drawing/2014/main" id="{720EF6ED-B248-674A-99A4-96E903A62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" name="Rectangle 45">
              <a:extLst>
                <a:ext uri="{FF2B5EF4-FFF2-40B4-BE49-F238E27FC236}">
                  <a16:creationId xmlns:a16="http://schemas.microsoft.com/office/drawing/2014/main" id="{38AB1A91-FBEE-3141-9930-02B3EF189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1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" name="Freeform 46">
              <a:extLst>
                <a:ext uri="{FF2B5EF4-FFF2-40B4-BE49-F238E27FC236}">
                  <a16:creationId xmlns:a16="http://schemas.microsoft.com/office/drawing/2014/main" id="{413C4E64-9257-904B-843E-0AFF647C2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" name="Freeform 47">
              <a:extLst>
                <a:ext uri="{FF2B5EF4-FFF2-40B4-BE49-F238E27FC236}">
                  <a16:creationId xmlns:a16="http://schemas.microsoft.com/office/drawing/2014/main" id="{7FC7B94F-54BF-D841-ADBC-E458F9F0F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" name="Rectangle 48">
              <a:extLst>
                <a:ext uri="{FF2B5EF4-FFF2-40B4-BE49-F238E27FC236}">
                  <a16:creationId xmlns:a16="http://schemas.microsoft.com/office/drawing/2014/main" id="{EB1624E1-0701-0F40-AE26-BDCD5DCEA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0"/>
              <a:ext cx="598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9" name="Group 49">
              <a:extLst>
                <a:ext uri="{FF2B5EF4-FFF2-40B4-BE49-F238E27FC236}">
                  <a16:creationId xmlns:a16="http://schemas.microsoft.com/office/drawing/2014/main" id="{CAC021DC-E11F-DC42-9412-BD2C0C399B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4" name="AutoShape 50">
                <a:extLst>
                  <a:ext uri="{FF2B5EF4-FFF2-40B4-BE49-F238E27FC236}">
                    <a16:creationId xmlns:a16="http://schemas.microsoft.com/office/drawing/2014/main" id="{8D780C67-4BAA-7E49-96F5-16CC585637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6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5" name="AutoShape 51">
                <a:extLst>
                  <a:ext uri="{FF2B5EF4-FFF2-40B4-BE49-F238E27FC236}">
                    <a16:creationId xmlns:a16="http://schemas.microsoft.com/office/drawing/2014/main" id="{78C123FD-3471-EF45-B37D-E38208348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70" name="Rectangle 52">
              <a:extLst>
                <a:ext uri="{FF2B5EF4-FFF2-40B4-BE49-F238E27FC236}">
                  <a16:creationId xmlns:a16="http://schemas.microsoft.com/office/drawing/2014/main" id="{5A2221CB-BA38-7749-9467-FA3B7AED94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8"/>
              <a:ext cx="592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1" name="Group 53">
              <a:extLst>
                <a:ext uri="{FF2B5EF4-FFF2-40B4-BE49-F238E27FC236}">
                  <a16:creationId xmlns:a16="http://schemas.microsoft.com/office/drawing/2014/main" id="{6065AE00-0D61-7C4C-900C-0CFE2BE0D0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2" name="AutoShape 54">
                <a:extLst>
                  <a:ext uri="{FF2B5EF4-FFF2-40B4-BE49-F238E27FC236}">
                    <a16:creationId xmlns:a16="http://schemas.microsoft.com/office/drawing/2014/main" id="{4A448B66-F817-A745-8EA1-C03EF50CF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3" name="AutoShape 55">
                <a:extLst>
                  <a:ext uri="{FF2B5EF4-FFF2-40B4-BE49-F238E27FC236}">
                    <a16:creationId xmlns:a16="http://schemas.microsoft.com/office/drawing/2014/main" id="{A620699C-DAD6-F445-AAE7-28E005A0DF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72" name="Rectangle 56">
              <a:extLst>
                <a:ext uri="{FF2B5EF4-FFF2-40B4-BE49-F238E27FC236}">
                  <a16:creationId xmlns:a16="http://schemas.microsoft.com/office/drawing/2014/main" id="{4670FC57-F525-D849-A249-FF7598EB7F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7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" name="Rectangle 57">
              <a:extLst>
                <a:ext uri="{FF2B5EF4-FFF2-40B4-BE49-F238E27FC236}">
                  <a16:creationId xmlns:a16="http://schemas.microsoft.com/office/drawing/2014/main" id="{23434908-EF71-6241-8890-49973F488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8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4" name="Group 58">
              <a:extLst>
                <a:ext uri="{FF2B5EF4-FFF2-40B4-BE49-F238E27FC236}">
                  <a16:creationId xmlns:a16="http://schemas.microsoft.com/office/drawing/2014/main" id="{0BEED104-A0C2-604F-ADB7-7A0CC2B521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0" name="AutoShape 59">
                <a:extLst>
                  <a:ext uri="{FF2B5EF4-FFF2-40B4-BE49-F238E27FC236}">
                    <a16:creationId xmlns:a16="http://schemas.microsoft.com/office/drawing/2014/main" id="{0BC08FA1-E25B-8D4E-A5C0-77901B325B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81"/>
                <a:ext cx="731" cy="12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1" name="AutoShape 60">
                <a:extLst>
                  <a:ext uri="{FF2B5EF4-FFF2-40B4-BE49-F238E27FC236}">
                    <a16:creationId xmlns:a16="http://schemas.microsoft.com/office/drawing/2014/main" id="{C4D23A96-8BA2-7D4B-81E9-EC31FC87E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86"/>
                <a:ext cx="698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75" name="Freeform 61">
              <a:extLst>
                <a:ext uri="{FF2B5EF4-FFF2-40B4-BE49-F238E27FC236}">
                  <a16:creationId xmlns:a16="http://schemas.microsoft.com/office/drawing/2014/main" id="{B18E03CB-6F6A-3E47-B686-EC972ED9F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6" name="Group 62">
              <a:extLst>
                <a:ext uri="{FF2B5EF4-FFF2-40B4-BE49-F238E27FC236}">
                  <a16:creationId xmlns:a16="http://schemas.microsoft.com/office/drawing/2014/main" id="{EF110DE7-64A5-1A4C-8A85-F37C7799C5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88" name="AutoShape 63">
                <a:extLst>
                  <a:ext uri="{FF2B5EF4-FFF2-40B4-BE49-F238E27FC236}">
                    <a16:creationId xmlns:a16="http://schemas.microsoft.com/office/drawing/2014/main" id="{327C23D1-08FF-2743-89A8-0F6315DB8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9" name="AutoShape 64">
                <a:extLst>
                  <a:ext uri="{FF2B5EF4-FFF2-40B4-BE49-F238E27FC236}">
                    <a16:creationId xmlns:a16="http://schemas.microsoft.com/office/drawing/2014/main" id="{8687BE83-72B1-2948-9845-040B8B4B0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1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77" name="Rectangle 65">
              <a:extLst>
                <a:ext uri="{FF2B5EF4-FFF2-40B4-BE49-F238E27FC236}">
                  <a16:creationId xmlns:a16="http://schemas.microsoft.com/office/drawing/2014/main" id="{F776310D-3544-D142-97B4-F2F00A1AC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" name="Freeform 66">
              <a:extLst>
                <a:ext uri="{FF2B5EF4-FFF2-40B4-BE49-F238E27FC236}">
                  <a16:creationId xmlns:a16="http://schemas.microsoft.com/office/drawing/2014/main" id="{4C033668-E94B-0E4E-BBCE-069F172D3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" name="Freeform 67">
              <a:extLst>
                <a:ext uri="{FF2B5EF4-FFF2-40B4-BE49-F238E27FC236}">
                  <a16:creationId xmlns:a16="http://schemas.microsoft.com/office/drawing/2014/main" id="{DC0B0478-C1D9-0046-A23B-D886AB632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" name="Oval 68">
              <a:extLst>
                <a:ext uri="{FF2B5EF4-FFF2-40B4-BE49-F238E27FC236}">
                  <a16:creationId xmlns:a16="http://schemas.microsoft.com/office/drawing/2014/main" id="{A32BD7FF-72FE-6443-8650-0A6A33496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" name="Freeform 69">
              <a:extLst>
                <a:ext uri="{FF2B5EF4-FFF2-40B4-BE49-F238E27FC236}">
                  <a16:creationId xmlns:a16="http://schemas.microsoft.com/office/drawing/2014/main" id="{6050B46A-99D7-BE45-AF3A-D5364444A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" name="AutoShape 70">
              <a:extLst>
                <a:ext uri="{FF2B5EF4-FFF2-40B4-BE49-F238E27FC236}">
                  <a16:creationId xmlns:a16="http://schemas.microsoft.com/office/drawing/2014/main" id="{D23062E1-60FC-864E-A235-B0A1E921D6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1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" name="AutoShape 71">
              <a:extLst>
                <a:ext uri="{FF2B5EF4-FFF2-40B4-BE49-F238E27FC236}">
                  <a16:creationId xmlns:a16="http://schemas.microsoft.com/office/drawing/2014/main" id="{E5263FDE-E525-C044-8987-248993FDE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8"/>
              <a:ext cx="1073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" name="Oval 72">
              <a:extLst>
                <a:ext uri="{FF2B5EF4-FFF2-40B4-BE49-F238E27FC236}">
                  <a16:creationId xmlns:a16="http://schemas.microsoft.com/office/drawing/2014/main" id="{2DA10128-E8BC-314D-954C-8A0197A01B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380"/>
              <a:ext cx="160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" name="Oval 73">
              <a:extLst>
                <a:ext uri="{FF2B5EF4-FFF2-40B4-BE49-F238E27FC236}">
                  <a16:creationId xmlns:a16="http://schemas.microsoft.com/office/drawing/2014/main" id="{3407F73C-E949-224D-965B-E440F97DD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60" cy="13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86" name="Oval 74">
              <a:extLst>
                <a:ext uri="{FF2B5EF4-FFF2-40B4-BE49-F238E27FC236}">
                  <a16:creationId xmlns:a16="http://schemas.microsoft.com/office/drawing/2014/main" id="{B3E6374F-2478-844C-8FAE-082D84F4A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5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" name="Rectangle 75">
              <a:extLst>
                <a:ext uri="{FF2B5EF4-FFF2-40B4-BE49-F238E27FC236}">
                  <a16:creationId xmlns:a16="http://schemas.microsoft.com/office/drawing/2014/main" id="{6045DF2A-0FBD-094E-8F87-423339790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5"/>
              <a:ext cx="85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4BAA52C1-A711-F843-BEA2-9AB59FD36A9E}"/>
              </a:ext>
            </a:extLst>
          </p:cNvPr>
          <p:cNvGrpSpPr/>
          <p:nvPr/>
        </p:nvGrpSpPr>
        <p:grpSpPr>
          <a:xfrm>
            <a:off x="7963592" y="3346866"/>
            <a:ext cx="3507671" cy="1391389"/>
            <a:chOff x="7963592" y="3346866"/>
            <a:chExt cx="3507671" cy="1391389"/>
          </a:xfrm>
        </p:grpSpPr>
        <p:sp>
          <p:nvSpPr>
            <p:cNvPr id="96" name="Line 18">
              <a:extLst>
                <a:ext uri="{FF2B5EF4-FFF2-40B4-BE49-F238E27FC236}">
                  <a16:creationId xmlns:a16="http://schemas.microsoft.com/office/drawing/2014/main" id="{DAFB71B0-CADE-A94E-B910-CA1B2F9838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78988" y="3377229"/>
              <a:ext cx="1673225" cy="4032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" name="Line 19">
              <a:extLst>
                <a:ext uri="{FF2B5EF4-FFF2-40B4-BE49-F238E27FC236}">
                  <a16:creationId xmlns:a16="http://schemas.microsoft.com/office/drawing/2014/main" id="{01CE800B-0C3C-BD45-ADD9-6BD2CA9B1D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86925" y="3835354"/>
              <a:ext cx="1684338" cy="3905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" name="Line 18">
              <a:extLst>
                <a:ext uri="{FF2B5EF4-FFF2-40B4-BE49-F238E27FC236}">
                  <a16:creationId xmlns:a16="http://schemas.microsoft.com/office/drawing/2014/main" id="{56583440-860C-5248-899B-B6C0BD12C6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81759" y="4294399"/>
              <a:ext cx="1673225" cy="4032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50D6B51D-F16D-C648-9B06-B18E393A7937}"/>
                </a:ext>
              </a:extLst>
            </p:cNvPr>
            <p:cNvSpPr txBox="1"/>
            <p:nvPr/>
          </p:nvSpPr>
          <p:spPr>
            <a:xfrm>
              <a:off x="10274100" y="3374969"/>
              <a:ext cx="548639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220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281B67B0-9202-3141-BB17-579825F0D8DB}"/>
                </a:ext>
              </a:extLst>
            </p:cNvPr>
            <p:cNvSpPr txBox="1"/>
            <p:nvPr/>
          </p:nvSpPr>
          <p:spPr>
            <a:xfrm>
              <a:off x="10110616" y="4358640"/>
              <a:ext cx="1127759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250 Hello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1166F236-B330-B049-81C5-C27349358BA0}"/>
                </a:ext>
              </a:extLst>
            </p:cNvPr>
            <p:cNvSpPr txBox="1"/>
            <p:nvPr/>
          </p:nvSpPr>
          <p:spPr>
            <a:xfrm>
              <a:off x="10293496" y="3859879"/>
              <a:ext cx="695497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HELO</a:t>
              </a:r>
            </a:p>
          </p:txBody>
        </p:sp>
        <p:sp>
          <p:nvSpPr>
            <p:cNvPr id="109" name="AutoShape 25">
              <a:extLst>
                <a:ext uri="{FF2B5EF4-FFF2-40B4-BE49-F238E27FC236}">
                  <a16:creationId xmlns:a16="http://schemas.microsoft.com/office/drawing/2014/main" id="{B3532E9F-B52F-EE40-916E-F3743036B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9901" y="3346866"/>
              <a:ext cx="152184" cy="1391389"/>
            </a:xfrm>
            <a:prstGeom prst="leftBrace">
              <a:avLst>
                <a:gd name="adj1" fmla="val 52057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" name="Text Box 26">
              <a:extLst>
                <a:ext uri="{FF2B5EF4-FFF2-40B4-BE49-F238E27FC236}">
                  <a16:creationId xmlns:a16="http://schemas.microsoft.com/office/drawing/2014/main" id="{3B861658-DE9B-9046-ACBD-7560EACF06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63592" y="3757509"/>
              <a:ext cx="1662545" cy="6178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SMTP handshaking</a:t>
              </a:r>
            </a:p>
          </p:txBody>
        </p:sp>
      </p:grpSp>
      <p:sp>
        <p:nvSpPr>
          <p:cNvPr id="111" name="Text Box 24">
            <a:extLst>
              <a:ext uri="{FF2B5EF4-FFF2-40B4-BE49-F238E27FC236}">
                <a16:creationId xmlns:a16="http://schemas.microsoft.com/office/drawing/2014/main" id="{1AB225C5-3897-CE47-9E7A-F5B2FC51E3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99837" y="2515905"/>
            <a:ext cx="2192308" cy="617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TCP connection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initiated</a:t>
            </a:r>
          </a:p>
        </p:txBody>
      </p:sp>
      <p:sp>
        <p:nvSpPr>
          <p:cNvPr id="112" name="Text Box 37">
            <a:extLst>
              <a:ext uri="{FF2B5EF4-FFF2-40B4-BE49-F238E27FC236}">
                <a16:creationId xmlns:a16="http://schemas.microsoft.com/office/drawing/2014/main" id="{40F2207E-339D-D64D-83CD-4CF07C6412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89284" y="482929"/>
            <a:ext cx="1548694" cy="617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“client”</a:t>
            </a:r>
          </a:p>
          <a:p>
            <a:pPr marL="0" marR="0" lvl="0" indent="0" algn="r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SMTP server</a:t>
            </a:r>
          </a:p>
        </p:txBody>
      </p:sp>
      <p:sp>
        <p:nvSpPr>
          <p:cNvPr id="113" name="Text Box 37">
            <a:extLst>
              <a:ext uri="{FF2B5EF4-FFF2-40B4-BE49-F238E27FC236}">
                <a16:creationId xmlns:a16="http://schemas.microsoft.com/office/drawing/2014/main" id="{59390DD3-9B16-EC4B-86FC-6D12AD88A7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44050" y="485700"/>
            <a:ext cx="1548694" cy="617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“server”</a:t>
            </a:r>
          </a:p>
          <a:p>
            <a:pPr marL="0" marR="0" lvl="0" indent="0" algn="r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SMTP server</a:t>
            </a:r>
          </a:p>
        </p:txBody>
      </p: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A69C7318-30FE-6549-B28A-E671678A3F17}"/>
              </a:ext>
            </a:extLst>
          </p:cNvPr>
          <p:cNvGrpSpPr/>
          <p:nvPr/>
        </p:nvGrpSpPr>
        <p:grpSpPr>
          <a:xfrm>
            <a:off x="7966363" y="4829303"/>
            <a:ext cx="1745242" cy="1391389"/>
            <a:chOff x="7966363" y="4829303"/>
            <a:chExt cx="1745242" cy="1391389"/>
          </a:xfrm>
        </p:grpSpPr>
        <p:sp>
          <p:nvSpPr>
            <p:cNvPr id="114" name="AutoShape 25">
              <a:extLst>
                <a:ext uri="{FF2B5EF4-FFF2-40B4-BE49-F238E27FC236}">
                  <a16:creationId xmlns:a16="http://schemas.microsoft.com/office/drawing/2014/main" id="{E945F49C-1ED9-E94C-A6C5-EB45DB3BD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9421" y="4829303"/>
              <a:ext cx="152184" cy="1391389"/>
            </a:xfrm>
            <a:prstGeom prst="leftBrace">
              <a:avLst>
                <a:gd name="adj1" fmla="val 52057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5" name="Text Box 26">
              <a:extLst>
                <a:ext uri="{FF2B5EF4-FFF2-40B4-BE49-F238E27FC236}">
                  <a16:creationId xmlns:a16="http://schemas.microsoft.com/office/drawing/2014/main" id="{8FEE0406-B0E9-A947-A9BE-28C6837804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66363" y="5223320"/>
              <a:ext cx="1662545" cy="6178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SMTP transfers</a:t>
              </a:r>
            </a:p>
          </p:txBody>
        </p:sp>
      </p:grpSp>
      <p:sp>
        <p:nvSpPr>
          <p:cNvPr id="98" name="Slide Number Placeholder 2">
            <a:extLst>
              <a:ext uri="{FF2B5EF4-FFF2-40B4-BE49-F238E27FC236}">
                <a16:creationId xmlns:a16="http://schemas.microsoft.com/office/drawing/2014/main" id="{D42AF363-59AE-A349-BD98-DB00532A00F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77869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1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21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21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21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21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Scenario: Alice sends e-mail to Bob</a:t>
            </a:r>
            <a:endParaRPr lang="en-US" sz="4400" dirty="0"/>
          </a:p>
        </p:txBody>
      </p:sp>
      <p:sp>
        <p:nvSpPr>
          <p:cNvPr id="78" name="Rectangle 3">
            <a:extLst>
              <a:ext uri="{FF2B5EF4-FFF2-40B4-BE49-F238E27FC236}">
                <a16:creationId xmlns:a16="http://schemas.microsoft.com/office/drawing/2014/main" id="{2933C95F-5827-EE44-BCBB-0C3F4EACA630}"/>
              </a:ext>
            </a:extLst>
          </p:cNvPr>
          <p:cNvSpPr txBox="1">
            <a:spLocks noChangeArrowheads="1"/>
          </p:cNvSpPr>
          <p:nvPr/>
        </p:nvSpPr>
        <p:spPr>
          <a:xfrm>
            <a:off x="707567" y="1371600"/>
            <a:ext cx="5071156" cy="1153886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1) Alice uses UA to compose e-mail message “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to” </a:t>
            </a:r>
            <a:r>
              <a:rPr kumimoji="0" lang="en-US" altLang="ja-JP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bob@someschool.edu</a:t>
            </a:r>
            <a:endParaRPr kumimoji="0" lang="en-US" altLang="ja-JP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9" name="Rectangle 4">
            <a:extLst>
              <a:ext uri="{FF2B5EF4-FFF2-40B4-BE49-F238E27FC236}">
                <a16:creationId xmlns:a16="http://schemas.microsoft.com/office/drawing/2014/main" id="{00C4C8B9-B23B-0F45-80BC-6C453604E658}"/>
              </a:ext>
            </a:extLst>
          </p:cNvPr>
          <p:cNvSpPr txBox="1">
            <a:spLocks noChangeArrowheads="1"/>
          </p:cNvSpPr>
          <p:nvPr/>
        </p:nvSpPr>
        <p:spPr>
          <a:xfrm>
            <a:off x="6638017" y="1329168"/>
            <a:ext cx="5071155" cy="94639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4) SMTP client sends Alice’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message over the TCP 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Calibri" panose="020F0502020204030204" pitchFamily="34" charset="0"/>
              </a:rPr>
              <a:t>connection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55" name="Group 163">
            <a:extLst>
              <a:ext uri="{FF2B5EF4-FFF2-40B4-BE49-F238E27FC236}">
                <a16:creationId xmlns:a16="http://schemas.microsoft.com/office/drawing/2014/main" id="{08B09F9F-6FE5-BF42-B610-1A1E41F8BEC8}"/>
              </a:ext>
            </a:extLst>
          </p:cNvPr>
          <p:cNvGrpSpPr>
            <a:grpSpLocks/>
          </p:cNvGrpSpPr>
          <p:nvPr/>
        </p:nvGrpSpPr>
        <p:grpSpPr bwMode="auto">
          <a:xfrm>
            <a:off x="2304142" y="4981175"/>
            <a:ext cx="912813" cy="1054100"/>
            <a:chOff x="3574" y="550"/>
            <a:chExt cx="575" cy="664"/>
          </a:xfrm>
        </p:grpSpPr>
        <p:grpSp>
          <p:nvGrpSpPr>
            <p:cNvPr id="256" name="Group 164">
              <a:extLst>
                <a:ext uri="{FF2B5EF4-FFF2-40B4-BE49-F238E27FC236}">
                  <a16:creationId xmlns:a16="http://schemas.microsoft.com/office/drawing/2014/main" id="{CD93400A-6D0D-684A-BBBD-FEAE608B92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259" name="Picture 165" descr="desktop_computer_stylized_medium">
                <a:extLst>
                  <a:ext uri="{FF2B5EF4-FFF2-40B4-BE49-F238E27FC236}">
                    <a16:creationId xmlns:a16="http://schemas.microsoft.com/office/drawing/2014/main" id="{1D1523A8-A1B8-B44C-A152-2078AE01C6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0" name="Freeform 166">
                <a:extLst>
                  <a:ext uri="{FF2B5EF4-FFF2-40B4-BE49-F238E27FC236}">
                    <a16:creationId xmlns:a16="http://schemas.microsoft.com/office/drawing/2014/main" id="{A1C82B36-BF01-F24C-877C-0E2759BF1A5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57" name="Rectangle 115">
              <a:extLst>
                <a:ext uri="{FF2B5EF4-FFF2-40B4-BE49-F238E27FC236}">
                  <a16:creationId xmlns:a16="http://schemas.microsoft.com/office/drawing/2014/main" id="{D073CDC3-856E-F34F-AD4D-EDC68C2D2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rgbClr val="CCCCFF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8" name="Text Box 116">
              <a:extLst>
                <a:ext uri="{FF2B5EF4-FFF2-40B4-BE49-F238E27FC236}">
                  <a16:creationId xmlns:a16="http://schemas.microsoft.com/office/drawing/2014/main" id="{4645B38D-9175-AD49-B83F-C3999FDDBD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user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agent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61" name="Group 130">
            <a:extLst>
              <a:ext uri="{FF2B5EF4-FFF2-40B4-BE49-F238E27FC236}">
                <a16:creationId xmlns:a16="http://schemas.microsoft.com/office/drawing/2014/main" id="{13EDFF6E-21A5-9348-B003-C5417A1E00C5}"/>
              </a:ext>
            </a:extLst>
          </p:cNvPr>
          <p:cNvGrpSpPr>
            <a:grpSpLocks/>
          </p:cNvGrpSpPr>
          <p:nvPr/>
        </p:nvGrpSpPr>
        <p:grpSpPr bwMode="auto">
          <a:xfrm>
            <a:off x="6014130" y="4712887"/>
            <a:ext cx="511175" cy="693738"/>
            <a:chOff x="4140" y="429"/>
            <a:chExt cx="1425" cy="2396"/>
          </a:xfrm>
        </p:grpSpPr>
        <p:sp>
          <p:nvSpPr>
            <p:cNvPr id="262" name="Freeform 131">
              <a:extLst>
                <a:ext uri="{FF2B5EF4-FFF2-40B4-BE49-F238E27FC236}">
                  <a16:creationId xmlns:a16="http://schemas.microsoft.com/office/drawing/2014/main" id="{61FD7F4A-FEC8-9A47-901F-32CC32BCA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3" name="Rectangle 132">
              <a:extLst>
                <a:ext uri="{FF2B5EF4-FFF2-40B4-BE49-F238E27FC236}">
                  <a16:creationId xmlns:a16="http://schemas.microsoft.com/office/drawing/2014/main" id="{EB17B35A-AE03-6345-8385-2A3ECEF18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4" name="Freeform 133">
              <a:extLst>
                <a:ext uri="{FF2B5EF4-FFF2-40B4-BE49-F238E27FC236}">
                  <a16:creationId xmlns:a16="http://schemas.microsoft.com/office/drawing/2014/main" id="{C8ABAA8F-E55F-F847-A050-27D27A3D3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5" name="Freeform 134">
              <a:extLst>
                <a:ext uri="{FF2B5EF4-FFF2-40B4-BE49-F238E27FC236}">
                  <a16:creationId xmlns:a16="http://schemas.microsoft.com/office/drawing/2014/main" id="{CB3506B1-1B76-2B4F-92ED-0581496CD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6" name="Rectangle 135">
              <a:extLst>
                <a:ext uri="{FF2B5EF4-FFF2-40B4-BE49-F238E27FC236}">
                  <a16:creationId xmlns:a16="http://schemas.microsoft.com/office/drawing/2014/main" id="{C29141DC-E1CD-CA47-AA6E-3F36A18F8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67" name="Group 136">
              <a:extLst>
                <a:ext uri="{FF2B5EF4-FFF2-40B4-BE49-F238E27FC236}">
                  <a16:creationId xmlns:a16="http://schemas.microsoft.com/office/drawing/2014/main" id="{EAB3ACB3-470F-C840-AA24-17BBD7FD58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92" name="AutoShape 137">
                <a:extLst>
                  <a:ext uri="{FF2B5EF4-FFF2-40B4-BE49-F238E27FC236}">
                    <a16:creationId xmlns:a16="http://schemas.microsoft.com/office/drawing/2014/main" id="{C020859C-D00D-7B45-962D-E8E3647B9B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3" name="AutoShape 138">
                <a:extLst>
                  <a:ext uri="{FF2B5EF4-FFF2-40B4-BE49-F238E27FC236}">
                    <a16:creationId xmlns:a16="http://schemas.microsoft.com/office/drawing/2014/main" id="{60E64D16-745C-7C42-81A9-0C7B93AE0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68" name="Rectangle 139">
              <a:extLst>
                <a:ext uri="{FF2B5EF4-FFF2-40B4-BE49-F238E27FC236}">
                  <a16:creationId xmlns:a16="http://schemas.microsoft.com/office/drawing/2014/main" id="{F1D855D2-71AC-984F-9A72-50E8ABC1B6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69" name="Group 140">
              <a:extLst>
                <a:ext uri="{FF2B5EF4-FFF2-40B4-BE49-F238E27FC236}">
                  <a16:creationId xmlns:a16="http://schemas.microsoft.com/office/drawing/2014/main" id="{20BB9E40-6067-8049-AD58-FBE8FE00A7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90" name="AutoShape 141">
                <a:extLst>
                  <a:ext uri="{FF2B5EF4-FFF2-40B4-BE49-F238E27FC236}">
                    <a16:creationId xmlns:a16="http://schemas.microsoft.com/office/drawing/2014/main" id="{2B68BE35-A43A-9149-A03B-07B187ED1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1" name="AutoShape 142">
                <a:extLst>
                  <a:ext uri="{FF2B5EF4-FFF2-40B4-BE49-F238E27FC236}">
                    <a16:creationId xmlns:a16="http://schemas.microsoft.com/office/drawing/2014/main" id="{43D29C0B-DA7B-C74E-A16B-88D6DA5FC3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0" name="Rectangle 143">
              <a:extLst>
                <a:ext uri="{FF2B5EF4-FFF2-40B4-BE49-F238E27FC236}">
                  <a16:creationId xmlns:a16="http://schemas.microsoft.com/office/drawing/2014/main" id="{0F5C4F7B-5FAA-1840-9009-D9D57F79D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1" name="Rectangle 144">
              <a:extLst>
                <a:ext uri="{FF2B5EF4-FFF2-40B4-BE49-F238E27FC236}">
                  <a16:creationId xmlns:a16="http://schemas.microsoft.com/office/drawing/2014/main" id="{BF7A105A-0D0F-D945-913B-9DE9C972C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72" name="Group 145">
              <a:extLst>
                <a:ext uri="{FF2B5EF4-FFF2-40B4-BE49-F238E27FC236}">
                  <a16:creationId xmlns:a16="http://schemas.microsoft.com/office/drawing/2014/main" id="{10CBB227-95A4-914B-BF9A-A9635D613B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88" name="AutoShape 146">
                <a:extLst>
                  <a:ext uri="{FF2B5EF4-FFF2-40B4-BE49-F238E27FC236}">
                    <a16:creationId xmlns:a16="http://schemas.microsoft.com/office/drawing/2014/main" id="{DB5D7EB6-D073-2D4B-B3BB-04D89CC597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9" name="AutoShape 147">
                <a:extLst>
                  <a:ext uri="{FF2B5EF4-FFF2-40B4-BE49-F238E27FC236}">
                    <a16:creationId xmlns:a16="http://schemas.microsoft.com/office/drawing/2014/main" id="{A0CFD582-078B-8445-A2D9-CF20F92CD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3" name="Freeform 148">
              <a:extLst>
                <a:ext uri="{FF2B5EF4-FFF2-40B4-BE49-F238E27FC236}">
                  <a16:creationId xmlns:a16="http://schemas.microsoft.com/office/drawing/2014/main" id="{947FD5AC-F03D-0B44-BCDE-4549BC612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74" name="Group 149">
              <a:extLst>
                <a:ext uri="{FF2B5EF4-FFF2-40B4-BE49-F238E27FC236}">
                  <a16:creationId xmlns:a16="http://schemas.microsoft.com/office/drawing/2014/main" id="{9B44B04A-F8ED-0347-ADCB-1B8E61433E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86" name="AutoShape 150">
                <a:extLst>
                  <a:ext uri="{FF2B5EF4-FFF2-40B4-BE49-F238E27FC236}">
                    <a16:creationId xmlns:a16="http://schemas.microsoft.com/office/drawing/2014/main" id="{636BD840-6281-2248-803C-E55A27601C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7" name="AutoShape 151">
                <a:extLst>
                  <a:ext uri="{FF2B5EF4-FFF2-40B4-BE49-F238E27FC236}">
                    <a16:creationId xmlns:a16="http://schemas.microsoft.com/office/drawing/2014/main" id="{03A123BA-E3B3-1D47-9672-817DDBA91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5" name="Rectangle 152">
              <a:extLst>
                <a:ext uri="{FF2B5EF4-FFF2-40B4-BE49-F238E27FC236}">
                  <a16:creationId xmlns:a16="http://schemas.microsoft.com/office/drawing/2014/main" id="{4D20038F-2D96-1F44-8783-5BAADC6A3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6" name="Freeform 153">
              <a:extLst>
                <a:ext uri="{FF2B5EF4-FFF2-40B4-BE49-F238E27FC236}">
                  <a16:creationId xmlns:a16="http://schemas.microsoft.com/office/drawing/2014/main" id="{ACF47485-E420-FE49-A587-FD7E91369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7" name="Freeform 154">
              <a:extLst>
                <a:ext uri="{FF2B5EF4-FFF2-40B4-BE49-F238E27FC236}">
                  <a16:creationId xmlns:a16="http://schemas.microsoft.com/office/drawing/2014/main" id="{28316736-14D9-7F43-A8EA-196B79863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8" name="Oval 155">
              <a:extLst>
                <a:ext uri="{FF2B5EF4-FFF2-40B4-BE49-F238E27FC236}">
                  <a16:creationId xmlns:a16="http://schemas.microsoft.com/office/drawing/2014/main" id="{2722AD07-821C-CB4C-9B0B-DAF52F981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9" name="Freeform 156">
              <a:extLst>
                <a:ext uri="{FF2B5EF4-FFF2-40B4-BE49-F238E27FC236}">
                  <a16:creationId xmlns:a16="http://schemas.microsoft.com/office/drawing/2014/main" id="{AB77166F-9EFA-304A-B417-50C6912B7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0" name="AutoShape 157">
              <a:extLst>
                <a:ext uri="{FF2B5EF4-FFF2-40B4-BE49-F238E27FC236}">
                  <a16:creationId xmlns:a16="http://schemas.microsoft.com/office/drawing/2014/main" id="{D3E26CDB-2B77-8541-94DF-35B22CFF7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1" name="AutoShape 158">
              <a:extLst>
                <a:ext uri="{FF2B5EF4-FFF2-40B4-BE49-F238E27FC236}">
                  <a16:creationId xmlns:a16="http://schemas.microsoft.com/office/drawing/2014/main" id="{FF893C65-60BF-8948-93D4-F47C74AAB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2" name="Oval 159">
              <a:extLst>
                <a:ext uri="{FF2B5EF4-FFF2-40B4-BE49-F238E27FC236}">
                  <a16:creationId xmlns:a16="http://schemas.microsoft.com/office/drawing/2014/main" id="{DD307CA4-5E6F-9742-9FA0-4ABF90FAE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3" name="Oval 160">
              <a:extLst>
                <a:ext uri="{FF2B5EF4-FFF2-40B4-BE49-F238E27FC236}">
                  <a16:creationId xmlns:a16="http://schemas.microsoft.com/office/drawing/2014/main" id="{3A77FE5B-B51A-4746-8BEB-840D217B5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84" name="Oval 161">
              <a:extLst>
                <a:ext uri="{FF2B5EF4-FFF2-40B4-BE49-F238E27FC236}">
                  <a16:creationId xmlns:a16="http://schemas.microsoft.com/office/drawing/2014/main" id="{B7459A07-79C7-4A4E-8631-AD543B812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5" name="Rectangle 162">
              <a:extLst>
                <a:ext uri="{FF2B5EF4-FFF2-40B4-BE49-F238E27FC236}">
                  <a16:creationId xmlns:a16="http://schemas.microsoft.com/office/drawing/2014/main" id="{D905B9A3-8633-4345-B7CC-84D2E540F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94" name="Group 97">
            <a:extLst>
              <a:ext uri="{FF2B5EF4-FFF2-40B4-BE49-F238E27FC236}">
                <a16:creationId xmlns:a16="http://schemas.microsoft.com/office/drawing/2014/main" id="{ADB3DE3D-4165-3B46-BB9B-5858B8FFA369}"/>
              </a:ext>
            </a:extLst>
          </p:cNvPr>
          <p:cNvGrpSpPr>
            <a:grpSpLocks/>
          </p:cNvGrpSpPr>
          <p:nvPr/>
        </p:nvGrpSpPr>
        <p:grpSpPr bwMode="auto">
          <a:xfrm>
            <a:off x="3836080" y="4768450"/>
            <a:ext cx="511175" cy="693737"/>
            <a:chOff x="4140" y="429"/>
            <a:chExt cx="1425" cy="2396"/>
          </a:xfrm>
        </p:grpSpPr>
        <p:sp>
          <p:nvSpPr>
            <p:cNvPr id="295" name="Freeform 98">
              <a:extLst>
                <a:ext uri="{FF2B5EF4-FFF2-40B4-BE49-F238E27FC236}">
                  <a16:creationId xmlns:a16="http://schemas.microsoft.com/office/drawing/2014/main" id="{03202765-8544-C841-9C63-3A1DA333E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6" name="Rectangle 99">
              <a:extLst>
                <a:ext uri="{FF2B5EF4-FFF2-40B4-BE49-F238E27FC236}">
                  <a16:creationId xmlns:a16="http://schemas.microsoft.com/office/drawing/2014/main" id="{CAE8C355-09FA-4C47-BBAF-D5EDAD329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7" name="Freeform 100">
              <a:extLst>
                <a:ext uri="{FF2B5EF4-FFF2-40B4-BE49-F238E27FC236}">
                  <a16:creationId xmlns:a16="http://schemas.microsoft.com/office/drawing/2014/main" id="{1813AF87-1962-CC41-9EA2-E9AAF9C15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8" name="Freeform 101">
              <a:extLst>
                <a:ext uri="{FF2B5EF4-FFF2-40B4-BE49-F238E27FC236}">
                  <a16:creationId xmlns:a16="http://schemas.microsoft.com/office/drawing/2014/main" id="{635DA424-468C-B74D-A71E-8D5238607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9" name="Rectangle 102">
              <a:extLst>
                <a:ext uri="{FF2B5EF4-FFF2-40B4-BE49-F238E27FC236}">
                  <a16:creationId xmlns:a16="http://schemas.microsoft.com/office/drawing/2014/main" id="{D1116DD3-4725-3F42-9140-A650EBC88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0" name="Group 103">
              <a:extLst>
                <a:ext uri="{FF2B5EF4-FFF2-40B4-BE49-F238E27FC236}">
                  <a16:creationId xmlns:a16="http://schemas.microsoft.com/office/drawing/2014/main" id="{96E3F381-15B8-1B49-A258-044D4112E7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25" name="AutoShape 104">
                <a:extLst>
                  <a:ext uri="{FF2B5EF4-FFF2-40B4-BE49-F238E27FC236}">
                    <a16:creationId xmlns:a16="http://schemas.microsoft.com/office/drawing/2014/main" id="{D6B0BF9E-9CBE-1549-B2D8-839D9B2C5B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6" name="AutoShape 105">
                <a:extLst>
                  <a:ext uri="{FF2B5EF4-FFF2-40B4-BE49-F238E27FC236}">
                    <a16:creationId xmlns:a16="http://schemas.microsoft.com/office/drawing/2014/main" id="{A0661E37-0B6D-1049-81DE-EB828721F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1" name="Rectangle 106">
              <a:extLst>
                <a:ext uri="{FF2B5EF4-FFF2-40B4-BE49-F238E27FC236}">
                  <a16:creationId xmlns:a16="http://schemas.microsoft.com/office/drawing/2014/main" id="{BAB9B843-66F5-2248-A3E2-DF01D3325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2" name="Group 107">
              <a:extLst>
                <a:ext uri="{FF2B5EF4-FFF2-40B4-BE49-F238E27FC236}">
                  <a16:creationId xmlns:a16="http://schemas.microsoft.com/office/drawing/2014/main" id="{6518B94D-305C-3E4D-8DCB-3FC99FAF96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3" name="AutoShape 108">
                <a:extLst>
                  <a:ext uri="{FF2B5EF4-FFF2-40B4-BE49-F238E27FC236}">
                    <a16:creationId xmlns:a16="http://schemas.microsoft.com/office/drawing/2014/main" id="{515F809F-C8CD-E74B-A09F-05D4DAD5CA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4" name="AutoShape 109">
                <a:extLst>
                  <a:ext uri="{FF2B5EF4-FFF2-40B4-BE49-F238E27FC236}">
                    <a16:creationId xmlns:a16="http://schemas.microsoft.com/office/drawing/2014/main" id="{1541720E-86CE-9D4E-B90E-2C12EBF7C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3" name="Rectangle 110">
              <a:extLst>
                <a:ext uri="{FF2B5EF4-FFF2-40B4-BE49-F238E27FC236}">
                  <a16:creationId xmlns:a16="http://schemas.microsoft.com/office/drawing/2014/main" id="{F81C1D2B-CFBB-FE4E-BEAF-3C01C171C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4" name="Rectangle 111">
              <a:extLst>
                <a:ext uri="{FF2B5EF4-FFF2-40B4-BE49-F238E27FC236}">
                  <a16:creationId xmlns:a16="http://schemas.microsoft.com/office/drawing/2014/main" id="{7BD2FBC8-D08A-B246-BE8D-016678697A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5" name="Group 112">
              <a:extLst>
                <a:ext uri="{FF2B5EF4-FFF2-40B4-BE49-F238E27FC236}">
                  <a16:creationId xmlns:a16="http://schemas.microsoft.com/office/drawing/2014/main" id="{D3D80363-2E2A-2849-972A-EE8ED7BFA4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21" name="AutoShape 113">
                <a:extLst>
                  <a:ext uri="{FF2B5EF4-FFF2-40B4-BE49-F238E27FC236}">
                    <a16:creationId xmlns:a16="http://schemas.microsoft.com/office/drawing/2014/main" id="{0BD3B318-134A-A84C-96F2-1BDB9863DC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2" name="AutoShape 114">
                <a:extLst>
                  <a:ext uri="{FF2B5EF4-FFF2-40B4-BE49-F238E27FC236}">
                    <a16:creationId xmlns:a16="http://schemas.microsoft.com/office/drawing/2014/main" id="{27120C70-DCE9-2E4D-B0C9-DD055D0981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6" name="Freeform 115">
              <a:extLst>
                <a:ext uri="{FF2B5EF4-FFF2-40B4-BE49-F238E27FC236}">
                  <a16:creationId xmlns:a16="http://schemas.microsoft.com/office/drawing/2014/main" id="{32116D06-1E4E-6E40-B6AE-33AC57583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7" name="Group 116">
              <a:extLst>
                <a:ext uri="{FF2B5EF4-FFF2-40B4-BE49-F238E27FC236}">
                  <a16:creationId xmlns:a16="http://schemas.microsoft.com/office/drawing/2014/main" id="{5BCFC18E-7FE4-8B45-A160-7D7B86F88D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9" name="AutoShape 117">
                <a:extLst>
                  <a:ext uri="{FF2B5EF4-FFF2-40B4-BE49-F238E27FC236}">
                    <a16:creationId xmlns:a16="http://schemas.microsoft.com/office/drawing/2014/main" id="{A5FD1A90-49C4-2948-9007-9990A218BE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0" name="AutoShape 118">
                <a:extLst>
                  <a:ext uri="{FF2B5EF4-FFF2-40B4-BE49-F238E27FC236}">
                    <a16:creationId xmlns:a16="http://schemas.microsoft.com/office/drawing/2014/main" id="{AD5A551B-E827-BE40-871C-2FE9EA42B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8" name="Rectangle 119">
              <a:extLst>
                <a:ext uri="{FF2B5EF4-FFF2-40B4-BE49-F238E27FC236}">
                  <a16:creationId xmlns:a16="http://schemas.microsoft.com/office/drawing/2014/main" id="{9E89F03E-4741-2E45-BBF4-F9CEAC095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5B36F789-D673-924A-B6E2-89FF2E71B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75FFFE5-59E8-454D-8E1B-8661926F3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1" name="Oval 122">
              <a:extLst>
                <a:ext uri="{FF2B5EF4-FFF2-40B4-BE49-F238E27FC236}">
                  <a16:creationId xmlns:a16="http://schemas.microsoft.com/office/drawing/2014/main" id="{01273880-520A-0D47-94ED-5792308AE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20B4A8A9-719B-B94A-84E0-FEDC33E21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3" name="AutoShape 124">
              <a:extLst>
                <a:ext uri="{FF2B5EF4-FFF2-40B4-BE49-F238E27FC236}">
                  <a16:creationId xmlns:a16="http://schemas.microsoft.com/office/drawing/2014/main" id="{E2C42425-B3EE-8146-91D1-2DD406A09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4" name="AutoShape 125">
              <a:extLst>
                <a:ext uri="{FF2B5EF4-FFF2-40B4-BE49-F238E27FC236}">
                  <a16:creationId xmlns:a16="http://schemas.microsoft.com/office/drawing/2014/main" id="{4F76F24A-FC5D-6A4F-9463-E77748FD5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5" name="Oval 126">
              <a:extLst>
                <a:ext uri="{FF2B5EF4-FFF2-40B4-BE49-F238E27FC236}">
                  <a16:creationId xmlns:a16="http://schemas.microsoft.com/office/drawing/2014/main" id="{1D9B7E36-CAB9-0E4B-B681-F767080585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6" name="Oval 127">
              <a:extLst>
                <a:ext uri="{FF2B5EF4-FFF2-40B4-BE49-F238E27FC236}">
                  <a16:creationId xmlns:a16="http://schemas.microsoft.com/office/drawing/2014/main" id="{E3545956-0C42-C345-87E7-B325418EDA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17" name="Oval 128">
              <a:extLst>
                <a:ext uri="{FF2B5EF4-FFF2-40B4-BE49-F238E27FC236}">
                  <a16:creationId xmlns:a16="http://schemas.microsoft.com/office/drawing/2014/main" id="{E67EEB31-8E9F-7949-9AEE-953592735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8" name="Rectangle 129">
              <a:extLst>
                <a:ext uri="{FF2B5EF4-FFF2-40B4-BE49-F238E27FC236}">
                  <a16:creationId xmlns:a16="http://schemas.microsoft.com/office/drawing/2014/main" id="{5E38596A-D6EE-8A43-B103-6CC1A20DB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27" name="Group 20">
            <a:extLst>
              <a:ext uri="{FF2B5EF4-FFF2-40B4-BE49-F238E27FC236}">
                <a16:creationId xmlns:a16="http://schemas.microsoft.com/office/drawing/2014/main" id="{6B376882-67D1-6642-B577-EE5384FDD0DA}"/>
              </a:ext>
            </a:extLst>
          </p:cNvPr>
          <p:cNvGrpSpPr>
            <a:grpSpLocks/>
          </p:cNvGrpSpPr>
          <p:nvPr/>
        </p:nvGrpSpPr>
        <p:grpSpPr bwMode="auto">
          <a:xfrm>
            <a:off x="3969430" y="5055787"/>
            <a:ext cx="809625" cy="1049338"/>
            <a:chOff x="4296" y="2627"/>
            <a:chExt cx="510" cy="661"/>
          </a:xfrm>
        </p:grpSpPr>
        <p:sp>
          <p:nvSpPr>
            <p:cNvPr id="328" name="Rectangle 21">
              <a:extLst>
                <a:ext uri="{FF2B5EF4-FFF2-40B4-BE49-F238E27FC236}">
                  <a16:creationId xmlns:a16="http://schemas.microsoft.com/office/drawing/2014/main" id="{CC5D394C-77F3-944C-B991-14BF75531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rgbClr val="CCCCFF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9" name="Text Box 22">
              <a:extLst>
                <a:ext uri="{FF2B5EF4-FFF2-40B4-BE49-F238E27FC236}">
                  <a16:creationId xmlns:a16="http://schemas.microsoft.com/office/drawing/2014/main" id="{EE677E13-F5D8-F64B-8BF4-7DF73BB03D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mail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server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0" name="Rectangle 23">
              <a:extLst>
                <a:ext uri="{FF2B5EF4-FFF2-40B4-BE49-F238E27FC236}">
                  <a16:creationId xmlns:a16="http://schemas.microsoft.com/office/drawing/2014/main" id="{7D15F646-E03A-774B-A508-1EF0B3C4C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1" name="Line 24">
              <a:extLst>
                <a:ext uri="{FF2B5EF4-FFF2-40B4-BE49-F238E27FC236}">
                  <a16:creationId xmlns:a16="http://schemas.microsoft.com/office/drawing/2014/main" id="{AE3EF45E-8540-9B48-AAEF-B5B93F92C2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2" name="Line 25">
              <a:extLst>
                <a:ext uri="{FF2B5EF4-FFF2-40B4-BE49-F238E27FC236}">
                  <a16:creationId xmlns:a16="http://schemas.microsoft.com/office/drawing/2014/main" id="{9A3B4EF6-63F2-0947-B7B6-7FADC44E64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3" name="Line 26">
              <a:extLst>
                <a:ext uri="{FF2B5EF4-FFF2-40B4-BE49-F238E27FC236}">
                  <a16:creationId xmlns:a16="http://schemas.microsoft.com/office/drawing/2014/main" id="{28713178-2168-3342-8EA0-1EFAEB77CF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4" name="Line 27">
              <a:extLst>
                <a:ext uri="{FF2B5EF4-FFF2-40B4-BE49-F238E27FC236}">
                  <a16:creationId xmlns:a16="http://schemas.microsoft.com/office/drawing/2014/main" id="{7F512291-0783-2C4D-A8BC-E711760A29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5" name="Line 28">
              <a:extLst>
                <a:ext uri="{FF2B5EF4-FFF2-40B4-BE49-F238E27FC236}">
                  <a16:creationId xmlns:a16="http://schemas.microsoft.com/office/drawing/2014/main" id="{C7F7AFBC-09B9-1A4A-B167-5E31466A0B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6" name="Line 29">
              <a:extLst>
                <a:ext uri="{FF2B5EF4-FFF2-40B4-BE49-F238E27FC236}">
                  <a16:creationId xmlns:a16="http://schemas.microsoft.com/office/drawing/2014/main" id="{36AD3A7A-6001-B248-909D-97FF4FEC88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7" name="Line 30">
              <a:extLst>
                <a:ext uri="{FF2B5EF4-FFF2-40B4-BE49-F238E27FC236}">
                  <a16:creationId xmlns:a16="http://schemas.microsoft.com/office/drawing/2014/main" id="{AAD9F1B0-F0AE-1E4A-9E8B-7B0411EAF1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" name="Rectangle 31">
              <a:extLst>
                <a:ext uri="{FF2B5EF4-FFF2-40B4-BE49-F238E27FC236}">
                  <a16:creationId xmlns:a16="http://schemas.microsoft.com/office/drawing/2014/main" id="{3F9EB85C-0662-2944-B53C-B5C5F284A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9" name="Rectangle 32">
              <a:extLst>
                <a:ext uri="{FF2B5EF4-FFF2-40B4-BE49-F238E27FC236}">
                  <a16:creationId xmlns:a16="http://schemas.microsoft.com/office/drawing/2014/main" id="{E9D294E7-8C79-5A40-B5A2-9B0D1E8C6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0" name="Rectangle 33">
              <a:extLst>
                <a:ext uri="{FF2B5EF4-FFF2-40B4-BE49-F238E27FC236}">
                  <a16:creationId xmlns:a16="http://schemas.microsoft.com/office/drawing/2014/main" id="{1ECAEAF4-8B77-874F-AE38-AF22ED262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1" name="Rectangle 34">
              <a:extLst>
                <a:ext uri="{FF2B5EF4-FFF2-40B4-BE49-F238E27FC236}">
                  <a16:creationId xmlns:a16="http://schemas.microsoft.com/office/drawing/2014/main" id="{DA0B2421-1373-8547-9A4B-4EF52BDE0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2" name="Rectangle 35">
              <a:extLst>
                <a:ext uri="{FF2B5EF4-FFF2-40B4-BE49-F238E27FC236}">
                  <a16:creationId xmlns:a16="http://schemas.microsoft.com/office/drawing/2014/main" id="{7C2F1B41-189C-4A43-BEF6-C6BE6D5D3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pic>
        <p:nvPicPr>
          <p:cNvPr id="343" name="Picture 36" descr="Alice">
            <a:extLst>
              <a:ext uri="{FF2B5EF4-FFF2-40B4-BE49-F238E27FC236}">
                <a16:creationId xmlns:a16="http://schemas.microsoft.com/office/drawing/2014/main" id="{63AFF8CB-097F-3846-84FD-E89880F62F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64367" y="5220887"/>
            <a:ext cx="561975" cy="693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44" name="Picture 37" descr="Bob">
            <a:extLst>
              <a:ext uri="{FF2B5EF4-FFF2-40B4-BE49-F238E27FC236}">
                <a16:creationId xmlns:a16="http://schemas.microsoft.com/office/drawing/2014/main" id="{67A94867-6C86-964D-8B53-832FD291591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54180" y="5125637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45" name="Group 48">
            <a:extLst>
              <a:ext uri="{FF2B5EF4-FFF2-40B4-BE49-F238E27FC236}">
                <a16:creationId xmlns:a16="http://schemas.microsoft.com/office/drawing/2014/main" id="{EEADEB4C-0DE5-7A47-B0C1-F7A8830D9591}"/>
              </a:ext>
            </a:extLst>
          </p:cNvPr>
          <p:cNvGrpSpPr>
            <a:grpSpLocks/>
          </p:cNvGrpSpPr>
          <p:nvPr/>
        </p:nvGrpSpPr>
        <p:grpSpPr bwMode="auto">
          <a:xfrm>
            <a:off x="6160180" y="5001812"/>
            <a:ext cx="809625" cy="1049338"/>
            <a:chOff x="4296" y="2627"/>
            <a:chExt cx="510" cy="661"/>
          </a:xfrm>
        </p:grpSpPr>
        <p:sp>
          <p:nvSpPr>
            <p:cNvPr id="346" name="Rectangle 49">
              <a:extLst>
                <a:ext uri="{FF2B5EF4-FFF2-40B4-BE49-F238E27FC236}">
                  <a16:creationId xmlns:a16="http://schemas.microsoft.com/office/drawing/2014/main" id="{4564DF36-9849-6946-BAA4-346D46ED3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rgbClr val="CCCCFF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7" name="Text Box 50">
              <a:extLst>
                <a:ext uri="{FF2B5EF4-FFF2-40B4-BE49-F238E27FC236}">
                  <a16:creationId xmlns:a16="http://schemas.microsoft.com/office/drawing/2014/main" id="{95B494F8-B148-1E44-ABE8-6EC09DFF7F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mail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server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" name="Rectangle 51">
              <a:extLst>
                <a:ext uri="{FF2B5EF4-FFF2-40B4-BE49-F238E27FC236}">
                  <a16:creationId xmlns:a16="http://schemas.microsoft.com/office/drawing/2014/main" id="{1B9214B0-3A96-5243-BB24-2F3F43E20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9" name="Line 52">
              <a:extLst>
                <a:ext uri="{FF2B5EF4-FFF2-40B4-BE49-F238E27FC236}">
                  <a16:creationId xmlns:a16="http://schemas.microsoft.com/office/drawing/2014/main" id="{D4C180E7-B105-D24F-9DB1-1A50C299AE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0" name="Line 53">
              <a:extLst>
                <a:ext uri="{FF2B5EF4-FFF2-40B4-BE49-F238E27FC236}">
                  <a16:creationId xmlns:a16="http://schemas.microsoft.com/office/drawing/2014/main" id="{165FB39B-14E6-9043-A51D-266CB4D4D8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1" name="Line 54">
              <a:extLst>
                <a:ext uri="{FF2B5EF4-FFF2-40B4-BE49-F238E27FC236}">
                  <a16:creationId xmlns:a16="http://schemas.microsoft.com/office/drawing/2014/main" id="{B0C3A7D7-CF8F-CD41-B9DD-E546D2C03D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2" name="Line 55">
              <a:extLst>
                <a:ext uri="{FF2B5EF4-FFF2-40B4-BE49-F238E27FC236}">
                  <a16:creationId xmlns:a16="http://schemas.microsoft.com/office/drawing/2014/main" id="{079A54A6-69B3-6245-A536-821615DFA1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3" name="Line 56">
              <a:extLst>
                <a:ext uri="{FF2B5EF4-FFF2-40B4-BE49-F238E27FC236}">
                  <a16:creationId xmlns:a16="http://schemas.microsoft.com/office/drawing/2014/main" id="{50C02768-BE49-0E48-AB58-3ED05EA97C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4" name="Line 57">
              <a:extLst>
                <a:ext uri="{FF2B5EF4-FFF2-40B4-BE49-F238E27FC236}">
                  <a16:creationId xmlns:a16="http://schemas.microsoft.com/office/drawing/2014/main" id="{5765AB2A-57FC-9647-A5F1-3A42797BED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5" name="Line 58">
              <a:extLst>
                <a:ext uri="{FF2B5EF4-FFF2-40B4-BE49-F238E27FC236}">
                  <a16:creationId xmlns:a16="http://schemas.microsoft.com/office/drawing/2014/main" id="{1D662A5A-250B-5C43-A940-153B333F97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6" name="Rectangle 59">
              <a:extLst>
                <a:ext uri="{FF2B5EF4-FFF2-40B4-BE49-F238E27FC236}">
                  <a16:creationId xmlns:a16="http://schemas.microsoft.com/office/drawing/2014/main" id="{C467817D-72BB-304A-907C-15078ACB9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7" name="Rectangle 60">
              <a:extLst>
                <a:ext uri="{FF2B5EF4-FFF2-40B4-BE49-F238E27FC236}">
                  <a16:creationId xmlns:a16="http://schemas.microsoft.com/office/drawing/2014/main" id="{C8B9E0B3-EA63-0E42-BAC5-67850547E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" name="Rectangle 61">
              <a:extLst>
                <a:ext uri="{FF2B5EF4-FFF2-40B4-BE49-F238E27FC236}">
                  <a16:creationId xmlns:a16="http://schemas.microsoft.com/office/drawing/2014/main" id="{43E44E4D-C23B-D34F-9AD2-5DFAD5B50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9" name="Rectangle 62">
              <a:extLst>
                <a:ext uri="{FF2B5EF4-FFF2-40B4-BE49-F238E27FC236}">
                  <a16:creationId xmlns:a16="http://schemas.microsoft.com/office/drawing/2014/main" id="{34AACE8E-FCF4-2846-85E1-B707176DB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0" name="Rectangle 63">
              <a:extLst>
                <a:ext uri="{FF2B5EF4-FFF2-40B4-BE49-F238E27FC236}">
                  <a16:creationId xmlns:a16="http://schemas.microsoft.com/office/drawing/2014/main" id="{C6EFAB4C-6FC0-5A44-9BD5-6EF789ED3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61" name="Line 69">
            <a:extLst>
              <a:ext uri="{FF2B5EF4-FFF2-40B4-BE49-F238E27FC236}">
                <a16:creationId xmlns:a16="http://schemas.microsoft.com/office/drawing/2014/main" id="{B12BA932-5325-874B-B19A-B088808F43F7}"/>
              </a:ext>
            </a:extLst>
          </p:cNvPr>
          <p:cNvSpPr>
            <a:spLocks noChangeShapeType="1"/>
          </p:cNvSpPr>
          <p:nvPr/>
        </p:nvSpPr>
        <p:spPr bwMode="auto">
          <a:xfrm>
            <a:off x="3089955" y="5593950"/>
            <a:ext cx="892175" cy="146050"/>
          </a:xfrm>
          <a:prstGeom prst="line">
            <a:avLst/>
          </a:prstGeom>
          <a:noFill/>
          <a:ln w="12700">
            <a:solidFill>
              <a:srgbClr val="3333CC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62" name="Line 70">
            <a:extLst>
              <a:ext uri="{FF2B5EF4-FFF2-40B4-BE49-F238E27FC236}">
                <a16:creationId xmlns:a16="http://schemas.microsoft.com/office/drawing/2014/main" id="{9B0EC571-15F5-F54A-9590-2FC0C5F87261}"/>
              </a:ext>
            </a:extLst>
          </p:cNvPr>
          <p:cNvSpPr>
            <a:spLocks noChangeShapeType="1"/>
          </p:cNvSpPr>
          <p:nvPr/>
        </p:nvSpPr>
        <p:spPr bwMode="auto">
          <a:xfrm>
            <a:off x="4775880" y="5728887"/>
            <a:ext cx="1379537" cy="219075"/>
          </a:xfrm>
          <a:prstGeom prst="line">
            <a:avLst/>
          </a:prstGeom>
          <a:noFill/>
          <a:ln w="12700">
            <a:solidFill>
              <a:srgbClr val="3333CC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63" name="Line 71">
            <a:extLst>
              <a:ext uri="{FF2B5EF4-FFF2-40B4-BE49-F238E27FC236}">
                <a16:creationId xmlns:a16="http://schemas.microsoft.com/office/drawing/2014/main" id="{0CC82D8C-ED1C-6E42-9BF1-DA1481F0EEE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06317" y="5508225"/>
            <a:ext cx="1027113" cy="427037"/>
          </a:xfrm>
          <a:prstGeom prst="line">
            <a:avLst/>
          </a:prstGeom>
          <a:noFill/>
          <a:ln w="12700">
            <a:solidFill>
              <a:srgbClr val="3333CC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64" name="Oval 72">
            <a:extLst>
              <a:ext uri="{FF2B5EF4-FFF2-40B4-BE49-F238E27FC236}">
                <a16:creationId xmlns:a16="http://schemas.microsoft.com/office/drawing/2014/main" id="{0B743518-B7A3-D649-BBB1-081C12DD54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005" y="5043087"/>
            <a:ext cx="292100" cy="24447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3333CC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65" name="Oval 74">
            <a:extLst>
              <a:ext uri="{FF2B5EF4-FFF2-40B4-BE49-F238E27FC236}">
                <a16:creationId xmlns:a16="http://schemas.microsoft.com/office/drawing/2014/main" id="{DC2768BB-DD45-4E4B-BBD1-C179D968FB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9667" y="5538387"/>
            <a:ext cx="292100" cy="24447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3333CC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66" name="Oval 75">
            <a:extLst>
              <a:ext uri="{FF2B5EF4-FFF2-40B4-BE49-F238E27FC236}">
                <a16:creationId xmlns:a16="http://schemas.microsoft.com/office/drawing/2014/main" id="{FC69D002-21E2-4843-8E47-2D7A1DFF3E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01205" y="5617762"/>
            <a:ext cx="292100" cy="24447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3333CC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67" name="Oval 76">
            <a:extLst>
              <a:ext uri="{FF2B5EF4-FFF2-40B4-BE49-F238E27FC236}">
                <a16:creationId xmlns:a16="http://schemas.microsoft.com/office/drawing/2014/main" id="{81E42442-3779-D54A-9503-408605D98D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2455" y="5703487"/>
            <a:ext cx="292100" cy="24447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3333CC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4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68" name="Oval 77">
            <a:extLst>
              <a:ext uri="{FF2B5EF4-FFF2-40B4-BE49-F238E27FC236}">
                <a16:creationId xmlns:a16="http://schemas.microsoft.com/office/drawing/2014/main" id="{B036CC3D-838C-C54C-AC10-70245E28B4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17355" y="6035275"/>
            <a:ext cx="292100" cy="24447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3333CC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69" name="Oval 78">
            <a:extLst>
              <a:ext uri="{FF2B5EF4-FFF2-40B4-BE49-F238E27FC236}">
                <a16:creationId xmlns:a16="http://schemas.microsoft.com/office/drawing/2014/main" id="{09AB63F1-4A13-9347-B64D-46DAF636F7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9692" y="5605062"/>
            <a:ext cx="292100" cy="24447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3333CC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6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70" name="Text Box 95">
            <a:extLst>
              <a:ext uri="{FF2B5EF4-FFF2-40B4-BE49-F238E27FC236}">
                <a16:creationId xmlns:a16="http://schemas.microsoft.com/office/drawing/2014/main" id="{9D22DFF5-0D8D-6349-BC46-AB22D2F2BB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85242" y="6168625"/>
            <a:ext cx="18192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Alice</a:t>
            </a:r>
            <a:r>
              <a:rPr kumimoji="0" lang="en-US" altLang="ja-JP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’s mail server</a:t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71" name="Text Box 96">
            <a:extLst>
              <a:ext uri="{FF2B5EF4-FFF2-40B4-BE49-F238E27FC236}">
                <a16:creationId xmlns:a16="http://schemas.microsoft.com/office/drawing/2014/main" id="{3CCDA2E2-AC99-0045-BA7F-F3C92F51CD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60130" y="6232125"/>
            <a:ext cx="17414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Bob</a:t>
            </a:r>
            <a:r>
              <a:rPr kumimoji="0" lang="en-US" altLang="ja-JP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’s mail server</a:t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72" name="Group 169">
            <a:extLst>
              <a:ext uri="{FF2B5EF4-FFF2-40B4-BE49-F238E27FC236}">
                <a16:creationId xmlns:a16="http://schemas.microsoft.com/office/drawing/2014/main" id="{6766002A-66B6-B64B-AAEB-F427F3791233}"/>
              </a:ext>
            </a:extLst>
          </p:cNvPr>
          <p:cNvGrpSpPr>
            <a:grpSpLocks/>
          </p:cNvGrpSpPr>
          <p:nvPr/>
        </p:nvGrpSpPr>
        <p:grpSpPr bwMode="auto">
          <a:xfrm>
            <a:off x="7833405" y="4908150"/>
            <a:ext cx="912812" cy="1054100"/>
            <a:chOff x="3574" y="550"/>
            <a:chExt cx="575" cy="664"/>
          </a:xfrm>
        </p:grpSpPr>
        <p:grpSp>
          <p:nvGrpSpPr>
            <p:cNvPr id="373" name="Group 170">
              <a:extLst>
                <a:ext uri="{FF2B5EF4-FFF2-40B4-BE49-F238E27FC236}">
                  <a16:creationId xmlns:a16="http://schemas.microsoft.com/office/drawing/2014/main" id="{95D43423-E726-764E-8062-2A3551E095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376" name="Picture 171" descr="desktop_computer_stylized_medium">
                <a:extLst>
                  <a:ext uri="{FF2B5EF4-FFF2-40B4-BE49-F238E27FC236}">
                    <a16:creationId xmlns:a16="http://schemas.microsoft.com/office/drawing/2014/main" id="{5015A0EC-AAF7-5845-870F-AC72079C9D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77" name="Freeform 172">
                <a:extLst>
                  <a:ext uri="{FF2B5EF4-FFF2-40B4-BE49-F238E27FC236}">
                    <a16:creationId xmlns:a16="http://schemas.microsoft.com/office/drawing/2014/main" id="{85F221FD-96E4-6C47-B178-8A95ACD6B79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74" name="Rectangle 115">
              <a:extLst>
                <a:ext uri="{FF2B5EF4-FFF2-40B4-BE49-F238E27FC236}">
                  <a16:creationId xmlns:a16="http://schemas.microsoft.com/office/drawing/2014/main" id="{3D96246A-1605-AF45-A4B0-F085DAAC3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rgbClr val="CCCCFF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5" name="Text Box 116">
              <a:extLst>
                <a:ext uri="{FF2B5EF4-FFF2-40B4-BE49-F238E27FC236}">
                  <a16:creationId xmlns:a16="http://schemas.microsoft.com/office/drawing/2014/main" id="{5136D042-DF2A-484C-9882-7FBDD96447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user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agent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78" name="Rectangle 3">
            <a:extLst>
              <a:ext uri="{FF2B5EF4-FFF2-40B4-BE49-F238E27FC236}">
                <a16:creationId xmlns:a16="http://schemas.microsoft.com/office/drawing/2014/main" id="{9BFC42AA-8BB5-8E46-A741-D3C4DA9BB457}"/>
              </a:ext>
            </a:extLst>
          </p:cNvPr>
          <p:cNvSpPr txBox="1">
            <a:spLocks noChangeArrowheads="1"/>
          </p:cNvSpPr>
          <p:nvPr/>
        </p:nvSpPr>
        <p:spPr>
          <a:xfrm>
            <a:off x="728885" y="2279968"/>
            <a:ext cx="5071156" cy="1103364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2) Alice’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UA sends message to her mail server using SMTP; message placed in message queue</a:t>
            </a:r>
          </a:p>
        </p:txBody>
      </p:sp>
      <p:sp>
        <p:nvSpPr>
          <p:cNvPr id="379" name="Rectangle 3">
            <a:extLst>
              <a:ext uri="{FF2B5EF4-FFF2-40B4-BE49-F238E27FC236}">
                <a16:creationId xmlns:a16="http://schemas.microsoft.com/office/drawing/2014/main" id="{F0BDE075-A22F-B64C-827B-4198952A13ED}"/>
              </a:ext>
            </a:extLst>
          </p:cNvPr>
          <p:cNvSpPr txBox="1">
            <a:spLocks noChangeArrowheads="1"/>
          </p:cNvSpPr>
          <p:nvPr/>
        </p:nvSpPr>
        <p:spPr>
          <a:xfrm>
            <a:off x="739565" y="3432318"/>
            <a:ext cx="5448733" cy="1089177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3) client side of SMTP at mail server opens TCP connection with Bob’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mail server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80" name="Rectangle 4">
            <a:extLst>
              <a:ext uri="{FF2B5EF4-FFF2-40B4-BE49-F238E27FC236}">
                <a16:creationId xmlns:a16="http://schemas.microsoft.com/office/drawing/2014/main" id="{DFD69930-AC55-F14B-9151-A849CFC023A8}"/>
              </a:ext>
            </a:extLst>
          </p:cNvPr>
          <p:cNvSpPr txBox="1">
            <a:spLocks noChangeArrowheads="1"/>
          </p:cNvSpPr>
          <p:nvPr/>
        </p:nvSpPr>
        <p:spPr>
          <a:xfrm>
            <a:off x="6633422" y="2275557"/>
            <a:ext cx="3810000" cy="8286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5) Bob’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mail server places the message in Bob’s mailbox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81" name="Rectangle 4">
            <a:extLst>
              <a:ext uri="{FF2B5EF4-FFF2-40B4-BE49-F238E27FC236}">
                <a16:creationId xmlns:a16="http://schemas.microsoft.com/office/drawing/2014/main" id="{66D50C27-F2A0-6446-B161-62594C2D18D6}"/>
              </a:ext>
            </a:extLst>
          </p:cNvPr>
          <p:cNvSpPr txBox="1">
            <a:spLocks noChangeArrowheads="1"/>
          </p:cNvSpPr>
          <p:nvPr/>
        </p:nvSpPr>
        <p:spPr>
          <a:xfrm>
            <a:off x="6630762" y="3460095"/>
            <a:ext cx="3810000" cy="8286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6) Bob invokes his user agent to read message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2" name="Slide Number Placeholder 2">
            <a:extLst>
              <a:ext uri="{FF2B5EF4-FFF2-40B4-BE49-F238E27FC236}">
                <a16:creationId xmlns:a16="http://schemas.microsoft.com/office/drawing/2014/main" id="{FB96421F-FAF9-4A47-A990-FB1764E1CE1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7D7B0A4C-4B32-161F-03E5-15C9E99BF108}"/>
              </a:ext>
            </a:extLst>
          </p:cNvPr>
          <p:cNvGrpSpPr/>
          <p:nvPr/>
        </p:nvGrpSpPr>
        <p:grpSpPr>
          <a:xfrm>
            <a:off x="2069478" y="4530660"/>
            <a:ext cx="2729208" cy="2409959"/>
            <a:chOff x="9824526" y="5113145"/>
            <a:chExt cx="2729208" cy="2409959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21701038-F1A4-C633-B5C0-E84C300AC745}"/>
                </a:ext>
              </a:extLst>
            </p:cNvPr>
            <p:cNvSpPr/>
            <p:nvPr/>
          </p:nvSpPr>
          <p:spPr>
            <a:xfrm>
              <a:off x="9824526" y="6999884"/>
              <a:ext cx="2729208" cy="523220"/>
            </a:xfrm>
            <a:prstGeom prst="rect">
              <a:avLst/>
            </a:prstGeom>
            <a:ln>
              <a:noFill/>
            </a:ln>
          </p:spPr>
          <p:txBody>
            <a:bodyPr wrap="none">
              <a:spAutoFit/>
            </a:bodyPr>
            <a:lstStyle/>
            <a:p>
              <a:r>
                <a:rPr lang="en-US" sz="2800" dirty="0">
                  <a:solidFill>
                    <a:srgbClr val="FF0000"/>
                  </a:solidFill>
                  <a:latin typeface="Gill Sans MT" charset="0"/>
                </a:rPr>
                <a:t>UA -  Mail Server</a:t>
              </a:r>
            </a:p>
          </p:txBody>
        </p:sp>
        <p:sp>
          <p:nvSpPr>
            <p:cNvPr id="4" name="Line 70">
              <a:extLst>
                <a:ext uri="{FF2B5EF4-FFF2-40B4-BE49-F238E27FC236}">
                  <a16:creationId xmlns:a16="http://schemas.microsoft.com/office/drawing/2014/main" id="{C3583BB3-7E3D-646B-F33C-2D7C61E659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38876" y="5113145"/>
              <a:ext cx="1470" cy="1744855"/>
            </a:xfrm>
            <a:prstGeom prst="line">
              <a:avLst/>
            </a:prstGeom>
            <a:noFill/>
            <a:ln w="12700">
              <a:solidFill>
                <a:srgbClr val="FF0000"/>
              </a:solidFill>
              <a:round/>
              <a:headEnd type="none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" name="Line 70">
              <a:extLst>
                <a:ext uri="{FF2B5EF4-FFF2-40B4-BE49-F238E27FC236}">
                  <a16:creationId xmlns:a16="http://schemas.microsoft.com/office/drawing/2014/main" id="{F80EEE67-2996-7F9B-419E-727DCD2D39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038694" y="5113145"/>
              <a:ext cx="1470" cy="1744855"/>
            </a:xfrm>
            <a:prstGeom prst="line">
              <a:avLst/>
            </a:prstGeom>
            <a:noFill/>
            <a:ln w="12700">
              <a:solidFill>
                <a:srgbClr val="FF0000"/>
              </a:solidFill>
              <a:round/>
              <a:headEnd type="none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1DCF05B2-2046-85C7-6C63-E16F75DD42C3}"/>
              </a:ext>
            </a:extLst>
          </p:cNvPr>
          <p:cNvGrpSpPr/>
          <p:nvPr/>
        </p:nvGrpSpPr>
        <p:grpSpPr>
          <a:xfrm>
            <a:off x="3758543" y="4079895"/>
            <a:ext cx="4003173" cy="2563860"/>
            <a:chOff x="9434708" y="4294140"/>
            <a:chExt cx="4003173" cy="2563860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13DB039B-C078-38D2-58B2-59C3C11BF1D2}"/>
                </a:ext>
              </a:extLst>
            </p:cNvPr>
            <p:cNvSpPr/>
            <p:nvPr/>
          </p:nvSpPr>
          <p:spPr>
            <a:xfrm>
              <a:off x="9434708" y="4294140"/>
              <a:ext cx="4003173" cy="523220"/>
            </a:xfrm>
            <a:prstGeom prst="rect">
              <a:avLst/>
            </a:prstGeom>
            <a:ln>
              <a:noFill/>
            </a:ln>
          </p:spPr>
          <p:txBody>
            <a:bodyPr wrap="square">
              <a:spAutoFit/>
            </a:bodyPr>
            <a:lstStyle/>
            <a:p>
              <a:r>
                <a:rPr lang="en-US" sz="2800" dirty="0">
                  <a:solidFill>
                    <a:srgbClr val="FF0000"/>
                  </a:solidFill>
                  <a:latin typeface="Gill Sans MT" charset="0"/>
                </a:rPr>
                <a:t>Mail Server - Mail Server</a:t>
              </a:r>
            </a:p>
          </p:txBody>
        </p:sp>
        <p:sp>
          <p:nvSpPr>
            <p:cNvPr id="8" name="Line 70">
              <a:extLst>
                <a:ext uri="{FF2B5EF4-FFF2-40B4-BE49-F238E27FC236}">
                  <a16:creationId xmlns:a16="http://schemas.microsoft.com/office/drawing/2014/main" id="{F2684709-355B-9681-0B73-5542B92702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38876" y="5113145"/>
              <a:ext cx="1470" cy="1744855"/>
            </a:xfrm>
            <a:prstGeom prst="line">
              <a:avLst/>
            </a:prstGeom>
            <a:noFill/>
            <a:ln w="12700">
              <a:solidFill>
                <a:srgbClr val="FF0000"/>
              </a:solidFill>
              <a:round/>
              <a:headEnd type="none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" name="Line 70">
              <a:extLst>
                <a:ext uri="{FF2B5EF4-FFF2-40B4-BE49-F238E27FC236}">
                  <a16:creationId xmlns:a16="http://schemas.microsoft.com/office/drawing/2014/main" id="{12BC28A8-CEE3-F91A-7726-D3B99CD098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038694" y="5113145"/>
              <a:ext cx="1470" cy="1744855"/>
            </a:xfrm>
            <a:prstGeom prst="line">
              <a:avLst/>
            </a:prstGeom>
            <a:noFill/>
            <a:ln w="12700">
              <a:solidFill>
                <a:srgbClr val="FF0000"/>
              </a:solidFill>
              <a:round/>
              <a:headEnd type="none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B6F66A7-2A28-8D55-6276-B4F2E72CC76F}"/>
              </a:ext>
            </a:extLst>
          </p:cNvPr>
          <p:cNvGrpSpPr/>
          <p:nvPr/>
        </p:nvGrpSpPr>
        <p:grpSpPr>
          <a:xfrm>
            <a:off x="6652819" y="5168404"/>
            <a:ext cx="2729208" cy="1794067"/>
            <a:chOff x="10321830" y="5113145"/>
            <a:chExt cx="2729208" cy="1794067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F8A379B4-68D1-3445-291D-C0E3F8E4FD96}"/>
                </a:ext>
              </a:extLst>
            </p:cNvPr>
            <p:cNvSpPr/>
            <p:nvPr/>
          </p:nvSpPr>
          <p:spPr>
            <a:xfrm>
              <a:off x="10321830" y="6383992"/>
              <a:ext cx="2729208" cy="523220"/>
            </a:xfrm>
            <a:prstGeom prst="rect">
              <a:avLst/>
            </a:prstGeom>
            <a:ln>
              <a:noFill/>
            </a:ln>
          </p:spPr>
          <p:txBody>
            <a:bodyPr wrap="none">
              <a:spAutoFit/>
            </a:bodyPr>
            <a:lstStyle/>
            <a:p>
              <a:r>
                <a:rPr lang="en-US" sz="2800" dirty="0">
                  <a:solidFill>
                    <a:srgbClr val="FF0000"/>
                  </a:solidFill>
                  <a:latin typeface="Gill Sans MT" charset="0"/>
                </a:rPr>
                <a:t>UA -  Mail Server</a:t>
              </a:r>
            </a:p>
          </p:txBody>
        </p:sp>
        <p:sp>
          <p:nvSpPr>
            <p:cNvPr id="13" name="Line 70">
              <a:extLst>
                <a:ext uri="{FF2B5EF4-FFF2-40B4-BE49-F238E27FC236}">
                  <a16:creationId xmlns:a16="http://schemas.microsoft.com/office/drawing/2014/main" id="{B33421A6-D288-BAD2-ABD2-06B89FDBE7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38876" y="5113145"/>
              <a:ext cx="1470" cy="1744855"/>
            </a:xfrm>
            <a:prstGeom prst="line">
              <a:avLst/>
            </a:prstGeom>
            <a:noFill/>
            <a:ln w="12700">
              <a:solidFill>
                <a:srgbClr val="FF0000"/>
              </a:solidFill>
              <a:round/>
              <a:headEnd type="none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" name="Line 70">
              <a:extLst>
                <a:ext uri="{FF2B5EF4-FFF2-40B4-BE49-F238E27FC236}">
                  <a16:creationId xmlns:a16="http://schemas.microsoft.com/office/drawing/2014/main" id="{BD96B4C5-E94C-7BCB-9E1A-16B5ED7718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038694" y="5113145"/>
              <a:ext cx="1470" cy="1744855"/>
            </a:xfrm>
            <a:prstGeom prst="line">
              <a:avLst/>
            </a:prstGeom>
            <a:noFill/>
            <a:ln w="12700">
              <a:solidFill>
                <a:srgbClr val="FF0000"/>
              </a:solidFill>
              <a:round/>
              <a:headEnd type="none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6710826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361" grpId="0" animBg="1"/>
      <p:bldP spid="362" grpId="0" animBg="1"/>
      <p:bldP spid="363" grpId="0" animBg="1"/>
      <p:bldP spid="365" grpId="0" animBg="1"/>
      <p:bldP spid="366" grpId="0" animBg="1"/>
      <p:bldP spid="367" grpId="0" animBg="1"/>
      <p:bldP spid="368" grpId="0" animBg="1"/>
      <p:bldP spid="369" grpId="0" animBg="1"/>
      <p:bldP spid="378" grpId="0"/>
      <p:bldP spid="379" grpId="0"/>
      <p:bldP spid="380" grpId="0"/>
      <p:bldP spid="381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Sample SMTP interaction</a:t>
            </a:r>
            <a:endParaRPr lang="en-US" sz="4400" dirty="0"/>
          </a:p>
        </p:txBody>
      </p:sp>
      <p:sp>
        <p:nvSpPr>
          <p:cNvPr id="133" name="Rectangle 3">
            <a:extLst>
              <a:ext uri="{FF2B5EF4-FFF2-40B4-BE49-F238E27FC236}">
                <a16:creationId xmlns:a16="http://schemas.microsoft.com/office/drawing/2014/main" id="{D5CD8C7F-9F1D-3848-BEE3-38D59C4030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0995" y="1183947"/>
            <a:ext cx="9870010" cy="51706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    S: 220 </a:t>
            </a:r>
            <a:r>
              <a:rPr kumimoji="0" lang="en-US" alt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hamburger.edu</a:t>
            </a: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    C: HELO </a:t>
            </a:r>
            <a:r>
              <a:rPr kumimoji="0" lang="en-US" alt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crepes.fr</a:t>
            </a: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    S: 250  Hello </a:t>
            </a:r>
            <a:r>
              <a:rPr kumimoji="0" lang="en-US" alt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crepes.fr</a:t>
            </a: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, pleased to meet you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    C: MAIL FROM: &lt;</a:t>
            </a:r>
            <a:r>
              <a:rPr kumimoji="0" lang="en-US" alt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alice@crepes.fr</a:t>
            </a: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&gt;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    S: 250 </a:t>
            </a:r>
            <a:r>
              <a:rPr kumimoji="0" lang="en-US" alt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alice@crepes.fr</a:t>
            </a: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... Sender ok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    C: RCPT TO: &lt;</a:t>
            </a:r>
            <a:r>
              <a:rPr kumimoji="0" lang="en-US" alt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bob@hamburger.edu</a:t>
            </a: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&gt;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    S: 250 </a:t>
            </a:r>
            <a:r>
              <a:rPr kumimoji="0" lang="en-US" alt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bob@hamburger.edu</a:t>
            </a: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... Recipient ok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    C: DATA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    S: 354 Enter mail, end with "." on a line by itself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    C: Do you like ketchup?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    C: How about pickles?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    C: .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    S: 250 Message accepted for delivery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    C: QUIT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    S: 221 </a:t>
            </a:r>
            <a:r>
              <a:rPr kumimoji="0" lang="en-US" alt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hamburger.edu</a:t>
            </a: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closing connection</a:t>
            </a:r>
            <a:endParaRPr kumimoji="0" lang="en-US" altLang="en-US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CD537EC8-F0B4-B942-8A93-7FB748DF2F45}"/>
              </a:ext>
            </a:extLst>
          </p:cNvPr>
          <p:cNvSpPr/>
          <p:nvPr/>
        </p:nvSpPr>
        <p:spPr>
          <a:xfrm>
            <a:off x="1978429" y="1587732"/>
            <a:ext cx="8994370" cy="72320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0194776-169D-9F43-BA8B-FB29B42EC638}"/>
              </a:ext>
            </a:extLst>
          </p:cNvPr>
          <p:cNvSpPr/>
          <p:nvPr/>
        </p:nvSpPr>
        <p:spPr>
          <a:xfrm>
            <a:off x="1981200" y="2213956"/>
            <a:ext cx="8994370" cy="76199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7064521-6B03-5B46-A46A-56B82F1B8EC5}"/>
              </a:ext>
            </a:extLst>
          </p:cNvPr>
          <p:cNvSpPr/>
          <p:nvPr/>
        </p:nvSpPr>
        <p:spPr>
          <a:xfrm>
            <a:off x="2000594" y="2931622"/>
            <a:ext cx="8994370" cy="64839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3E38ED0F-A82C-EF4D-B01A-1798192BFFB8}"/>
              </a:ext>
            </a:extLst>
          </p:cNvPr>
          <p:cNvSpPr/>
          <p:nvPr/>
        </p:nvSpPr>
        <p:spPr>
          <a:xfrm>
            <a:off x="2019991" y="3566160"/>
            <a:ext cx="8994370" cy="75645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6C87EB37-81D8-C644-9E7C-178AB0D0876D}"/>
              </a:ext>
            </a:extLst>
          </p:cNvPr>
          <p:cNvSpPr/>
          <p:nvPr/>
        </p:nvSpPr>
        <p:spPr>
          <a:xfrm>
            <a:off x="1956261" y="4283824"/>
            <a:ext cx="8994370" cy="126907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E22AB7A7-0B80-B04C-8B1E-5378A69CED06}"/>
              </a:ext>
            </a:extLst>
          </p:cNvPr>
          <p:cNvSpPr/>
          <p:nvPr/>
        </p:nvSpPr>
        <p:spPr>
          <a:xfrm>
            <a:off x="1856507" y="5469775"/>
            <a:ext cx="8994370" cy="77585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Slide Number Placeholder 2">
            <a:extLst>
              <a:ext uri="{FF2B5EF4-FFF2-40B4-BE49-F238E27FC236}">
                <a16:creationId xmlns:a16="http://schemas.microsoft.com/office/drawing/2014/main" id="{01A32920-24D5-DF48-A91B-0520F9191E7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62145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6" grpId="0" animBg="1"/>
      <p:bldP spid="7" grpId="0" animBg="1"/>
      <p:bldP spid="8" grpId="0" animBg="1"/>
      <p:bldP spid="10" grpId="0" animBg="1"/>
      <p:bldP spid="11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SMTP: observations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E677454B-F21D-4441-9BDE-50D84F4D93FA}"/>
              </a:ext>
            </a:extLst>
          </p:cNvPr>
          <p:cNvSpPr txBox="1">
            <a:spLocks noChangeArrowheads="1"/>
          </p:cNvSpPr>
          <p:nvPr/>
        </p:nvSpPr>
        <p:spPr>
          <a:xfrm>
            <a:off x="7119664" y="1518446"/>
            <a:ext cx="4194627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SMTP uses persistent connections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SMTP requires message (header &amp; body) to be in 7-bit ASCII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SMTP server uses CRLF.CRLF to determine end of message</a:t>
            </a:r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3E733DCA-2522-E341-8697-49ADE10A3FA3}"/>
              </a:ext>
            </a:extLst>
          </p:cNvPr>
          <p:cNvSpPr txBox="1">
            <a:spLocks noChangeArrowheads="1"/>
          </p:cNvSpPr>
          <p:nvPr/>
        </p:nvSpPr>
        <p:spPr>
          <a:xfrm>
            <a:off x="651330" y="1460390"/>
            <a:ext cx="6183084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comparison with HTTP:</a:t>
            </a:r>
          </a:p>
          <a:p>
            <a:pPr marL="576263" marR="0" lvl="0" indent="-317500" algn="l" defTabSz="914400" rtl="0" eaLnBrk="1" fontAlgn="auto" latinLnBrk="0" hangingPunct="1">
              <a:lnSpc>
                <a:spcPct val="90000"/>
              </a:lnSpc>
              <a:spcBef>
                <a:spcPct val="50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HTTP: client pull</a:t>
            </a:r>
          </a:p>
          <a:p>
            <a:pPr marL="576263" marR="0" lvl="0" indent="-3175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ct val="5000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SMTP: client push</a:t>
            </a:r>
          </a:p>
          <a:p>
            <a:pPr marL="576263" marR="0" lvl="0" indent="-3175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ct val="5000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both have ASCII command/response interaction, status codes</a:t>
            </a:r>
          </a:p>
          <a:p>
            <a:pPr marL="576263" marR="0" lvl="0" indent="-3175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HTTP: each object encapsulated in its own response message</a:t>
            </a:r>
          </a:p>
          <a:p>
            <a:pPr marL="576263" marR="0" lvl="0" indent="-3175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SMTP: multiple objects sent in multipart message</a:t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80E309B1-D180-4349-82CA-F509C53B0F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188959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Mail message format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81957B58-E235-B248-9DD8-EB83AEA89A77}"/>
              </a:ext>
            </a:extLst>
          </p:cNvPr>
          <p:cNvSpPr txBox="1">
            <a:spLocks noChangeArrowheads="1"/>
          </p:cNvSpPr>
          <p:nvPr/>
        </p:nvSpPr>
        <p:spPr>
          <a:xfrm>
            <a:off x="819954" y="1518446"/>
            <a:ext cx="10701485" cy="1856521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SMTP: protocol for exchanging e-mail messages, defined in RFC 5321 (like RFC 7231 defines HTTP)</a:t>
            </a:r>
          </a:p>
          <a:p>
            <a:pPr marL="14288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RFC 2822 defines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syntax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for e-mail message itself (like HTML defines syntax for web documents)</a:t>
            </a:r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0AB71C4-0C4F-CA48-A7D0-41E1DC5A23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11539" y="3317071"/>
            <a:ext cx="2832100" cy="431800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header</a:t>
            </a:r>
          </a:p>
        </p:txBody>
      </p:sp>
      <p:sp>
        <p:nvSpPr>
          <p:cNvPr id="18" name="Rectangle 7">
            <a:extLst>
              <a:ext uri="{FF2B5EF4-FFF2-40B4-BE49-F238E27FC236}">
                <a16:creationId xmlns:a16="http://schemas.microsoft.com/office/drawing/2014/main" id="{CDEC6892-2B97-054E-BBD0-0613AB282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11539" y="4129871"/>
            <a:ext cx="2832100" cy="1739900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body</a:t>
            </a:r>
          </a:p>
        </p:txBody>
      </p:sp>
      <p:sp>
        <p:nvSpPr>
          <p:cNvPr id="19" name="Rectangle 9">
            <a:extLst>
              <a:ext uri="{FF2B5EF4-FFF2-40B4-BE49-F238E27FC236}">
                <a16:creationId xmlns:a16="http://schemas.microsoft.com/office/drawing/2014/main" id="{C0E3FED1-4363-5F4D-B639-F7151E3E3F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08339" y="3202771"/>
            <a:ext cx="3238500" cy="307340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" name="Line 11">
            <a:extLst>
              <a:ext uri="{FF2B5EF4-FFF2-40B4-BE49-F238E27FC236}">
                <a16:creationId xmlns:a16="http://schemas.microsoft.com/office/drawing/2014/main" id="{86B4C984-46A5-C043-8ED7-4BFCACE5EF2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567314" y="5094521"/>
            <a:ext cx="6544225" cy="812792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</a:t>
            </a:r>
          </a:p>
        </p:txBody>
      </p:sp>
      <p:sp>
        <p:nvSpPr>
          <p:cNvPr id="22" name="Text Box 13">
            <a:extLst>
              <a:ext uri="{FF2B5EF4-FFF2-40B4-BE49-F238E27FC236}">
                <a16:creationId xmlns:a16="http://schemas.microsoft.com/office/drawing/2014/main" id="{C5431D6F-96A3-734C-8517-99FCE98FAD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72252" y="3537734"/>
            <a:ext cx="792162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blank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line</a:t>
            </a:r>
          </a:p>
        </p:txBody>
      </p:sp>
      <p:sp>
        <p:nvSpPr>
          <p:cNvPr id="23" name="Line 14">
            <a:extLst>
              <a:ext uri="{FF2B5EF4-FFF2-40B4-BE49-F238E27FC236}">
                <a16:creationId xmlns:a16="http://schemas.microsoft.com/office/drawing/2014/main" id="{EC853BB6-31B4-4243-A729-4094617E6DF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384839" y="3977471"/>
            <a:ext cx="96520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18B4D68C-13CF-8640-BB04-F138B198C88E}"/>
              </a:ext>
            </a:extLst>
          </p:cNvPr>
          <p:cNvCxnSpPr>
            <a:cxnSpLocks/>
          </p:cNvCxnSpPr>
          <p:nvPr/>
        </p:nvCxnSpPr>
        <p:spPr>
          <a:xfrm>
            <a:off x="3614057" y="3531161"/>
            <a:ext cx="4424912" cy="0"/>
          </a:xfrm>
          <a:prstGeom prst="straightConnector1">
            <a:avLst/>
          </a:prstGeom>
          <a:ln w="127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Rectangle 3">
            <a:extLst>
              <a:ext uri="{FF2B5EF4-FFF2-40B4-BE49-F238E27FC236}">
                <a16:creationId xmlns:a16="http://schemas.microsoft.com/office/drawing/2014/main" id="{70542D48-C74E-9945-A7DE-1939CC0DD67B}"/>
              </a:ext>
            </a:extLst>
          </p:cNvPr>
          <p:cNvSpPr txBox="1">
            <a:spLocks noChangeArrowheads="1"/>
          </p:cNvSpPr>
          <p:nvPr/>
        </p:nvSpPr>
        <p:spPr>
          <a:xfrm>
            <a:off x="889227" y="3300140"/>
            <a:ext cx="6379126" cy="303415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6075" marR="0" lvl="0" indent="-2174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header lines, e.g.,</a:t>
            </a:r>
          </a:p>
          <a:p>
            <a:pPr marL="635000" marR="0" lvl="1" indent="-2238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To:</a:t>
            </a:r>
          </a:p>
          <a:p>
            <a:pPr marL="635000" marR="0" lvl="1" indent="-2238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From:</a:t>
            </a:r>
          </a:p>
          <a:p>
            <a:pPr marL="635000" marR="0" lvl="1" indent="-2238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Subject:</a:t>
            </a:r>
          </a:p>
          <a:p>
            <a:pPr marL="403225" marR="0" lvl="1" indent="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these lines, within the body of the email message area different from </a:t>
            </a:r>
            <a:r>
              <a:rPr kumimoji="0" lang="en-US" alt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SMTP MAIL FROM:, RCPT TO: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commands!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Body: the “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message” ,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ASCII characters only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ED161916-043B-2B40-A2CD-1EB81D81795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364286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8" grpId="0" animBg="1"/>
      <p:bldP spid="19" grpId="0" animBg="1"/>
      <p:bldP spid="21" grpId="0" animBg="1"/>
      <p:bldP spid="22" grpId="0"/>
      <p:bldP spid="23" grpId="0" animBg="1"/>
      <p:bldP spid="23" grpId="1" animBg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Retrieving email: mail access protocols</a:t>
            </a:r>
            <a:endParaRPr lang="en-US" sz="4400" dirty="0">
              <a:cs typeface="Calibri" panose="020F0502020204030204" pitchFamily="34" charset="0"/>
            </a:endParaRPr>
          </a:p>
        </p:txBody>
      </p:sp>
      <p:grpSp>
        <p:nvGrpSpPr>
          <p:cNvPr id="262" name="Group 133">
            <a:extLst>
              <a:ext uri="{FF2B5EF4-FFF2-40B4-BE49-F238E27FC236}">
                <a16:creationId xmlns:a16="http://schemas.microsoft.com/office/drawing/2014/main" id="{962D0EED-8EC0-D944-8706-78D65ED758FC}"/>
              </a:ext>
            </a:extLst>
          </p:cNvPr>
          <p:cNvGrpSpPr>
            <a:grpSpLocks/>
          </p:cNvGrpSpPr>
          <p:nvPr/>
        </p:nvGrpSpPr>
        <p:grpSpPr bwMode="auto">
          <a:xfrm>
            <a:off x="4451528" y="1694089"/>
            <a:ext cx="511175" cy="693738"/>
            <a:chOff x="4140" y="429"/>
            <a:chExt cx="1425" cy="2396"/>
          </a:xfrm>
        </p:grpSpPr>
        <p:sp>
          <p:nvSpPr>
            <p:cNvPr id="351" name="Freeform 134">
              <a:extLst>
                <a:ext uri="{FF2B5EF4-FFF2-40B4-BE49-F238E27FC236}">
                  <a16:creationId xmlns:a16="http://schemas.microsoft.com/office/drawing/2014/main" id="{DCB7F2F1-B08C-9D42-9A9B-C0CA8CC2D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2" name="Rectangle 135">
              <a:extLst>
                <a:ext uri="{FF2B5EF4-FFF2-40B4-BE49-F238E27FC236}">
                  <a16:creationId xmlns:a16="http://schemas.microsoft.com/office/drawing/2014/main" id="{E057BFF5-9E6F-4743-A805-44D1354D72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3" name="Freeform 136">
              <a:extLst>
                <a:ext uri="{FF2B5EF4-FFF2-40B4-BE49-F238E27FC236}">
                  <a16:creationId xmlns:a16="http://schemas.microsoft.com/office/drawing/2014/main" id="{794C2025-779C-7143-89C2-171CFB018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4" name="Freeform 137">
              <a:extLst>
                <a:ext uri="{FF2B5EF4-FFF2-40B4-BE49-F238E27FC236}">
                  <a16:creationId xmlns:a16="http://schemas.microsoft.com/office/drawing/2014/main" id="{A80FAE7D-8D21-BC47-907D-F96620BB9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5" name="Rectangle 138">
              <a:extLst>
                <a:ext uri="{FF2B5EF4-FFF2-40B4-BE49-F238E27FC236}">
                  <a16:creationId xmlns:a16="http://schemas.microsoft.com/office/drawing/2014/main" id="{616938A0-6228-6140-BCFA-473AB9A59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56" name="Group 139">
              <a:extLst>
                <a:ext uri="{FF2B5EF4-FFF2-40B4-BE49-F238E27FC236}">
                  <a16:creationId xmlns:a16="http://schemas.microsoft.com/office/drawing/2014/main" id="{87FBA1B9-AC0E-BF4F-A5C2-F38DA460D1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81" name="AutoShape 140">
                <a:extLst>
                  <a:ext uri="{FF2B5EF4-FFF2-40B4-BE49-F238E27FC236}">
                    <a16:creationId xmlns:a16="http://schemas.microsoft.com/office/drawing/2014/main" id="{84143FD8-E0F9-DF48-B4AF-0D12414A3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2" name="AutoShape 141">
                <a:extLst>
                  <a:ext uri="{FF2B5EF4-FFF2-40B4-BE49-F238E27FC236}">
                    <a16:creationId xmlns:a16="http://schemas.microsoft.com/office/drawing/2014/main" id="{F75D69FA-178C-FF48-AF93-8D22328C70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57" name="Rectangle 142">
              <a:extLst>
                <a:ext uri="{FF2B5EF4-FFF2-40B4-BE49-F238E27FC236}">
                  <a16:creationId xmlns:a16="http://schemas.microsoft.com/office/drawing/2014/main" id="{79EE47BA-DDCB-AE42-849E-EAA9A961A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58" name="Group 143">
              <a:extLst>
                <a:ext uri="{FF2B5EF4-FFF2-40B4-BE49-F238E27FC236}">
                  <a16:creationId xmlns:a16="http://schemas.microsoft.com/office/drawing/2014/main" id="{52DF3659-7462-174D-BF79-583260D649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79" name="AutoShape 144">
                <a:extLst>
                  <a:ext uri="{FF2B5EF4-FFF2-40B4-BE49-F238E27FC236}">
                    <a16:creationId xmlns:a16="http://schemas.microsoft.com/office/drawing/2014/main" id="{9E1E1420-2718-EE4C-9DB5-D20E625D4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0" name="AutoShape 145">
                <a:extLst>
                  <a:ext uri="{FF2B5EF4-FFF2-40B4-BE49-F238E27FC236}">
                    <a16:creationId xmlns:a16="http://schemas.microsoft.com/office/drawing/2014/main" id="{311E1D1D-C4BA-C14B-AB5E-7D9E9CB99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59" name="Rectangle 146">
              <a:extLst>
                <a:ext uri="{FF2B5EF4-FFF2-40B4-BE49-F238E27FC236}">
                  <a16:creationId xmlns:a16="http://schemas.microsoft.com/office/drawing/2014/main" id="{A208931F-C1D7-4D44-9151-6D63CB811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0" name="Rectangle 147">
              <a:extLst>
                <a:ext uri="{FF2B5EF4-FFF2-40B4-BE49-F238E27FC236}">
                  <a16:creationId xmlns:a16="http://schemas.microsoft.com/office/drawing/2014/main" id="{85597E8B-CF6B-C244-96B8-D967A88BD6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61" name="Group 148">
              <a:extLst>
                <a:ext uri="{FF2B5EF4-FFF2-40B4-BE49-F238E27FC236}">
                  <a16:creationId xmlns:a16="http://schemas.microsoft.com/office/drawing/2014/main" id="{13DDD94F-DFC2-E744-ADF7-A896AEDA9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77" name="AutoShape 149">
                <a:extLst>
                  <a:ext uri="{FF2B5EF4-FFF2-40B4-BE49-F238E27FC236}">
                    <a16:creationId xmlns:a16="http://schemas.microsoft.com/office/drawing/2014/main" id="{3E8C962F-C7BD-B44F-978E-C803F5452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78" name="AutoShape 150">
                <a:extLst>
                  <a:ext uri="{FF2B5EF4-FFF2-40B4-BE49-F238E27FC236}">
                    <a16:creationId xmlns:a16="http://schemas.microsoft.com/office/drawing/2014/main" id="{E65F62EE-08D0-BF46-9BB6-23FEA82DDB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2" name="Freeform 151">
              <a:extLst>
                <a:ext uri="{FF2B5EF4-FFF2-40B4-BE49-F238E27FC236}">
                  <a16:creationId xmlns:a16="http://schemas.microsoft.com/office/drawing/2014/main" id="{60E83399-FCB4-324A-B4BD-B8F236595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63" name="Group 152">
              <a:extLst>
                <a:ext uri="{FF2B5EF4-FFF2-40B4-BE49-F238E27FC236}">
                  <a16:creationId xmlns:a16="http://schemas.microsoft.com/office/drawing/2014/main" id="{87A9E3BB-3D7B-8247-845C-C0F0EBB963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75" name="AutoShape 153">
                <a:extLst>
                  <a:ext uri="{FF2B5EF4-FFF2-40B4-BE49-F238E27FC236}">
                    <a16:creationId xmlns:a16="http://schemas.microsoft.com/office/drawing/2014/main" id="{7C75A8D8-585C-B74B-A8B7-1BE5B5378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76" name="AutoShape 154">
                <a:extLst>
                  <a:ext uri="{FF2B5EF4-FFF2-40B4-BE49-F238E27FC236}">
                    <a16:creationId xmlns:a16="http://schemas.microsoft.com/office/drawing/2014/main" id="{22C9496F-6ACA-5348-BD7C-54B2C4BDD1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4" name="Rectangle 155">
              <a:extLst>
                <a:ext uri="{FF2B5EF4-FFF2-40B4-BE49-F238E27FC236}">
                  <a16:creationId xmlns:a16="http://schemas.microsoft.com/office/drawing/2014/main" id="{3A93ED27-82F2-8540-8D23-33AD2D2EE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5" name="Freeform 156">
              <a:extLst>
                <a:ext uri="{FF2B5EF4-FFF2-40B4-BE49-F238E27FC236}">
                  <a16:creationId xmlns:a16="http://schemas.microsoft.com/office/drawing/2014/main" id="{0292C05A-662A-5445-B8CB-FAA09E805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6" name="Freeform 157">
              <a:extLst>
                <a:ext uri="{FF2B5EF4-FFF2-40B4-BE49-F238E27FC236}">
                  <a16:creationId xmlns:a16="http://schemas.microsoft.com/office/drawing/2014/main" id="{4AA45BB6-3C27-E64E-8383-C80FAEA53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7" name="Oval 158">
              <a:extLst>
                <a:ext uri="{FF2B5EF4-FFF2-40B4-BE49-F238E27FC236}">
                  <a16:creationId xmlns:a16="http://schemas.microsoft.com/office/drawing/2014/main" id="{95B86A35-1D75-5C49-936B-687C0ACE7F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" name="Freeform 159">
              <a:extLst>
                <a:ext uri="{FF2B5EF4-FFF2-40B4-BE49-F238E27FC236}">
                  <a16:creationId xmlns:a16="http://schemas.microsoft.com/office/drawing/2014/main" id="{1EEE46FE-29EC-9D4E-A9F0-12F15C389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" name="AutoShape 160">
              <a:extLst>
                <a:ext uri="{FF2B5EF4-FFF2-40B4-BE49-F238E27FC236}">
                  <a16:creationId xmlns:a16="http://schemas.microsoft.com/office/drawing/2014/main" id="{77C78D76-E4BF-FC4E-85A3-25D74AAE0F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0" name="AutoShape 161">
              <a:extLst>
                <a:ext uri="{FF2B5EF4-FFF2-40B4-BE49-F238E27FC236}">
                  <a16:creationId xmlns:a16="http://schemas.microsoft.com/office/drawing/2014/main" id="{1A647E10-4CD3-9C49-9E7D-932D482508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1" name="Oval 162">
              <a:extLst>
                <a:ext uri="{FF2B5EF4-FFF2-40B4-BE49-F238E27FC236}">
                  <a16:creationId xmlns:a16="http://schemas.microsoft.com/office/drawing/2014/main" id="{43EFA142-8DAD-3D46-A09E-08B75C8DF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2" name="Oval 163">
              <a:extLst>
                <a:ext uri="{FF2B5EF4-FFF2-40B4-BE49-F238E27FC236}">
                  <a16:creationId xmlns:a16="http://schemas.microsoft.com/office/drawing/2014/main" id="{A31EBF34-4197-3041-BA0D-DA86EAB8CB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73" name="Oval 164">
              <a:extLst>
                <a:ext uri="{FF2B5EF4-FFF2-40B4-BE49-F238E27FC236}">
                  <a16:creationId xmlns:a16="http://schemas.microsoft.com/office/drawing/2014/main" id="{C69F2F21-A598-194E-8061-42E20C132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4" name="Rectangle 165">
              <a:extLst>
                <a:ext uri="{FF2B5EF4-FFF2-40B4-BE49-F238E27FC236}">
                  <a16:creationId xmlns:a16="http://schemas.microsoft.com/office/drawing/2014/main" id="{C6C7B11F-80C5-CE4C-8737-FB4903EEB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63" name="Group 100">
            <a:extLst>
              <a:ext uri="{FF2B5EF4-FFF2-40B4-BE49-F238E27FC236}">
                <a16:creationId xmlns:a16="http://schemas.microsoft.com/office/drawing/2014/main" id="{425D51F3-48C9-9A40-B992-AE005FAB2C33}"/>
              </a:ext>
            </a:extLst>
          </p:cNvPr>
          <p:cNvGrpSpPr>
            <a:grpSpLocks/>
          </p:cNvGrpSpPr>
          <p:nvPr/>
        </p:nvGrpSpPr>
        <p:grpSpPr bwMode="auto">
          <a:xfrm>
            <a:off x="6137453" y="1703614"/>
            <a:ext cx="511175" cy="693738"/>
            <a:chOff x="4140" y="429"/>
            <a:chExt cx="1425" cy="2396"/>
          </a:xfrm>
        </p:grpSpPr>
        <p:sp>
          <p:nvSpPr>
            <p:cNvPr id="319" name="Freeform 101">
              <a:extLst>
                <a:ext uri="{FF2B5EF4-FFF2-40B4-BE49-F238E27FC236}">
                  <a16:creationId xmlns:a16="http://schemas.microsoft.com/office/drawing/2014/main" id="{4DE11FE1-ABE4-5449-9F07-FF92B1203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0" name="Rectangle 102">
              <a:extLst>
                <a:ext uri="{FF2B5EF4-FFF2-40B4-BE49-F238E27FC236}">
                  <a16:creationId xmlns:a16="http://schemas.microsoft.com/office/drawing/2014/main" id="{F28617B4-246C-4142-9D1A-885008483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1" name="Freeform 103">
              <a:extLst>
                <a:ext uri="{FF2B5EF4-FFF2-40B4-BE49-F238E27FC236}">
                  <a16:creationId xmlns:a16="http://schemas.microsoft.com/office/drawing/2014/main" id="{695E4127-E30B-0140-BBC3-EE8AA864D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2" name="Freeform 104">
              <a:extLst>
                <a:ext uri="{FF2B5EF4-FFF2-40B4-BE49-F238E27FC236}">
                  <a16:creationId xmlns:a16="http://schemas.microsoft.com/office/drawing/2014/main" id="{107A5B24-681B-3348-B947-27500FBE7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3" name="Rectangle 105">
              <a:extLst>
                <a:ext uri="{FF2B5EF4-FFF2-40B4-BE49-F238E27FC236}">
                  <a16:creationId xmlns:a16="http://schemas.microsoft.com/office/drawing/2014/main" id="{3B9FBC9B-DB47-3440-A3A7-D9397DA36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24" name="Group 106">
              <a:extLst>
                <a:ext uri="{FF2B5EF4-FFF2-40B4-BE49-F238E27FC236}">
                  <a16:creationId xmlns:a16="http://schemas.microsoft.com/office/drawing/2014/main" id="{D4DB1272-AC30-B740-A818-112B7B0161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49" name="AutoShape 107">
                <a:extLst>
                  <a:ext uri="{FF2B5EF4-FFF2-40B4-BE49-F238E27FC236}">
                    <a16:creationId xmlns:a16="http://schemas.microsoft.com/office/drawing/2014/main" id="{E4E7D8BF-C451-2149-AB56-5952A4BC1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0" name="AutoShape 108">
                <a:extLst>
                  <a:ext uri="{FF2B5EF4-FFF2-40B4-BE49-F238E27FC236}">
                    <a16:creationId xmlns:a16="http://schemas.microsoft.com/office/drawing/2014/main" id="{CA9F9DDC-D2E0-9445-8E09-E2A450486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25" name="Rectangle 109">
              <a:extLst>
                <a:ext uri="{FF2B5EF4-FFF2-40B4-BE49-F238E27FC236}">
                  <a16:creationId xmlns:a16="http://schemas.microsoft.com/office/drawing/2014/main" id="{8B4A1DB1-B64D-E342-AC38-F13AC2BB24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26" name="Group 110">
              <a:extLst>
                <a:ext uri="{FF2B5EF4-FFF2-40B4-BE49-F238E27FC236}">
                  <a16:creationId xmlns:a16="http://schemas.microsoft.com/office/drawing/2014/main" id="{8699E1EB-58F7-EB4A-BE56-52A7A29FB7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47" name="AutoShape 111">
                <a:extLst>
                  <a:ext uri="{FF2B5EF4-FFF2-40B4-BE49-F238E27FC236}">
                    <a16:creationId xmlns:a16="http://schemas.microsoft.com/office/drawing/2014/main" id="{8755B864-D5D9-3F48-B106-5195BC4797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48" name="AutoShape 112">
                <a:extLst>
                  <a:ext uri="{FF2B5EF4-FFF2-40B4-BE49-F238E27FC236}">
                    <a16:creationId xmlns:a16="http://schemas.microsoft.com/office/drawing/2014/main" id="{5EA94929-40C1-1844-A278-8A7EB9C8F3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27" name="Rectangle 113">
              <a:extLst>
                <a:ext uri="{FF2B5EF4-FFF2-40B4-BE49-F238E27FC236}">
                  <a16:creationId xmlns:a16="http://schemas.microsoft.com/office/drawing/2014/main" id="{C3CA31E7-43E9-C54B-B13E-E2E8356B1B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" name="Rectangle 114">
              <a:extLst>
                <a:ext uri="{FF2B5EF4-FFF2-40B4-BE49-F238E27FC236}">
                  <a16:creationId xmlns:a16="http://schemas.microsoft.com/office/drawing/2014/main" id="{70DE4D48-FE2E-9C45-9782-5C8939C4A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29" name="Group 115">
              <a:extLst>
                <a:ext uri="{FF2B5EF4-FFF2-40B4-BE49-F238E27FC236}">
                  <a16:creationId xmlns:a16="http://schemas.microsoft.com/office/drawing/2014/main" id="{BEDE8AC0-C09D-314C-9CF4-3B49C79D83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45" name="AutoShape 116">
                <a:extLst>
                  <a:ext uri="{FF2B5EF4-FFF2-40B4-BE49-F238E27FC236}">
                    <a16:creationId xmlns:a16="http://schemas.microsoft.com/office/drawing/2014/main" id="{53CFCEA6-E422-E24C-91CC-6AB2DA5B9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46" name="AutoShape 117">
                <a:extLst>
                  <a:ext uri="{FF2B5EF4-FFF2-40B4-BE49-F238E27FC236}">
                    <a16:creationId xmlns:a16="http://schemas.microsoft.com/office/drawing/2014/main" id="{FEFA7192-E9ED-D345-AC92-ED008077B3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0" name="Freeform 118">
              <a:extLst>
                <a:ext uri="{FF2B5EF4-FFF2-40B4-BE49-F238E27FC236}">
                  <a16:creationId xmlns:a16="http://schemas.microsoft.com/office/drawing/2014/main" id="{5FD6018C-4C2B-5147-9A4D-0850B214B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1" name="Group 119">
              <a:extLst>
                <a:ext uri="{FF2B5EF4-FFF2-40B4-BE49-F238E27FC236}">
                  <a16:creationId xmlns:a16="http://schemas.microsoft.com/office/drawing/2014/main" id="{0147FEBF-9B07-DB4D-80F0-28CFAFB175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43" name="AutoShape 120">
                <a:extLst>
                  <a:ext uri="{FF2B5EF4-FFF2-40B4-BE49-F238E27FC236}">
                    <a16:creationId xmlns:a16="http://schemas.microsoft.com/office/drawing/2014/main" id="{6BEC5FCB-A0E4-2B4D-99A9-AF75102E89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44" name="AutoShape 121">
                <a:extLst>
                  <a:ext uri="{FF2B5EF4-FFF2-40B4-BE49-F238E27FC236}">
                    <a16:creationId xmlns:a16="http://schemas.microsoft.com/office/drawing/2014/main" id="{DFB1EE8C-1279-5544-ADC0-B00F802A6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2" name="Rectangle 122">
              <a:extLst>
                <a:ext uri="{FF2B5EF4-FFF2-40B4-BE49-F238E27FC236}">
                  <a16:creationId xmlns:a16="http://schemas.microsoft.com/office/drawing/2014/main" id="{24E8BD47-F206-7A48-B906-69B10A9FFC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3" name="Freeform 123">
              <a:extLst>
                <a:ext uri="{FF2B5EF4-FFF2-40B4-BE49-F238E27FC236}">
                  <a16:creationId xmlns:a16="http://schemas.microsoft.com/office/drawing/2014/main" id="{3A63ACAE-F7D6-334D-BAC6-EB19E7953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4" name="Freeform 124">
              <a:extLst>
                <a:ext uri="{FF2B5EF4-FFF2-40B4-BE49-F238E27FC236}">
                  <a16:creationId xmlns:a16="http://schemas.microsoft.com/office/drawing/2014/main" id="{DBB6882F-25A8-7942-8AB7-E4F1E8EF4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5" name="Oval 125">
              <a:extLst>
                <a:ext uri="{FF2B5EF4-FFF2-40B4-BE49-F238E27FC236}">
                  <a16:creationId xmlns:a16="http://schemas.microsoft.com/office/drawing/2014/main" id="{1A751CBC-1E6B-3447-89A8-B6CA004222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6" name="Freeform 126">
              <a:extLst>
                <a:ext uri="{FF2B5EF4-FFF2-40B4-BE49-F238E27FC236}">
                  <a16:creationId xmlns:a16="http://schemas.microsoft.com/office/drawing/2014/main" id="{EC930019-7A9E-2D4F-9037-E4F5C26D8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7" name="AutoShape 127">
              <a:extLst>
                <a:ext uri="{FF2B5EF4-FFF2-40B4-BE49-F238E27FC236}">
                  <a16:creationId xmlns:a16="http://schemas.microsoft.com/office/drawing/2014/main" id="{7F4290BB-A0B2-F146-87B4-626DAAD2F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" name="AutoShape 128">
              <a:extLst>
                <a:ext uri="{FF2B5EF4-FFF2-40B4-BE49-F238E27FC236}">
                  <a16:creationId xmlns:a16="http://schemas.microsoft.com/office/drawing/2014/main" id="{DE6D89A2-6ADB-E042-9FB2-932318D01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9" name="Oval 129">
              <a:extLst>
                <a:ext uri="{FF2B5EF4-FFF2-40B4-BE49-F238E27FC236}">
                  <a16:creationId xmlns:a16="http://schemas.microsoft.com/office/drawing/2014/main" id="{8747708C-8EE0-5C44-BC67-5ACC5185A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0" name="Oval 130">
              <a:extLst>
                <a:ext uri="{FF2B5EF4-FFF2-40B4-BE49-F238E27FC236}">
                  <a16:creationId xmlns:a16="http://schemas.microsoft.com/office/drawing/2014/main" id="{7C3FDD54-230D-8547-8BCF-E82A92842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1" name="Oval 131">
              <a:extLst>
                <a:ext uri="{FF2B5EF4-FFF2-40B4-BE49-F238E27FC236}">
                  <a16:creationId xmlns:a16="http://schemas.microsoft.com/office/drawing/2014/main" id="{42133DC7-7C21-C149-A374-F81A9E0D9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2" name="Rectangle 132">
              <a:extLst>
                <a:ext uri="{FF2B5EF4-FFF2-40B4-BE49-F238E27FC236}">
                  <a16:creationId xmlns:a16="http://schemas.microsoft.com/office/drawing/2014/main" id="{9CA18ACF-5AE2-944A-999A-0A4945D54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64" name="Group 158">
            <a:extLst>
              <a:ext uri="{FF2B5EF4-FFF2-40B4-BE49-F238E27FC236}">
                <a16:creationId xmlns:a16="http://schemas.microsoft.com/office/drawing/2014/main" id="{989EFA5C-2337-B14C-91A8-83B54EA43E37}"/>
              </a:ext>
            </a:extLst>
          </p:cNvPr>
          <p:cNvGrpSpPr>
            <a:grpSpLocks/>
          </p:cNvGrpSpPr>
          <p:nvPr/>
        </p:nvGrpSpPr>
        <p:grpSpPr bwMode="auto">
          <a:xfrm>
            <a:off x="4159429" y="2103665"/>
            <a:ext cx="1689101" cy="1133476"/>
            <a:chOff x="1716" y="1206"/>
            <a:chExt cx="1064" cy="714"/>
          </a:xfrm>
        </p:grpSpPr>
        <p:sp>
          <p:nvSpPr>
            <p:cNvPr id="303" name="Text Box 95">
              <a:extLst>
                <a:ext uri="{FF2B5EF4-FFF2-40B4-BE49-F238E27FC236}">
                  <a16:creationId xmlns:a16="http://schemas.microsoft.com/office/drawing/2014/main" id="{C009C226-FBA8-DB48-ABF5-333250A76D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16" y="1583"/>
              <a:ext cx="1064" cy="3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sender</a:t>
              </a:r>
              <a:r>
                <a:rPr kumimoji="0" lang="ja-JP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’</a:t>
              </a:r>
              <a:r>
                <a:rPr kumimoji="0" lang="en-US" altLang="ja-JP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 e-mail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server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4" name="Group 157">
              <a:extLst>
                <a:ext uri="{FF2B5EF4-FFF2-40B4-BE49-F238E27FC236}">
                  <a16:creationId xmlns:a16="http://schemas.microsoft.com/office/drawing/2014/main" id="{619BE879-9F0A-604B-B005-9F7E471C17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1206"/>
              <a:ext cx="510" cy="354"/>
              <a:chOff x="2070" y="2004"/>
              <a:chExt cx="510" cy="354"/>
            </a:xfrm>
          </p:grpSpPr>
          <p:sp>
            <p:nvSpPr>
              <p:cNvPr id="305" name="Rectangle 94">
                <a:extLst>
                  <a:ext uri="{FF2B5EF4-FFF2-40B4-BE49-F238E27FC236}">
                    <a16:creationId xmlns:a16="http://schemas.microsoft.com/office/drawing/2014/main" id="{5B36F236-9C70-9F4F-A0BB-DDEC73A67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004"/>
                <a:ext cx="510" cy="354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902030302020204" pitchFamily="66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6" name="Rectangle 96">
                <a:extLst>
                  <a:ext uri="{FF2B5EF4-FFF2-40B4-BE49-F238E27FC236}">
                    <a16:creationId xmlns:a16="http://schemas.microsoft.com/office/drawing/2014/main" id="{474FF8AD-41AD-5B4D-B9AF-317E03200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4" y="207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902030302020204" pitchFamily="66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Line 97">
                <a:extLst>
                  <a:ext uri="{FF2B5EF4-FFF2-40B4-BE49-F238E27FC236}">
                    <a16:creationId xmlns:a16="http://schemas.microsoft.com/office/drawing/2014/main" id="{A863854B-58B3-0746-BB05-4CC473ACCC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43" y="210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8" name="Line 98">
                <a:extLst>
                  <a:ext uri="{FF2B5EF4-FFF2-40B4-BE49-F238E27FC236}">
                    <a16:creationId xmlns:a16="http://schemas.microsoft.com/office/drawing/2014/main" id="{45A3AD01-9B9C-1044-8CC4-2FA6945C9D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52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9" name="Line 99">
                <a:extLst>
                  <a:ext uri="{FF2B5EF4-FFF2-40B4-BE49-F238E27FC236}">
                    <a16:creationId xmlns:a16="http://schemas.microsoft.com/office/drawing/2014/main" id="{A8A7F303-C29D-8048-8A22-5E010224F7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7" y="2105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0" name="Line 100">
                <a:extLst>
                  <a:ext uri="{FF2B5EF4-FFF2-40B4-BE49-F238E27FC236}">
                    <a16:creationId xmlns:a16="http://schemas.microsoft.com/office/drawing/2014/main" id="{7423CFF1-7D3B-404B-908C-EF2DF44B8A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64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1" name="Line 101">
                <a:extLst>
                  <a:ext uri="{FF2B5EF4-FFF2-40B4-BE49-F238E27FC236}">
                    <a16:creationId xmlns:a16="http://schemas.microsoft.com/office/drawing/2014/main" id="{9B55CC56-B162-3641-8907-ACAE4544AC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25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2" name="Line 102">
                <a:extLst>
                  <a:ext uri="{FF2B5EF4-FFF2-40B4-BE49-F238E27FC236}">
                    <a16:creationId xmlns:a16="http://schemas.microsoft.com/office/drawing/2014/main" id="{E4EF0706-3A6D-5C49-AA93-B27D0DBD3D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1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3" name="Line 103">
                <a:extLst>
                  <a:ext uri="{FF2B5EF4-FFF2-40B4-BE49-F238E27FC236}">
                    <a16:creationId xmlns:a16="http://schemas.microsoft.com/office/drawing/2014/main" id="{43AD1883-A082-A241-BB8E-52956E25AC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96" y="210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4" name="Rectangle 104">
                <a:extLst>
                  <a:ext uri="{FF2B5EF4-FFF2-40B4-BE49-F238E27FC236}">
                    <a16:creationId xmlns:a16="http://schemas.microsoft.com/office/drawing/2014/main" id="{CB654EBC-DFE6-7844-BECE-DAF45E418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2" y="224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902030302020204" pitchFamily="66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5" name="Rectangle 105">
                <a:extLst>
                  <a:ext uri="{FF2B5EF4-FFF2-40B4-BE49-F238E27FC236}">
                    <a16:creationId xmlns:a16="http://schemas.microsoft.com/office/drawing/2014/main" id="{43DD0923-D124-3D47-A27E-DA7522CBC5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8" y="224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902030302020204" pitchFamily="66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6" name="Rectangle 106">
                <a:extLst>
                  <a:ext uri="{FF2B5EF4-FFF2-40B4-BE49-F238E27FC236}">
                    <a16:creationId xmlns:a16="http://schemas.microsoft.com/office/drawing/2014/main" id="{0CC3197A-47DF-3249-89A6-6A5C29D7B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4" y="224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902030302020204" pitchFamily="66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7" name="Rectangle 107">
                <a:extLst>
                  <a:ext uri="{FF2B5EF4-FFF2-40B4-BE49-F238E27FC236}">
                    <a16:creationId xmlns:a16="http://schemas.microsoft.com/office/drawing/2014/main" id="{B9DC67EE-6FEB-9E4F-91F2-78466630C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1" y="224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902030302020204" pitchFamily="66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8" name="Rectangle 108">
                <a:extLst>
                  <a:ext uri="{FF2B5EF4-FFF2-40B4-BE49-F238E27FC236}">
                    <a16:creationId xmlns:a16="http://schemas.microsoft.com/office/drawing/2014/main" id="{C7A7D96F-C671-7844-AFFA-9CA6B5108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" y="224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902030302020204" pitchFamily="66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265" name="Text Box 121">
            <a:extLst>
              <a:ext uri="{FF2B5EF4-FFF2-40B4-BE49-F238E27FC236}">
                <a16:creationId xmlns:a16="http://schemas.microsoft.com/office/drawing/2014/main" id="{C86F78FC-21D9-8E40-B3EC-9E551DA5CB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10141" y="1582964"/>
            <a:ext cx="8905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SMTP</a:t>
            </a:r>
          </a:p>
        </p:txBody>
      </p:sp>
      <p:sp>
        <p:nvSpPr>
          <p:cNvPr id="266" name="Rectangle 153">
            <a:extLst>
              <a:ext uri="{FF2B5EF4-FFF2-40B4-BE49-F238E27FC236}">
                <a16:creationId xmlns:a16="http://schemas.microsoft.com/office/drawing/2014/main" id="{C9F65152-882D-5B49-B9E9-532D284A81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0678" y="1573439"/>
            <a:ext cx="857250" cy="304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7" name="Text Box 154">
            <a:extLst>
              <a:ext uri="{FF2B5EF4-FFF2-40B4-BE49-F238E27FC236}">
                <a16:creationId xmlns:a16="http://schemas.microsoft.com/office/drawing/2014/main" id="{53E42ABE-038D-0049-93D4-9EC2E3234B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11928" y="1594077"/>
            <a:ext cx="8905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SMTP</a:t>
            </a:r>
          </a:p>
        </p:txBody>
      </p:sp>
      <p:sp>
        <p:nvSpPr>
          <p:cNvPr id="269" name="Text Box 160">
            <a:extLst>
              <a:ext uri="{FF2B5EF4-FFF2-40B4-BE49-F238E27FC236}">
                <a16:creationId xmlns:a16="http://schemas.microsoft.com/office/drawing/2014/main" id="{629C8856-7516-C14B-9215-6EA637A93B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4133" y="2714852"/>
            <a:ext cx="1792478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receiver</a:t>
            </a:r>
            <a:r>
              <a:rPr kumimoji="0" lang="ja-JP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’</a:t>
            </a:r>
            <a:r>
              <a:rPr kumimoji="0" lang="en-US" altLang="ja-JP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 e-mail </a:t>
            </a:r>
          </a:p>
          <a:p>
            <a:pPr marL="0" marR="0" lvl="0" indent="0" algn="ct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server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70" name="Group 161">
            <a:extLst>
              <a:ext uri="{FF2B5EF4-FFF2-40B4-BE49-F238E27FC236}">
                <a16:creationId xmlns:a16="http://schemas.microsoft.com/office/drawing/2014/main" id="{D048FD00-5924-9447-B3B8-0AC35A063FA1}"/>
              </a:ext>
            </a:extLst>
          </p:cNvPr>
          <p:cNvGrpSpPr>
            <a:grpSpLocks/>
          </p:cNvGrpSpPr>
          <p:nvPr/>
        </p:nvGrpSpPr>
        <p:grpSpPr bwMode="auto">
          <a:xfrm>
            <a:off x="6289853" y="2116364"/>
            <a:ext cx="809625" cy="561975"/>
            <a:chOff x="2070" y="2004"/>
            <a:chExt cx="510" cy="354"/>
          </a:xfrm>
        </p:grpSpPr>
        <p:sp>
          <p:nvSpPr>
            <p:cNvPr id="289" name="Rectangle 162">
              <a:extLst>
                <a:ext uri="{FF2B5EF4-FFF2-40B4-BE49-F238E27FC236}">
                  <a16:creationId xmlns:a16="http://schemas.microsoft.com/office/drawing/2014/main" id="{F2A0FCDF-5941-FB4C-9E1D-DFD5B6C69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0" y="2004"/>
              <a:ext cx="510" cy="354"/>
            </a:xfrm>
            <a:prstGeom prst="rect">
              <a:avLst/>
            </a:prstGeom>
            <a:solidFill>
              <a:srgbClr val="CCCCFF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0" name="Rectangle 163">
              <a:extLst>
                <a:ext uri="{FF2B5EF4-FFF2-40B4-BE49-F238E27FC236}">
                  <a16:creationId xmlns:a16="http://schemas.microsoft.com/office/drawing/2014/main" id="{A6B8C913-36F9-824E-8C78-BFC7B3CDC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4" y="207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1" name="Line 164">
              <a:extLst>
                <a:ext uri="{FF2B5EF4-FFF2-40B4-BE49-F238E27FC236}">
                  <a16:creationId xmlns:a16="http://schemas.microsoft.com/office/drawing/2014/main" id="{3013A95D-A281-0C49-810B-3C864F7A46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3" y="2104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2" name="Line 165">
              <a:extLst>
                <a:ext uri="{FF2B5EF4-FFF2-40B4-BE49-F238E27FC236}">
                  <a16:creationId xmlns:a16="http://schemas.microsoft.com/office/drawing/2014/main" id="{7277D88A-E3AC-5446-9FCD-10B5C085D7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52" y="210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3" name="Line 166">
              <a:extLst>
                <a:ext uri="{FF2B5EF4-FFF2-40B4-BE49-F238E27FC236}">
                  <a16:creationId xmlns:a16="http://schemas.microsoft.com/office/drawing/2014/main" id="{04850398-3936-B842-A3EB-78E3F18C8D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7" y="2105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4" name="Line 167">
              <a:extLst>
                <a:ext uri="{FF2B5EF4-FFF2-40B4-BE49-F238E27FC236}">
                  <a16:creationId xmlns:a16="http://schemas.microsoft.com/office/drawing/2014/main" id="{E54B2FAE-3B2C-BA4E-89DE-F17808A850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4" y="210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5" name="Line 168">
              <a:extLst>
                <a:ext uri="{FF2B5EF4-FFF2-40B4-BE49-F238E27FC236}">
                  <a16:creationId xmlns:a16="http://schemas.microsoft.com/office/drawing/2014/main" id="{0321206D-71C9-A044-BC0F-A09851EF78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5" y="210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6" name="Line 169">
              <a:extLst>
                <a:ext uri="{FF2B5EF4-FFF2-40B4-BE49-F238E27FC236}">
                  <a16:creationId xmlns:a16="http://schemas.microsoft.com/office/drawing/2014/main" id="{74EEC85C-DBEF-B746-945E-539B17DF96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1" y="210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7" name="Line 170">
              <a:extLst>
                <a:ext uri="{FF2B5EF4-FFF2-40B4-BE49-F238E27FC236}">
                  <a16:creationId xmlns:a16="http://schemas.microsoft.com/office/drawing/2014/main" id="{A1C2C0B2-5E64-FE46-9C1E-5AB91616FB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96" y="2104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8" name="Rectangle 171">
              <a:extLst>
                <a:ext uri="{FF2B5EF4-FFF2-40B4-BE49-F238E27FC236}">
                  <a16:creationId xmlns:a16="http://schemas.microsoft.com/office/drawing/2014/main" id="{18F1DECA-4FA1-D549-80DB-068E1D6FF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224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9" name="Rectangle 172">
              <a:extLst>
                <a:ext uri="{FF2B5EF4-FFF2-40B4-BE49-F238E27FC236}">
                  <a16:creationId xmlns:a16="http://schemas.microsoft.com/office/drawing/2014/main" id="{6B4E18DF-65E1-F447-8367-4528F7700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224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0" name="Rectangle 173">
              <a:extLst>
                <a:ext uri="{FF2B5EF4-FFF2-40B4-BE49-F238E27FC236}">
                  <a16:creationId xmlns:a16="http://schemas.microsoft.com/office/drawing/2014/main" id="{BE1B5DC5-88E8-A649-93B6-EBAE42FDE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4" y="224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1" name="Rectangle 174">
              <a:extLst>
                <a:ext uri="{FF2B5EF4-FFF2-40B4-BE49-F238E27FC236}">
                  <a16:creationId xmlns:a16="http://schemas.microsoft.com/office/drawing/2014/main" id="{EEC64261-B933-2A4B-B45A-6E28963DC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1" y="224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2" name="Rectangle 175">
              <a:extLst>
                <a:ext uri="{FF2B5EF4-FFF2-40B4-BE49-F238E27FC236}">
                  <a16:creationId xmlns:a16="http://schemas.microsoft.com/office/drawing/2014/main" id="{EE1004C2-A311-414F-8E80-B4092CDDC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7" y="224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pic>
        <p:nvPicPr>
          <p:cNvPr id="271" name="Picture 176" descr="Alice">
            <a:extLst>
              <a:ext uri="{FF2B5EF4-FFF2-40B4-BE49-F238E27FC236}">
                <a16:creationId xmlns:a16="http://schemas.microsoft.com/office/drawing/2014/main" id="{D76D5E82-5D05-6842-89F0-A930ADA6FC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33753" y="1673452"/>
            <a:ext cx="561975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2" name="Picture 179" descr="Bob">
            <a:extLst>
              <a:ext uri="{FF2B5EF4-FFF2-40B4-BE49-F238E27FC236}">
                <a16:creationId xmlns:a16="http://schemas.microsoft.com/office/drawing/2014/main" id="{8989F6E0-4E76-1C42-A3BD-A635A4955F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02953" y="1687739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3" name="Line 94">
            <a:extLst>
              <a:ext uri="{FF2B5EF4-FFF2-40B4-BE49-F238E27FC236}">
                <a16:creationId xmlns:a16="http://schemas.microsoft.com/office/drawing/2014/main" id="{29F99540-FD3E-AE4C-A57E-1A20C6E30EED}"/>
              </a:ext>
            </a:extLst>
          </p:cNvPr>
          <p:cNvSpPr>
            <a:spLocks noChangeShapeType="1"/>
          </p:cNvSpPr>
          <p:nvPr/>
        </p:nvSpPr>
        <p:spPr bwMode="auto">
          <a:xfrm>
            <a:off x="3492678" y="2021114"/>
            <a:ext cx="903288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74" name="Line 95">
            <a:extLst>
              <a:ext uri="{FF2B5EF4-FFF2-40B4-BE49-F238E27FC236}">
                <a16:creationId xmlns:a16="http://schemas.microsoft.com/office/drawing/2014/main" id="{C981B998-3615-AE47-86C8-57BFFA2D7D78}"/>
              </a:ext>
            </a:extLst>
          </p:cNvPr>
          <p:cNvSpPr>
            <a:spLocks noChangeShapeType="1"/>
          </p:cNvSpPr>
          <p:nvPr/>
        </p:nvSpPr>
        <p:spPr bwMode="auto">
          <a:xfrm>
            <a:off x="5123041" y="2017939"/>
            <a:ext cx="903287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B91F516F-20AF-DB4E-A31F-6C9548243DF2}"/>
              </a:ext>
            </a:extLst>
          </p:cNvPr>
          <p:cNvGrpSpPr/>
          <p:nvPr/>
        </p:nvGrpSpPr>
        <p:grpSpPr>
          <a:xfrm>
            <a:off x="6699252" y="1424214"/>
            <a:ext cx="1816276" cy="1182356"/>
            <a:chOff x="6699252" y="1424214"/>
            <a:chExt cx="1816276" cy="1182356"/>
          </a:xfrm>
        </p:grpSpPr>
        <p:sp>
          <p:nvSpPr>
            <p:cNvPr id="268" name="Text Box 156">
              <a:extLst>
                <a:ext uri="{FF2B5EF4-FFF2-40B4-BE49-F238E27FC236}">
                  <a16:creationId xmlns:a16="http://schemas.microsoft.com/office/drawing/2014/main" id="{7317FD5B-CED0-1249-AB7C-DF94D68153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9252" y="1424214"/>
              <a:ext cx="1786114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e-mail 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protocol</a:t>
              </a: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5" name="Line 96">
              <a:extLst>
                <a:ext uri="{FF2B5EF4-FFF2-40B4-BE49-F238E27FC236}">
                  <a16:creationId xmlns:a16="http://schemas.microsoft.com/office/drawing/2014/main" id="{CF977160-74FD-0442-823B-6C2520914C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2291" y="2014764"/>
              <a:ext cx="1697037" cy="1588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6" name="Text Box 156">
              <a:extLst>
                <a:ext uri="{FF2B5EF4-FFF2-40B4-BE49-F238E27FC236}">
                  <a16:creationId xmlns:a16="http://schemas.microsoft.com/office/drawing/2014/main" id="{FA9F06E0-5873-0E44-A9D6-E6DD02F2E3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64731" y="2043339"/>
              <a:ext cx="1450797" cy="563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(e.g.,</a:t>
              </a:r>
              <a:r>
                <a:rPr kumimoji="0" lang="en-US" alt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IMAP, HTTP</a:t>
              </a:r>
              <a:r>
                <a:rPr kumimoji="0" lang="en-US" altLang="en-US" sz="18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</a:t>
              </a:r>
            </a:p>
          </p:txBody>
        </p:sp>
      </p:grpSp>
      <p:grpSp>
        <p:nvGrpSpPr>
          <p:cNvPr id="277" name="Group 166">
            <a:extLst>
              <a:ext uri="{FF2B5EF4-FFF2-40B4-BE49-F238E27FC236}">
                <a16:creationId xmlns:a16="http://schemas.microsoft.com/office/drawing/2014/main" id="{F8002D43-E860-6845-AF7E-87A1A94D62F3}"/>
              </a:ext>
            </a:extLst>
          </p:cNvPr>
          <p:cNvGrpSpPr>
            <a:grpSpLocks/>
          </p:cNvGrpSpPr>
          <p:nvPr/>
        </p:nvGrpSpPr>
        <p:grpSpPr bwMode="auto">
          <a:xfrm>
            <a:off x="2556053" y="1535339"/>
            <a:ext cx="912813" cy="1054100"/>
            <a:chOff x="3574" y="550"/>
            <a:chExt cx="575" cy="664"/>
          </a:xfrm>
        </p:grpSpPr>
        <p:grpSp>
          <p:nvGrpSpPr>
            <p:cNvPr id="284" name="Group 167">
              <a:extLst>
                <a:ext uri="{FF2B5EF4-FFF2-40B4-BE49-F238E27FC236}">
                  <a16:creationId xmlns:a16="http://schemas.microsoft.com/office/drawing/2014/main" id="{BE8CFCE0-FC41-0748-A6E7-4600DF924D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287" name="Picture 168" descr="desktop_computer_stylized_medium">
                <a:extLst>
                  <a:ext uri="{FF2B5EF4-FFF2-40B4-BE49-F238E27FC236}">
                    <a16:creationId xmlns:a16="http://schemas.microsoft.com/office/drawing/2014/main" id="{C00F7CE5-DF44-7248-ABAB-405A73E21C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8" name="Freeform 169">
                <a:extLst>
                  <a:ext uri="{FF2B5EF4-FFF2-40B4-BE49-F238E27FC236}">
                    <a16:creationId xmlns:a16="http://schemas.microsoft.com/office/drawing/2014/main" id="{B502B1B8-E322-AA40-A3FB-263ECFA0F83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85" name="Rectangle 115">
              <a:extLst>
                <a:ext uri="{FF2B5EF4-FFF2-40B4-BE49-F238E27FC236}">
                  <a16:creationId xmlns:a16="http://schemas.microsoft.com/office/drawing/2014/main" id="{39E4CD50-3462-8441-ACC2-01559D9DDD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rgbClr val="CCCCFF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6" name="Text Box 116">
              <a:extLst>
                <a:ext uri="{FF2B5EF4-FFF2-40B4-BE49-F238E27FC236}">
                  <a16:creationId xmlns:a16="http://schemas.microsoft.com/office/drawing/2014/main" id="{7198B7C8-8E18-3B4E-9F4D-DCC4D4D7D2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user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agent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78" name="Group 172">
            <a:extLst>
              <a:ext uri="{FF2B5EF4-FFF2-40B4-BE49-F238E27FC236}">
                <a16:creationId xmlns:a16="http://schemas.microsoft.com/office/drawing/2014/main" id="{2F25B33E-FEB9-404E-8162-D03D8D9966E3}"/>
              </a:ext>
            </a:extLst>
          </p:cNvPr>
          <p:cNvGrpSpPr>
            <a:grpSpLocks/>
          </p:cNvGrpSpPr>
          <p:nvPr/>
        </p:nvGrpSpPr>
        <p:grpSpPr bwMode="auto">
          <a:xfrm>
            <a:off x="8456791" y="1538514"/>
            <a:ext cx="912812" cy="1054100"/>
            <a:chOff x="3574" y="550"/>
            <a:chExt cx="575" cy="664"/>
          </a:xfrm>
        </p:grpSpPr>
        <p:grpSp>
          <p:nvGrpSpPr>
            <p:cNvPr id="279" name="Group 173">
              <a:extLst>
                <a:ext uri="{FF2B5EF4-FFF2-40B4-BE49-F238E27FC236}">
                  <a16:creationId xmlns:a16="http://schemas.microsoft.com/office/drawing/2014/main" id="{375D5E0D-2C70-F544-89E4-5E4F1AA9FD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282" name="Picture 174" descr="desktop_computer_stylized_medium">
                <a:extLst>
                  <a:ext uri="{FF2B5EF4-FFF2-40B4-BE49-F238E27FC236}">
                    <a16:creationId xmlns:a16="http://schemas.microsoft.com/office/drawing/2014/main" id="{B288CD06-BF42-AC48-84ED-106FF7671F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3" name="Freeform 175">
                <a:extLst>
                  <a:ext uri="{FF2B5EF4-FFF2-40B4-BE49-F238E27FC236}">
                    <a16:creationId xmlns:a16="http://schemas.microsoft.com/office/drawing/2014/main" id="{4067DFC9-14ED-1F46-8DB5-99B637F8720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80" name="Rectangle 115">
              <a:extLst>
                <a:ext uri="{FF2B5EF4-FFF2-40B4-BE49-F238E27FC236}">
                  <a16:creationId xmlns:a16="http://schemas.microsoft.com/office/drawing/2014/main" id="{37808C5A-E4DA-234C-AD81-DC4AD2416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rgbClr val="CCCCFF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1" name="Text Box 116">
              <a:extLst>
                <a:ext uri="{FF2B5EF4-FFF2-40B4-BE49-F238E27FC236}">
                  <a16:creationId xmlns:a16="http://schemas.microsoft.com/office/drawing/2014/main" id="{BE906C48-2C97-234D-A7D2-2162D242FA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user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agent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84" name="Rectangle 3">
            <a:extLst>
              <a:ext uri="{FF2B5EF4-FFF2-40B4-BE49-F238E27FC236}">
                <a16:creationId xmlns:a16="http://schemas.microsoft.com/office/drawing/2014/main" id="{34528512-2985-154D-9CDE-10220B10DEDE}"/>
              </a:ext>
            </a:extLst>
          </p:cNvPr>
          <p:cNvSpPr txBox="1">
            <a:spLocks noChangeArrowheads="1"/>
          </p:cNvSpPr>
          <p:nvPr/>
        </p:nvSpPr>
        <p:spPr>
          <a:xfrm>
            <a:off x="478971" y="3418624"/>
            <a:ext cx="11248571" cy="315005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SMTP: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delivery/storage of e-mail messages to receiver’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server</a:t>
            </a:r>
          </a:p>
          <a:p>
            <a:pPr marL="352425" marR="0" lvl="0" indent="-22225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mail access protocol: retrieval from server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IMAP: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Internet Mail Access Protocol [RFC 3501]: messages stored on server, IMAP provides retrieval, deletion, folders of stored messages on server</a:t>
            </a:r>
          </a:p>
          <a:p>
            <a:pPr marL="346075" marR="0" lvl="0" indent="-288925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HTTP: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gmail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, Hotmail, </a:t>
            </a:r>
            <a:r>
              <a:rPr kumimoji="0" lang="en-US" alt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Yahoo!Mail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, etc. provides web-based interface on top of STMP (to send), IMAP (or POP) to retrieve e-mail messages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6" name="Slide Number Placeholder 2">
            <a:extLst>
              <a:ext uri="{FF2B5EF4-FFF2-40B4-BE49-F238E27FC236}">
                <a16:creationId xmlns:a16="http://schemas.microsoft.com/office/drawing/2014/main" id="{741D895B-EE03-5544-883F-BDFD215AF98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982973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8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Application Layer: Overview</a:t>
            </a:r>
            <a:endParaRPr lang="en-US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809242" y="1870563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Principles of network applications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Web and HTTP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E-mail, SMTP, IMAP</a:t>
            </a:r>
          </a:p>
          <a:p>
            <a:pPr marL="401638" indent="-401638">
              <a:buClr>
                <a:srgbClr val="0000A8"/>
              </a:buClr>
              <a:defRPr/>
            </a:pPr>
            <a:r>
              <a:rPr 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The Domain Name System DNS</a:t>
            </a:r>
          </a:p>
          <a:p>
            <a:endParaRPr lang="en-US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FE695BD-369F-8C4A-ACAD-42671E1C0719}"/>
              </a:ext>
            </a:extLst>
          </p:cNvPr>
          <p:cNvSpPr txBox="1">
            <a:spLocks noChangeArrowheads="1"/>
          </p:cNvSpPr>
          <p:nvPr/>
        </p:nvSpPr>
        <p:spPr>
          <a:xfrm>
            <a:off x="6557554" y="1422888"/>
            <a:ext cx="5405262" cy="4799013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strike="sngStrike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P2P applications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video streaming and content distribution networks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socket programming with UDP and TCP</a:t>
            </a:r>
          </a:p>
          <a:p>
            <a:pPr>
              <a:buFont typeface="Wingdings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74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15648074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DNS: Domain Name System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127" name="Rectangle 3">
            <a:extLst>
              <a:ext uri="{FF2B5EF4-FFF2-40B4-BE49-F238E27FC236}">
                <a16:creationId xmlns:a16="http://schemas.microsoft.com/office/drawing/2014/main" id="{35F7BF1A-0385-C246-9EE3-5E4E54C86490}"/>
              </a:ext>
            </a:extLst>
          </p:cNvPr>
          <p:cNvSpPr txBox="1">
            <a:spLocks noChangeArrowheads="1"/>
          </p:cNvSpPr>
          <p:nvPr/>
        </p:nvSpPr>
        <p:spPr>
          <a:xfrm>
            <a:off x="753721" y="1340962"/>
            <a:ext cx="4901973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people: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many identifiers: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SSN, name, passport #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Internet hosts, routers: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IP address (32 bit) - used for addressing datagrams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“name”, e.g., </a:t>
            </a:r>
            <a:r>
              <a:rPr kumimoji="0" lang="en-US" altLang="ja-JP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cs.umass.edu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- used by humans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how to map between IP address and name, and vice versa ?</a:t>
            </a:r>
          </a:p>
        </p:txBody>
      </p:sp>
      <p:sp>
        <p:nvSpPr>
          <p:cNvPr id="128" name="Rectangle 4">
            <a:extLst>
              <a:ext uri="{FF2B5EF4-FFF2-40B4-BE49-F238E27FC236}">
                <a16:creationId xmlns:a16="http://schemas.microsoft.com/office/drawing/2014/main" id="{3851BC29-45CA-8744-BD4D-21254F83A516}"/>
              </a:ext>
            </a:extLst>
          </p:cNvPr>
          <p:cNvSpPr txBox="1">
            <a:spLocks noChangeArrowheads="1"/>
          </p:cNvSpPr>
          <p:nvPr/>
        </p:nvSpPr>
        <p:spPr>
          <a:xfrm>
            <a:off x="5592033" y="1281002"/>
            <a:ext cx="6088112" cy="50069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Domain Name System (DNS):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distributed database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implemented in hierarchy of many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name servers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application-layer protocol: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hosts, DNS servers communicate to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resolve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names (address/name translation)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note: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core Internet function,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implemented as application-layer protocol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complexity at network’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“edge”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49189B4D-1C2B-F245-A96D-9F110BA47DA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622729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2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2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2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2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2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8" grpId="0" uiExpand="1" build="p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DNS: services, structure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84A8BD0F-3C0D-E143-B2CB-EB155AB75267}"/>
              </a:ext>
            </a:extLst>
          </p:cNvPr>
          <p:cNvSpPr txBox="1">
            <a:spLocks noChangeArrowheads="1"/>
          </p:cNvSpPr>
          <p:nvPr/>
        </p:nvSpPr>
        <p:spPr>
          <a:xfrm>
            <a:off x="6618515" y="1271135"/>
            <a:ext cx="4978400" cy="22637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Q: Why not centralize DNS?</a:t>
            </a:r>
          </a:p>
          <a:p>
            <a:pPr marL="582613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single point of failure</a:t>
            </a:r>
          </a:p>
          <a:p>
            <a:pPr marL="582613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traffic volume</a:t>
            </a:r>
          </a:p>
          <a:p>
            <a:pPr marL="582613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distant centralized database</a:t>
            </a:r>
          </a:p>
          <a:p>
            <a:pPr marL="582613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maintenance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ＭＳ Ｐゴシック" panose="020B0600070205080204" pitchFamily="34" charset="-128"/>
              <a:cs typeface="Calibri" panose="020F0502020204030204" pitchFamily="34" charset="0"/>
            </a:endParaRPr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B7F0F378-5315-734B-B54E-DEAB8A692F94}"/>
              </a:ext>
            </a:extLst>
          </p:cNvPr>
          <p:cNvSpPr txBox="1">
            <a:spLocks noChangeArrowheads="1"/>
          </p:cNvSpPr>
          <p:nvPr/>
        </p:nvSpPr>
        <p:spPr>
          <a:xfrm>
            <a:off x="731837" y="1300163"/>
            <a:ext cx="5808663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DNS services: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hostname-to-IP-address translation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host aliasing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canonical, alias names</a:t>
            </a:r>
          </a:p>
          <a:p>
            <a:pPr marL="460375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mail server aliasing</a:t>
            </a:r>
          </a:p>
          <a:p>
            <a:pPr marL="460375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load distribution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replicated Web servers: many IP addresses correspond to one name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" name="Text Box 11">
            <a:extLst>
              <a:ext uri="{FF2B5EF4-FFF2-40B4-BE49-F238E27FC236}">
                <a16:creationId xmlns:a16="http://schemas.microsoft.com/office/drawing/2014/main" id="{53ABE19B-9E03-F747-BF91-159D30C79A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77862" y="3709428"/>
            <a:ext cx="4956937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6075" marR="0" lvl="0" indent="-3317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A: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doesn‘t</a:t>
            </a:r>
            <a:r>
              <a:rPr kumimoji="0" lang="en-US" altLang="ja-JP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scale!</a:t>
            </a:r>
          </a:p>
          <a:p>
            <a:pPr marL="466725" marR="0" lvl="0" indent="-2921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Comcast DNS servers alone: 600B DNS queries/day</a:t>
            </a:r>
          </a:p>
          <a:p>
            <a:pPr marL="466725" marR="0" lvl="0" indent="-2921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Akamai DNS servers alone: 2.2T DNS queries/day</a:t>
            </a:r>
          </a:p>
        </p:txBody>
      </p:sp>
      <p:sp>
        <p:nvSpPr>
          <p:cNvPr id="10" name="Slide Number Placeholder 2">
            <a:extLst>
              <a:ext uri="{FF2B5EF4-FFF2-40B4-BE49-F238E27FC236}">
                <a16:creationId xmlns:a16="http://schemas.microsoft.com/office/drawing/2014/main" id="{8C5D9A65-B07F-4447-BD43-21050C29FFD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90973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8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7091" y="306258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Thinking about the DNS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B7F0F378-5315-734B-B54E-DEAB8A692F94}"/>
              </a:ext>
            </a:extLst>
          </p:cNvPr>
          <p:cNvSpPr txBox="1">
            <a:spLocks noChangeArrowheads="1"/>
          </p:cNvSpPr>
          <p:nvPr/>
        </p:nvSpPr>
        <p:spPr>
          <a:xfrm>
            <a:off x="731837" y="1300163"/>
            <a:ext cx="6338434" cy="105357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58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humongous distributed database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</a:t>
            </a:r>
          </a:p>
          <a:p>
            <a:pPr marL="350838" marR="0" lvl="0" indent="-2349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49213" algn="l"/>
              </a:tabLst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~ billion records, each simple</a:t>
            </a:r>
          </a:p>
        </p:txBody>
      </p:sp>
      <p:sp>
        <p:nvSpPr>
          <p:cNvPr id="10" name="Rectangle 5">
            <a:extLst>
              <a:ext uri="{FF2B5EF4-FFF2-40B4-BE49-F238E27FC236}">
                <a16:creationId xmlns:a16="http://schemas.microsoft.com/office/drawing/2014/main" id="{D59926F4-E2F6-1848-9764-95A9708A0595}"/>
              </a:ext>
            </a:extLst>
          </p:cNvPr>
          <p:cNvSpPr txBox="1">
            <a:spLocks noChangeArrowheads="1"/>
          </p:cNvSpPr>
          <p:nvPr/>
        </p:nvSpPr>
        <p:spPr>
          <a:xfrm>
            <a:off x="716718" y="2281087"/>
            <a:ext cx="5971949" cy="2307847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58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handles many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trillions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queries/day:</a:t>
            </a:r>
          </a:p>
          <a:p>
            <a:pPr marL="350838" marR="0" lvl="0" indent="-217488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many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more reads than writes</a:t>
            </a:r>
          </a:p>
          <a:p>
            <a:pPr marL="350838" marR="0" lvl="0" indent="-217488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performance matters: 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almost every Internet transaction interacts with DNS - msecs count!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" name="Rectangle 5">
            <a:extLst>
              <a:ext uri="{FF2B5EF4-FFF2-40B4-BE49-F238E27FC236}">
                <a16:creationId xmlns:a16="http://schemas.microsoft.com/office/drawing/2014/main" id="{E3BA487B-2F58-E448-B437-CA4351F78A23}"/>
              </a:ext>
            </a:extLst>
          </p:cNvPr>
          <p:cNvSpPr txBox="1">
            <a:spLocks noChangeArrowheads="1"/>
          </p:cNvSpPr>
          <p:nvPr/>
        </p:nvSpPr>
        <p:spPr>
          <a:xfrm>
            <a:off x="716717" y="4432300"/>
            <a:ext cx="7038749" cy="1358901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58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organizationally, physically decentralized: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millions of different organizations responsible for their records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" name="Rectangle 5">
            <a:extLst>
              <a:ext uri="{FF2B5EF4-FFF2-40B4-BE49-F238E27FC236}">
                <a16:creationId xmlns:a16="http://schemas.microsoft.com/office/drawing/2014/main" id="{E516052B-584F-8049-894E-365DF65A8B5A}"/>
              </a:ext>
            </a:extLst>
          </p:cNvPr>
          <p:cNvSpPr txBox="1">
            <a:spLocks noChangeArrowheads="1"/>
          </p:cNvSpPr>
          <p:nvPr/>
        </p:nvSpPr>
        <p:spPr>
          <a:xfrm>
            <a:off x="750584" y="5871634"/>
            <a:ext cx="7038749" cy="563034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58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“bulletproof”: reliability, security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026" name="Picture 2" descr="SEC Says That It's Not Easy Determining Whether Teva Whistleblowers Are  Deserving Of A Bounty - FCPA Professor">
            <a:extLst>
              <a:ext uri="{FF2B5EF4-FFF2-40B4-BE49-F238E27FC236}">
                <a16:creationId xmlns:a16="http://schemas.microsoft.com/office/drawing/2014/main" id="{C4E09384-BA5E-E74E-8F77-28797AFC91C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7866" y="4143022"/>
            <a:ext cx="2937933" cy="244827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Slide Number Placeholder 2">
            <a:extLst>
              <a:ext uri="{FF2B5EF4-FFF2-40B4-BE49-F238E27FC236}">
                <a16:creationId xmlns:a16="http://schemas.microsoft.com/office/drawing/2014/main" id="{0A6AE1E9-B3D7-7642-9CCD-3E2A0C33B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209197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/>
      <p:bldP spid="12" grpId="0"/>
      <p:bldP spid="13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DNS: a distributed, hierarchical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d</a:t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atabase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0" name="Rectangle 22">
            <a:extLst>
              <a:ext uri="{FF2B5EF4-FFF2-40B4-BE49-F238E27FC236}">
                <a16:creationId xmlns:a16="http://schemas.microsoft.com/office/drawing/2014/main" id="{A444882F-E18F-DD45-9D52-E80EEEA5B2C4}"/>
              </a:ext>
            </a:extLst>
          </p:cNvPr>
          <p:cNvSpPr txBox="1">
            <a:spLocks noChangeArrowheads="1"/>
          </p:cNvSpPr>
          <p:nvPr/>
        </p:nvSpPr>
        <p:spPr>
          <a:xfrm>
            <a:off x="478971" y="4398565"/>
            <a:ext cx="11713029" cy="21336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715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Client wants IP address for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www.amazon.com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; 1</a:t>
            </a:r>
            <a:r>
              <a:rPr kumimoji="0" lang="en-US" altLang="en-US" sz="2800" b="0" i="0" u="none" strike="noStrike" kern="1200" cap="none" spc="0" normalizeH="0" baseline="3000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approximation: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client queries root server to find .com DNS server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client queries .com DNS server to get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amazon.com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DNS server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client queries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amazon.com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DNS server to get  IP address for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www.amazon.com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6A00663-77DA-9B4C-A51A-04EBC6FBCCA0}"/>
              </a:ext>
            </a:extLst>
          </p:cNvPr>
          <p:cNvGrpSpPr/>
          <p:nvPr/>
        </p:nvGrpSpPr>
        <p:grpSpPr>
          <a:xfrm>
            <a:off x="1321991" y="1815164"/>
            <a:ext cx="10791292" cy="1046691"/>
            <a:chOff x="1321991" y="1815164"/>
            <a:chExt cx="10791292" cy="1046691"/>
          </a:xfrm>
        </p:grpSpPr>
        <p:sp>
          <p:nvSpPr>
            <p:cNvPr id="12" name="Text Box 4">
              <a:extLst>
                <a:ext uri="{FF2B5EF4-FFF2-40B4-BE49-F238E27FC236}">
                  <a16:creationId xmlns:a16="http://schemas.microsoft.com/office/drawing/2014/main" id="{8DB0E7C3-8033-5949-9183-2915D95A75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1991" y="2431570"/>
              <a:ext cx="2057411" cy="3687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.com DNS servers</a:t>
              </a:r>
            </a:p>
          </p:txBody>
        </p:sp>
        <p:sp>
          <p:nvSpPr>
            <p:cNvPr id="13" name="Text Box 5">
              <a:extLst>
                <a:ext uri="{FF2B5EF4-FFF2-40B4-BE49-F238E27FC236}">
                  <a16:creationId xmlns:a16="http://schemas.microsoft.com/office/drawing/2014/main" id="{2E5F716F-8E9B-6F4D-879A-CC62D69D95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9789" y="2432961"/>
              <a:ext cx="1954541" cy="3687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.org DNS servers</a:t>
              </a:r>
            </a:p>
          </p:txBody>
        </p:sp>
        <p:sp>
          <p:nvSpPr>
            <p:cNvPr id="14" name="Text Box 6">
              <a:extLst>
                <a:ext uri="{FF2B5EF4-FFF2-40B4-BE49-F238E27FC236}">
                  <a16:creationId xmlns:a16="http://schemas.microsoft.com/office/drawing/2014/main" id="{67230760-6F08-C443-A901-7D6991E095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46026" y="2432961"/>
              <a:ext cx="2005231" cy="3687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.</a:t>
              </a:r>
              <a:r>
                <a:rPr kumimoji="0" lang="en-US" alt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edu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DNS servers</a:t>
              </a:r>
            </a:p>
          </p:txBody>
        </p:sp>
        <p:sp>
          <p:nvSpPr>
            <p:cNvPr id="15" name="Line 7">
              <a:extLst>
                <a:ext uri="{FF2B5EF4-FFF2-40B4-BE49-F238E27FC236}">
                  <a16:creationId xmlns:a16="http://schemas.microsoft.com/office/drawing/2014/main" id="{BA67319E-9089-5D4D-83FF-3AE2DB5B13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38547" y="1831861"/>
              <a:ext cx="2075302" cy="601100"/>
            </a:xfrm>
            <a:prstGeom prst="line">
              <a:avLst/>
            </a:prstGeom>
            <a:noFill/>
            <a:ln w="317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" name="Line 8">
              <a:extLst>
                <a:ext uri="{FF2B5EF4-FFF2-40B4-BE49-F238E27FC236}">
                  <a16:creationId xmlns:a16="http://schemas.microsoft.com/office/drawing/2014/main" id="{64A53551-2118-9045-B6B4-1F713C8B8A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01588" y="1815164"/>
              <a:ext cx="0" cy="61640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" name="Line 9">
              <a:extLst>
                <a:ext uri="{FF2B5EF4-FFF2-40B4-BE49-F238E27FC236}">
                  <a16:creationId xmlns:a16="http://schemas.microsoft.com/office/drawing/2014/main" id="{B45A6D89-577E-7C44-A516-DED5E6DB81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7908" y="1831861"/>
              <a:ext cx="2146864" cy="6011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" name="Text Box 29">
              <a:extLst>
                <a:ext uri="{FF2B5EF4-FFF2-40B4-BE49-F238E27FC236}">
                  <a16:creationId xmlns:a16="http://schemas.microsoft.com/office/drawing/2014/main" id="{B9DABBB2-671A-2742-937B-8D9DEE87BF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66204" y="1934852"/>
              <a:ext cx="438150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 Box 30">
              <a:extLst>
                <a:ext uri="{FF2B5EF4-FFF2-40B4-BE49-F238E27FC236}">
                  <a16:creationId xmlns:a16="http://schemas.microsoft.com/office/drawing/2014/main" id="{F8EBAC0E-17AF-6147-BA8E-98BDF7436D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25966" y="1923399"/>
              <a:ext cx="438150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47834A79-77AF-0047-9901-2474CA5CB805}"/>
                </a:ext>
              </a:extLst>
            </p:cNvPr>
            <p:cNvSpPr txBox="1"/>
            <p:nvPr/>
          </p:nvSpPr>
          <p:spPr>
            <a:xfrm>
              <a:off x="9724296" y="2400190"/>
              <a:ext cx="238898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Top Level Domain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2A62B1BD-DD42-D845-9BBE-BE085C24631D}"/>
              </a:ext>
            </a:extLst>
          </p:cNvPr>
          <p:cNvGrpSpPr/>
          <p:nvPr/>
        </p:nvGrpSpPr>
        <p:grpSpPr>
          <a:xfrm>
            <a:off x="3874373" y="1407648"/>
            <a:ext cx="7294880" cy="461665"/>
            <a:chOff x="3874373" y="1407648"/>
            <a:chExt cx="7294880" cy="461665"/>
          </a:xfrm>
        </p:grpSpPr>
        <p:sp>
          <p:nvSpPr>
            <p:cNvPr id="11" name="Text Box 2">
              <a:extLst>
                <a:ext uri="{FF2B5EF4-FFF2-40B4-BE49-F238E27FC236}">
                  <a16:creationId xmlns:a16="http://schemas.microsoft.com/office/drawing/2014/main" id="{10CE294D-681E-A241-BD53-A34355A364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4373" y="1432519"/>
              <a:ext cx="2064866" cy="3673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Root DNS Servers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306AE851-5852-CE4F-8F0F-42EF70A401C4}"/>
                </a:ext>
              </a:extLst>
            </p:cNvPr>
            <p:cNvSpPr txBox="1"/>
            <p:nvPr/>
          </p:nvSpPr>
          <p:spPr>
            <a:xfrm>
              <a:off x="10397760" y="1407648"/>
              <a:ext cx="77149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Root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CC7CCAC6-2E30-B94C-ABE6-16301CFD8E18}"/>
              </a:ext>
            </a:extLst>
          </p:cNvPr>
          <p:cNvGrpSpPr/>
          <p:nvPr/>
        </p:nvGrpSpPr>
        <p:grpSpPr>
          <a:xfrm>
            <a:off x="877709" y="2766905"/>
            <a:ext cx="10877911" cy="1053317"/>
            <a:chOff x="877709" y="2766905"/>
            <a:chExt cx="10877911" cy="1053317"/>
          </a:xfrm>
        </p:grpSpPr>
        <p:sp>
          <p:nvSpPr>
            <p:cNvPr id="18" name="Text Box 10">
              <a:extLst>
                <a:ext uri="{FF2B5EF4-FFF2-40B4-BE49-F238E27FC236}">
                  <a16:creationId xmlns:a16="http://schemas.microsoft.com/office/drawing/2014/main" id="{48A982BB-AB47-3F43-B500-136E591676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1887" y="3150942"/>
              <a:ext cx="1478951" cy="6414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nyu.edu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DNS servers</a:t>
              </a:r>
            </a:p>
          </p:txBody>
        </p:sp>
        <p:sp>
          <p:nvSpPr>
            <p:cNvPr id="19" name="Text Box 11">
              <a:extLst>
                <a:ext uri="{FF2B5EF4-FFF2-40B4-BE49-F238E27FC236}">
                  <a16:creationId xmlns:a16="http://schemas.microsoft.com/office/drawing/2014/main" id="{2B6BDDC7-E847-3847-933D-4C32FCB6E8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3272" y="3150942"/>
              <a:ext cx="1478951" cy="6414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umass.edu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DNS servers</a:t>
              </a:r>
            </a:p>
          </p:txBody>
        </p:sp>
        <p:sp>
          <p:nvSpPr>
            <p:cNvPr id="20" name="Line 12">
              <a:extLst>
                <a:ext uri="{FF2B5EF4-FFF2-40B4-BE49-F238E27FC236}">
                  <a16:creationId xmlns:a16="http://schemas.microsoft.com/office/drawing/2014/main" id="{320DE5FB-B16F-134F-A6AE-3A733BA85D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774130" y="2766905"/>
              <a:ext cx="559079" cy="42021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" name="Line 13">
              <a:extLst>
                <a:ext uri="{FF2B5EF4-FFF2-40B4-BE49-F238E27FC236}">
                  <a16:creationId xmlns:a16="http://schemas.microsoft.com/office/drawing/2014/main" id="{083E8C6B-45A7-4E4F-BE58-4778B3424F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62582" y="2766905"/>
              <a:ext cx="500935" cy="42021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" name="Text Box 14">
              <a:extLst>
                <a:ext uri="{FF2B5EF4-FFF2-40B4-BE49-F238E27FC236}">
                  <a16:creationId xmlns:a16="http://schemas.microsoft.com/office/drawing/2014/main" id="{36B8F6F2-4690-8E4C-937E-0E9481B1C3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7709" y="3173205"/>
              <a:ext cx="1505787" cy="6470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yahoo.com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DNS servers</a:t>
              </a:r>
            </a:p>
          </p:txBody>
        </p:sp>
        <p:sp>
          <p:nvSpPr>
            <p:cNvPr id="23" name="Text Box 15">
              <a:extLst>
                <a:ext uri="{FF2B5EF4-FFF2-40B4-BE49-F238E27FC236}">
                  <a16:creationId xmlns:a16="http://schemas.microsoft.com/office/drawing/2014/main" id="{550F9EB0-5008-3D46-90EE-C86931D200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84875" y="3150942"/>
              <a:ext cx="1492369" cy="6414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amazon.com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DNS servers</a:t>
              </a:r>
            </a:p>
          </p:txBody>
        </p:sp>
        <p:sp>
          <p:nvSpPr>
            <p:cNvPr id="24" name="Line 16">
              <a:extLst>
                <a:ext uri="{FF2B5EF4-FFF2-40B4-BE49-F238E27FC236}">
                  <a16:creationId xmlns:a16="http://schemas.microsoft.com/office/drawing/2014/main" id="{369E9B65-3B7C-454D-AB1F-5B2406B160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66383" y="2773863"/>
              <a:ext cx="369738" cy="41325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" name="Line 17">
              <a:extLst>
                <a:ext uri="{FF2B5EF4-FFF2-40B4-BE49-F238E27FC236}">
                  <a16:creationId xmlns:a16="http://schemas.microsoft.com/office/drawing/2014/main" id="{D471AC56-09F2-7C4D-B61A-6CCAD59D7C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8547" y="2773863"/>
              <a:ext cx="429373" cy="425779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" name="Text Box 18">
              <a:extLst>
                <a:ext uri="{FF2B5EF4-FFF2-40B4-BE49-F238E27FC236}">
                  <a16:creationId xmlns:a16="http://schemas.microsoft.com/office/drawing/2014/main" id="{1C077A09-1FCB-034D-952A-AD8C28E51F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12691" y="3132853"/>
              <a:ext cx="1480442" cy="6414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pbs.org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DNS servers</a:t>
              </a:r>
            </a:p>
          </p:txBody>
        </p:sp>
        <p:sp>
          <p:nvSpPr>
            <p:cNvPr id="27" name="Line 19">
              <a:extLst>
                <a:ext uri="{FF2B5EF4-FFF2-40B4-BE49-F238E27FC236}">
                  <a16:creationId xmlns:a16="http://schemas.microsoft.com/office/drawing/2014/main" id="{C40276EB-9757-DA42-B8CE-16A23EEE13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04570" y="2766905"/>
              <a:ext cx="0" cy="417431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A0556E67-E222-8D43-B71A-156691CCA0D4}"/>
                </a:ext>
              </a:extLst>
            </p:cNvPr>
            <p:cNvSpPr txBox="1"/>
            <p:nvPr/>
          </p:nvSpPr>
          <p:spPr>
            <a:xfrm>
              <a:off x="9919925" y="3273362"/>
              <a:ext cx="183569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Authoritative</a:t>
              </a:r>
            </a:p>
          </p:txBody>
        </p:sp>
        <p:sp>
          <p:nvSpPr>
            <p:cNvPr id="33" name="Text Box 30">
              <a:extLst>
                <a:ext uri="{FF2B5EF4-FFF2-40B4-BE49-F238E27FC236}">
                  <a16:creationId xmlns:a16="http://schemas.microsoft.com/office/drawing/2014/main" id="{F5BAA8E7-838D-494A-81C4-58D94A012B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92568" y="2785396"/>
              <a:ext cx="438150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4" name="Text Box 30">
              <a:extLst>
                <a:ext uri="{FF2B5EF4-FFF2-40B4-BE49-F238E27FC236}">
                  <a16:creationId xmlns:a16="http://schemas.microsoft.com/office/drawing/2014/main" id="{2AD59D99-9460-DA4B-AF7A-451CBE5B39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0793" y="2776330"/>
              <a:ext cx="438150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5" name="Text Box 30">
              <a:extLst>
                <a:ext uri="{FF2B5EF4-FFF2-40B4-BE49-F238E27FC236}">
                  <a16:creationId xmlns:a16="http://schemas.microsoft.com/office/drawing/2014/main" id="{2B85C740-28F8-0449-B6AC-74E6864619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90346" y="2768742"/>
              <a:ext cx="438150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6" name="Text Box 30">
              <a:extLst>
                <a:ext uri="{FF2B5EF4-FFF2-40B4-BE49-F238E27FC236}">
                  <a16:creationId xmlns:a16="http://schemas.microsoft.com/office/drawing/2014/main" id="{D033AF36-F2BE-7F41-93BB-422A537DEE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7758" y="2777057"/>
              <a:ext cx="438150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37" name="Slide Number Placeholder 2">
            <a:extLst>
              <a:ext uri="{FF2B5EF4-FFF2-40B4-BE49-F238E27FC236}">
                <a16:creationId xmlns:a16="http://schemas.microsoft.com/office/drawing/2014/main" id="{E1EB010C-42C7-6E42-AA6D-C225E874AD4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095290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FBC02A27-60D0-5B4D-BD6E-00C279F7F4B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86464" y="1529543"/>
            <a:ext cx="7122656" cy="2152001"/>
          </a:xfrm>
          <a:prstGeom prst="rect">
            <a:avLst/>
          </a:prstGeom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462E018F-A8B8-D04F-AA86-E98C6072C4D6}"/>
              </a:ext>
            </a:extLst>
          </p:cNvPr>
          <p:cNvSpPr/>
          <p:nvPr/>
        </p:nvSpPr>
        <p:spPr>
          <a:xfrm>
            <a:off x="6940647" y="1546167"/>
            <a:ext cx="2646699" cy="379307"/>
          </a:xfrm>
          <a:prstGeom prst="rect">
            <a:avLst/>
          </a:prstGeom>
          <a:solidFill>
            <a:srgbClr val="FBBFC7">
              <a:alpha val="4117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DNS: root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n</a:t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ame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ervers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1" name="Rectangle 3">
            <a:extLst>
              <a:ext uri="{FF2B5EF4-FFF2-40B4-BE49-F238E27FC236}">
                <a16:creationId xmlns:a16="http://schemas.microsoft.com/office/drawing/2014/main" id="{C4E20309-5EA1-134A-A365-0B330A5879DC}"/>
              </a:ext>
            </a:extLst>
          </p:cNvPr>
          <p:cNvSpPr txBox="1">
            <a:spLocks noChangeArrowheads="1"/>
          </p:cNvSpPr>
          <p:nvPr/>
        </p:nvSpPr>
        <p:spPr>
          <a:xfrm>
            <a:off x="651717" y="1432390"/>
            <a:ext cx="5444283" cy="2455182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marR="0" lvl="0" indent="-2889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official, contact-of-last-resort by name servers that can not resolve name</a:t>
            </a: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AE8EED64-A600-EB43-865F-526592344FF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54689850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DNS: root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n</a:t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ame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ervers</a:t>
            </a:r>
            <a:endParaRPr lang="en-US" sz="4400" dirty="0">
              <a:cs typeface="Calibri" panose="020F0502020204030204" pitchFamily="34" charset="0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AF7EF7A5-82F4-A842-BA4B-88DB1EA46A5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930900" y="2856025"/>
            <a:ext cx="6261100" cy="3200400"/>
          </a:xfrm>
          <a:prstGeom prst="rect">
            <a:avLst/>
          </a:prstGeom>
        </p:spPr>
      </p:pic>
      <p:sp>
        <p:nvSpPr>
          <p:cNvPr id="31" name="Rectangle 3">
            <a:extLst>
              <a:ext uri="{FF2B5EF4-FFF2-40B4-BE49-F238E27FC236}">
                <a16:creationId xmlns:a16="http://schemas.microsoft.com/office/drawing/2014/main" id="{C4E20309-5EA1-134A-A365-0B330A5879DC}"/>
              </a:ext>
            </a:extLst>
          </p:cNvPr>
          <p:cNvSpPr txBox="1">
            <a:spLocks noChangeArrowheads="1"/>
          </p:cNvSpPr>
          <p:nvPr/>
        </p:nvSpPr>
        <p:spPr>
          <a:xfrm>
            <a:off x="651717" y="1432390"/>
            <a:ext cx="5444283" cy="2455182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marR="0" lvl="0" indent="-2889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official, contact-of-last-resort by name servers that can not resolve name</a:t>
            </a:r>
          </a:p>
          <a:p>
            <a:pPr marL="403225" marR="0" lvl="0" indent="-2889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incredibly important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Internet function</a:t>
            </a:r>
          </a:p>
          <a:p>
            <a:pPr marL="635000" marR="0" lvl="1" indent="-3175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Internet couldn’t function without it!</a:t>
            </a:r>
          </a:p>
          <a:p>
            <a:pPr marL="635000" marR="0" lvl="1" indent="-3175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DNSSEC – provides security (authentication, message integrity)</a:t>
            </a:r>
          </a:p>
          <a:p>
            <a:pPr marL="403225" marR="0" lvl="0" indent="-2889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ICANN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(Internet Corporation for Assigned Names and Numbers)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manages root DNS domain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" name="Rectangle 20">
            <a:extLst>
              <a:ext uri="{FF2B5EF4-FFF2-40B4-BE49-F238E27FC236}">
                <a16:creationId xmlns:a16="http://schemas.microsoft.com/office/drawing/2014/main" id="{8ADC63BB-C973-3942-8EC6-3C13E2B386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3186" y="1752600"/>
            <a:ext cx="5142916" cy="11987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13 logical root name “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servers” worldwide each “server” replicated many times (~200 servers in US)</a:t>
            </a:r>
            <a:endParaRPr kumimoji="0" lang="en-US" altLang="ja-JP" sz="2000" b="0" i="0" u="none" strike="noStrike" kern="1200" cap="none" spc="0" normalizeH="0" baseline="0" noProof="0" dirty="0">
              <a:ln>
                <a:noFill/>
              </a:ln>
              <a:solidFill>
                <a:srgbClr val="0000A3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1527D7C4-251C-EC46-94F4-43E46D28257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80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321472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uiExpand="1" build="p"/>
      <p:bldP spid="32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Top-Level Domain, and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a</a:t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uthoritative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ervers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500E43FE-C520-D344-A4CF-6105B63E22D6}"/>
              </a:ext>
            </a:extLst>
          </p:cNvPr>
          <p:cNvSpPr txBox="1">
            <a:spLocks noChangeArrowheads="1"/>
          </p:cNvSpPr>
          <p:nvPr/>
        </p:nvSpPr>
        <p:spPr>
          <a:xfrm>
            <a:off x="832558" y="1286218"/>
            <a:ext cx="10868375" cy="203271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Top-Level Domain (TLD) servers:</a:t>
            </a:r>
          </a:p>
          <a:p>
            <a:pPr marL="460375" marR="0" lvl="1" indent="-287338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responsible for .com, .org,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.net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, .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edu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, .aero, .jobs, .museums, and all top-level country domains, e.g.: .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, .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uk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, .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fr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, .ca, .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jp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460375" marR="0" lvl="1" indent="-287338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 Solutions: authoritative registry for .com,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.net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TLD</a:t>
            </a:r>
          </a:p>
          <a:p>
            <a:pPr marL="460375" marR="0" lvl="1" indent="-287338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Educause: .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edu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TLD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ED24547E-6033-E341-B415-9EEF0C28B3B1}"/>
              </a:ext>
            </a:extLst>
          </p:cNvPr>
          <p:cNvSpPr txBox="1">
            <a:spLocks noChangeArrowheads="1"/>
          </p:cNvSpPr>
          <p:nvPr/>
        </p:nvSpPr>
        <p:spPr>
          <a:xfrm>
            <a:off x="714024" y="4503552"/>
            <a:ext cx="10868375" cy="182951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authoritative DNS servers: </a:t>
            </a:r>
          </a:p>
          <a:p>
            <a:pPr marL="460375" marR="0" lvl="1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organization’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 own DNS server(s), providing authoritative hostname to IP mappings for organization’s named hosts </a:t>
            </a:r>
          </a:p>
          <a:p>
            <a:pPr marL="460375" marR="0" lvl="1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can be maintained by organization or service provider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0326F0AB-9C7D-C946-94B2-B58E3B0956D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65332" y="3122476"/>
            <a:ext cx="5317067" cy="1606470"/>
          </a:xfrm>
          <a:prstGeom prst="rect">
            <a:avLst/>
          </a:prstGeom>
        </p:spPr>
      </p:pic>
      <p:grpSp>
        <p:nvGrpSpPr>
          <p:cNvPr id="12" name="Group 11">
            <a:extLst>
              <a:ext uri="{FF2B5EF4-FFF2-40B4-BE49-F238E27FC236}">
                <a16:creationId xmlns:a16="http://schemas.microsoft.com/office/drawing/2014/main" id="{16353F64-060B-1F4E-AD0A-5FBB20E02BE4}"/>
              </a:ext>
            </a:extLst>
          </p:cNvPr>
          <p:cNvGrpSpPr/>
          <p:nvPr/>
        </p:nvGrpSpPr>
        <p:grpSpPr>
          <a:xfrm>
            <a:off x="4419600" y="1744133"/>
            <a:ext cx="6959600" cy="2235200"/>
            <a:chOff x="4419600" y="1744133"/>
            <a:chExt cx="6959600" cy="2235200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6C93592B-610F-B041-9201-B6C557DB96B0}"/>
                </a:ext>
              </a:extLst>
            </p:cNvPr>
            <p:cNvSpPr/>
            <p:nvPr/>
          </p:nvSpPr>
          <p:spPr>
            <a:xfrm>
              <a:off x="6366933" y="3742267"/>
              <a:ext cx="5012267" cy="237066"/>
            </a:xfrm>
            <a:prstGeom prst="rect">
              <a:avLst/>
            </a:prstGeom>
            <a:solidFill>
              <a:srgbClr val="FBBFC7">
                <a:alpha val="4117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0259AE09-DC39-F54E-8B9C-A94C202C2543}"/>
                </a:ext>
              </a:extLst>
            </p:cNvPr>
            <p:cNvCxnSpPr/>
            <p:nvPr/>
          </p:nvCxnSpPr>
          <p:spPr>
            <a:xfrm>
              <a:off x="4419600" y="1744133"/>
              <a:ext cx="1998133" cy="1998133"/>
            </a:xfrm>
            <a:prstGeom prst="line">
              <a:avLst/>
            </a:prstGeom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01D7C10-72B2-BE47-9B8C-600F740CAFCE}"/>
              </a:ext>
            </a:extLst>
          </p:cNvPr>
          <p:cNvGrpSpPr/>
          <p:nvPr/>
        </p:nvGrpSpPr>
        <p:grpSpPr>
          <a:xfrm>
            <a:off x="5249333" y="4233333"/>
            <a:ext cx="6265334" cy="575734"/>
            <a:chOff x="5249333" y="4233333"/>
            <a:chExt cx="6265334" cy="575734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5B251AA5-C4FF-7E4A-BCEA-7D8B252E12F3}"/>
                </a:ext>
              </a:extLst>
            </p:cNvPr>
            <p:cNvSpPr/>
            <p:nvPr/>
          </p:nvSpPr>
          <p:spPr>
            <a:xfrm>
              <a:off x="6248400" y="4233333"/>
              <a:ext cx="5266267" cy="372534"/>
            </a:xfrm>
            <a:prstGeom prst="rect">
              <a:avLst/>
            </a:prstGeom>
            <a:solidFill>
              <a:srgbClr val="FBBFC7">
                <a:alpha val="4117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491835C5-DBDE-9A48-8554-EF6EB2FAD70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249333" y="4267199"/>
              <a:ext cx="999068" cy="541868"/>
            </a:xfrm>
            <a:prstGeom prst="line">
              <a:avLst/>
            </a:prstGeom>
            <a:ln w="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363187FC-BBBC-984E-BB71-64F11F5AB9A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81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696353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Local DNS name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ervers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2BB20960-3674-7943-92CD-05431EA8487B}"/>
              </a:ext>
            </a:extLst>
          </p:cNvPr>
          <p:cNvSpPr txBox="1">
            <a:spLocks noChangeArrowheads="1"/>
          </p:cNvSpPr>
          <p:nvPr/>
        </p:nvSpPr>
        <p:spPr>
          <a:xfrm>
            <a:off x="798691" y="1489418"/>
            <a:ext cx="10983578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936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when host makes DNS query, it is sent to its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local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DNS server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Local DNS server returns reply, answering:</a:t>
            </a:r>
          </a:p>
          <a:p>
            <a:pPr marL="1143000" marR="0" lvl="2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from its local cache of recent name-to-address translation pairs (possibly out of date!)</a:t>
            </a:r>
          </a:p>
          <a:p>
            <a:pPr marL="1143000" marR="0" lvl="2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forwarding request into DNS hierarchy for resolution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ISP has local DNS name server; to find yours: </a:t>
            </a:r>
          </a:p>
          <a:p>
            <a:pPr marL="1143000" marR="0" lvl="2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MacOS: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%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scutil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 --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dns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ourier" pitchFamily="2" charset="0"/>
              <a:ea typeface="+mn-ea"/>
              <a:cs typeface="+mn-cs"/>
            </a:endParaRP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Windows: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&gt;ipconfig /all</a:t>
            </a:r>
          </a:p>
          <a:p>
            <a:pPr marL="352425" marR="0" lvl="0" indent="-2936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local DNS server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doesn’t strictly belong to hierarchy</a:t>
            </a:r>
          </a:p>
        </p:txBody>
      </p:sp>
      <p:sp>
        <p:nvSpPr>
          <p:cNvPr id="4" name="Slide Number Placeholder 2">
            <a:extLst>
              <a:ext uri="{FF2B5EF4-FFF2-40B4-BE49-F238E27FC236}">
                <a16:creationId xmlns:a16="http://schemas.microsoft.com/office/drawing/2014/main" id="{D9D88440-FC58-A548-AA80-854235DE084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82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349905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 name resolution: iterated query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5" name="Rectangle 67">
            <a:extLst>
              <a:ext uri="{FF2B5EF4-FFF2-40B4-BE49-F238E27FC236}">
                <a16:creationId xmlns:a16="http://schemas.microsoft.com/office/drawing/2014/main" id="{B2D75AD3-AD5C-7747-A9C2-6EF45A12CB21}"/>
              </a:ext>
            </a:extLst>
          </p:cNvPr>
          <p:cNvSpPr txBox="1">
            <a:spLocks noChangeArrowheads="1"/>
          </p:cNvSpPr>
          <p:nvPr/>
        </p:nvSpPr>
        <p:spPr>
          <a:xfrm>
            <a:off x="684201" y="1617338"/>
            <a:ext cx="5664200" cy="106113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Example: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host at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engineering.nyu.edu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wants IP address for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gaia.cs.umass.edu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Rectangle 69">
            <a:extLst>
              <a:ext uri="{FF2B5EF4-FFF2-40B4-BE49-F238E27FC236}">
                <a16:creationId xmlns:a16="http://schemas.microsoft.com/office/drawing/2014/main" id="{EB73751A-16ED-6643-8E9C-1B1DDF5D8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433" y="2824122"/>
            <a:ext cx="4093780" cy="2617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Iterated query:</a:t>
            </a:r>
          </a:p>
          <a:p>
            <a:pPr marL="342900" marR="0" lvl="0" indent="-28575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contacted server replies with name of server to contact</a:t>
            </a:r>
          </a:p>
          <a:p>
            <a:pPr marL="342900" marR="0" lvl="0" indent="-28575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“I don’t know this name, but ask this server”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1" name="Text Box 5">
            <a:extLst>
              <a:ext uri="{FF2B5EF4-FFF2-40B4-BE49-F238E27FC236}">
                <a16:creationId xmlns:a16="http://schemas.microsoft.com/office/drawing/2014/main" id="{5980C4D7-7160-6843-9829-B4A4351B57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3226" y="3848735"/>
            <a:ext cx="1854995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requesting host at</a:t>
            </a:r>
            <a:endParaRPr kumimoji="0" lang="en-US" alt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0" cap="none" spc="0" normalizeH="0" baseline="0" noProof="0" dirty="0" err="1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engineering.nyu</a:t>
            </a:r>
            <a:r>
              <a:rPr kumimoji="0" lang="en-US" alt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.</a:t>
            </a:r>
            <a:r>
              <a:rPr kumimoji="0" lang="en-US" altLang="en-US" sz="1400" b="0" i="1" u="none" strike="noStrike" kern="0" cap="none" spc="0" normalizeH="0" baseline="0" noProof="0" dirty="0" err="1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edu</a:t>
            </a:r>
            <a:endParaRPr kumimoji="0" lang="en-US" altLang="en-US" sz="1400" b="0" i="1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2" name="Text Box 6">
            <a:extLst>
              <a:ext uri="{FF2B5EF4-FFF2-40B4-BE49-F238E27FC236}">
                <a16:creationId xmlns:a16="http://schemas.microsoft.com/office/drawing/2014/main" id="{0572A6CE-4DDA-D648-8802-F03C444E2A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76548" y="4237785"/>
            <a:ext cx="2089034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kumimoji="0" lang="en-US" altLang="en-US" sz="16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pythia.cs.purdue.edu</a:t>
            </a:r>
            <a:endParaRPr kumimoji="0" lang="en-US" altLang="en-US" sz="1600" b="0" i="1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3" name="Text Box 17">
            <a:extLst>
              <a:ext uri="{FF2B5EF4-FFF2-40B4-BE49-F238E27FC236}">
                <a16:creationId xmlns:a16="http://schemas.microsoft.com/office/drawing/2014/main" id="{82144ED5-2C8E-184D-A863-C3B672AB3D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72896" y="1322438"/>
            <a:ext cx="2011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root DNS server</a:t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4" name="Line 18">
            <a:extLst>
              <a:ext uri="{FF2B5EF4-FFF2-40B4-BE49-F238E27FC236}">
                <a16:creationId xmlns:a16="http://schemas.microsoft.com/office/drawing/2014/main" id="{0055E9E5-6DE8-1543-9989-1B8A533D400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89235" y="3275781"/>
            <a:ext cx="1196994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5" name="Line 19">
            <a:extLst>
              <a:ext uri="{FF2B5EF4-FFF2-40B4-BE49-F238E27FC236}">
                <a16:creationId xmlns:a16="http://schemas.microsoft.com/office/drawing/2014/main" id="{5959B616-2817-F149-AD5A-71429EF235D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68785" y="2005693"/>
            <a:ext cx="914400" cy="9715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6" name="Line 20">
            <a:extLst>
              <a:ext uri="{FF2B5EF4-FFF2-40B4-BE49-F238E27FC236}">
                <a16:creationId xmlns:a16="http://schemas.microsoft.com/office/drawing/2014/main" id="{6EF73249-815F-C548-BC5E-38E4ACE60E7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54535" y="3167743"/>
            <a:ext cx="1485900" cy="952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7" name="Line 21">
            <a:extLst>
              <a:ext uri="{FF2B5EF4-FFF2-40B4-BE49-F238E27FC236}">
                <a16:creationId xmlns:a16="http://schemas.microsoft.com/office/drawing/2014/main" id="{CEC0960C-844E-6F44-83D5-7DC0B1F8A21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254535" y="3339193"/>
            <a:ext cx="1419225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8" name="Line 22">
            <a:extLst>
              <a:ext uri="{FF2B5EF4-FFF2-40B4-BE49-F238E27FC236}">
                <a16:creationId xmlns:a16="http://schemas.microsoft.com/office/drawing/2014/main" id="{1CAC12BF-7C29-F640-93E6-9DF1650DE0D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78335" y="2234293"/>
            <a:ext cx="733425" cy="76200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9" name="Line 23">
            <a:extLst>
              <a:ext uri="{FF2B5EF4-FFF2-40B4-BE49-F238E27FC236}">
                <a16:creationId xmlns:a16="http://schemas.microsoft.com/office/drawing/2014/main" id="{349E5526-4318-4744-A470-D0A69AD70F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81511" y="3439703"/>
            <a:ext cx="1319232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80" name="Group 24">
            <a:extLst>
              <a:ext uri="{FF2B5EF4-FFF2-40B4-BE49-F238E27FC236}">
                <a16:creationId xmlns:a16="http://schemas.microsoft.com/office/drawing/2014/main" id="{25257205-98B6-614F-8BDC-3E790117BE54}"/>
              </a:ext>
            </a:extLst>
          </p:cNvPr>
          <p:cNvGrpSpPr>
            <a:grpSpLocks/>
          </p:cNvGrpSpPr>
          <p:nvPr/>
        </p:nvGrpSpPr>
        <p:grpSpPr bwMode="auto">
          <a:xfrm>
            <a:off x="6759111" y="3847199"/>
            <a:ext cx="1876425" cy="554038"/>
            <a:chOff x="2838" y="2132"/>
            <a:chExt cx="1182" cy="349"/>
          </a:xfrm>
        </p:grpSpPr>
        <p:sp>
          <p:nvSpPr>
            <p:cNvPr id="181" name="Rectangle 25">
              <a:extLst>
                <a:ext uri="{FF2B5EF4-FFF2-40B4-BE49-F238E27FC236}">
                  <a16:creationId xmlns:a16="http://schemas.microsoft.com/office/drawing/2014/main" id="{D65FCF25-F405-B748-88E8-10A3D8396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178"/>
              <a:ext cx="1182" cy="3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2" name="Text Box 26">
              <a:extLst>
                <a:ext uri="{FF2B5EF4-FFF2-40B4-BE49-F238E27FC236}">
                  <a16:creationId xmlns:a16="http://schemas.microsoft.com/office/drawing/2014/main" id="{E1FF55F2-CAA3-F740-9BE9-AB0BAF4EF8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7" y="2132"/>
              <a:ext cx="1085" cy="3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local DNS server</a:t>
              </a:r>
              <a:endPara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dns.nyu.edu</a:t>
              </a:r>
              <a:endParaRPr kumimoji="0" lang="en-US" alt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83" name="Text Box 27">
            <a:extLst>
              <a:ext uri="{FF2B5EF4-FFF2-40B4-BE49-F238E27FC236}">
                <a16:creationId xmlns:a16="http://schemas.microsoft.com/office/drawing/2014/main" id="{89A9D659-504E-DE4E-B6CF-35E06A82EE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39499" y="288670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4" name="Text Box 28">
            <a:extLst>
              <a:ext uri="{FF2B5EF4-FFF2-40B4-BE49-F238E27FC236}">
                <a16:creationId xmlns:a16="http://schemas.microsoft.com/office/drawing/2014/main" id="{72F042CE-6C6C-7040-AA88-05028C2434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08485" y="222318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5" name="Text Box 29">
            <a:extLst>
              <a:ext uri="{FF2B5EF4-FFF2-40B4-BE49-F238E27FC236}">
                <a16:creationId xmlns:a16="http://schemas.microsoft.com/office/drawing/2014/main" id="{E4355CE5-EFAB-8E4F-AA84-68513D8FC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6635" y="246130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6" name="Text Box 30">
            <a:extLst>
              <a:ext uri="{FF2B5EF4-FFF2-40B4-BE49-F238E27FC236}">
                <a16:creationId xmlns:a16="http://schemas.microsoft.com/office/drawing/2014/main" id="{61F544AA-6B92-714B-84C9-4070F63CA3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60960" y="287088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4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7" name="Text Box 31">
            <a:extLst>
              <a:ext uri="{FF2B5EF4-FFF2-40B4-BE49-F238E27FC236}">
                <a16:creationId xmlns:a16="http://schemas.microsoft.com/office/drawing/2014/main" id="{30095F9A-09A7-2540-B6C0-0D32BAB45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91123" y="3358243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8" name="Text Box 32">
            <a:extLst>
              <a:ext uri="{FF2B5EF4-FFF2-40B4-BE49-F238E27FC236}">
                <a16:creationId xmlns:a16="http://schemas.microsoft.com/office/drawing/2014/main" id="{AB8F7B88-B6E0-EF40-999E-00C192F324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88023" y="439805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6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9" name="Text Box 60">
            <a:extLst>
              <a:ext uri="{FF2B5EF4-FFF2-40B4-BE49-F238E27FC236}">
                <a16:creationId xmlns:a16="http://schemas.microsoft.com/office/drawing/2014/main" id="{9260634C-BE01-F74D-BF1A-744B534DD2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1285" y="5214030"/>
            <a:ext cx="23971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authoritative DNS server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1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dns.cs.purdue.edu</a:t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0" name="Text Box 61">
            <a:extLst>
              <a:ext uri="{FF2B5EF4-FFF2-40B4-BE49-F238E27FC236}">
                <a16:creationId xmlns:a16="http://schemas.microsoft.com/office/drawing/2014/main" id="{6085ED00-1F5E-0643-A173-419315EE3A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60960" y="442821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1" name="Text Box 62">
            <a:extLst>
              <a:ext uri="{FF2B5EF4-FFF2-40B4-BE49-F238E27FC236}">
                <a16:creationId xmlns:a16="http://schemas.microsoft.com/office/drawing/2014/main" id="{31298658-8B21-7440-B171-ED6F192C91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40022" y="3470502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8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2" name="Line 63">
            <a:extLst>
              <a:ext uri="{FF2B5EF4-FFF2-40B4-BE49-F238E27FC236}">
                <a16:creationId xmlns:a16="http://schemas.microsoft.com/office/drawing/2014/main" id="{10C66233-6CC9-374E-8305-B82B34B37643}"/>
              </a:ext>
            </a:extLst>
          </p:cNvPr>
          <p:cNvSpPr>
            <a:spLocks noChangeShapeType="1"/>
          </p:cNvSpPr>
          <p:nvPr/>
        </p:nvSpPr>
        <p:spPr bwMode="auto">
          <a:xfrm>
            <a:off x="8187860" y="3499530"/>
            <a:ext cx="1493838" cy="131445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3" name="Line 64">
            <a:extLst>
              <a:ext uri="{FF2B5EF4-FFF2-40B4-BE49-F238E27FC236}">
                <a16:creationId xmlns:a16="http://schemas.microsoft.com/office/drawing/2014/main" id="{BAF9BA4A-0868-F849-BA68-582D117DCF0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48173" y="3624943"/>
            <a:ext cx="1493837" cy="130175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4" name="Text Box 65">
            <a:extLst>
              <a:ext uri="{FF2B5EF4-FFF2-40B4-BE49-F238E27FC236}">
                <a16:creationId xmlns:a16="http://schemas.microsoft.com/office/drawing/2014/main" id="{8797BCED-3D71-5A4B-8881-BCE8144E87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74583" y="2608490"/>
            <a:ext cx="2011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TLD DNS server</a:t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95" name="Group 86">
            <a:extLst>
              <a:ext uri="{FF2B5EF4-FFF2-40B4-BE49-F238E27FC236}">
                <a16:creationId xmlns:a16="http://schemas.microsoft.com/office/drawing/2014/main" id="{75CA10E2-E46A-8244-A966-A51F3D99FE1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659797" y="4619665"/>
            <a:ext cx="787391" cy="614055"/>
            <a:chOff x="-44" y="1473"/>
            <a:chExt cx="981" cy="1105"/>
          </a:xfrm>
        </p:grpSpPr>
        <p:pic>
          <p:nvPicPr>
            <p:cNvPr id="196" name="Picture 87" descr="desktop_computer_stylized_medium">
              <a:extLst>
                <a:ext uri="{FF2B5EF4-FFF2-40B4-BE49-F238E27FC236}">
                  <a16:creationId xmlns:a16="http://schemas.microsoft.com/office/drawing/2014/main" id="{71723812-15F4-5248-BF42-895CB471AE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7" name="Freeform 88">
              <a:extLst>
                <a:ext uri="{FF2B5EF4-FFF2-40B4-BE49-F238E27FC236}">
                  <a16:creationId xmlns:a16="http://schemas.microsoft.com/office/drawing/2014/main" id="{4B3596A6-2AD0-DC45-8E8C-2A75454E7B1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98" name="Group 89">
            <a:extLst>
              <a:ext uri="{FF2B5EF4-FFF2-40B4-BE49-F238E27FC236}">
                <a16:creationId xmlns:a16="http://schemas.microsoft.com/office/drawing/2014/main" id="{06C72D69-BC87-104E-99A1-1FE2BBFDF3AB}"/>
              </a:ext>
            </a:extLst>
          </p:cNvPr>
          <p:cNvGrpSpPr>
            <a:grpSpLocks/>
          </p:cNvGrpSpPr>
          <p:nvPr/>
        </p:nvGrpSpPr>
        <p:grpSpPr bwMode="auto">
          <a:xfrm>
            <a:off x="5483417" y="3053085"/>
            <a:ext cx="883580" cy="766310"/>
            <a:chOff x="-44" y="1473"/>
            <a:chExt cx="981" cy="1105"/>
          </a:xfrm>
        </p:grpSpPr>
        <p:pic>
          <p:nvPicPr>
            <p:cNvPr id="199" name="Picture 90" descr="desktop_computer_stylized_medium">
              <a:extLst>
                <a:ext uri="{FF2B5EF4-FFF2-40B4-BE49-F238E27FC236}">
                  <a16:creationId xmlns:a16="http://schemas.microsoft.com/office/drawing/2014/main" id="{8EECB2CE-1B4C-2746-A9F6-C35C4B9609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0" name="Freeform 91">
              <a:extLst>
                <a:ext uri="{FF2B5EF4-FFF2-40B4-BE49-F238E27FC236}">
                  <a16:creationId xmlns:a16="http://schemas.microsoft.com/office/drawing/2014/main" id="{D65AC841-4780-A94B-9F97-1107EEE46B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01" name="Group 125">
            <a:extLst>
              <a:ext uri="{FF2B5EF4-FFF2-40B4-BE49-F238E27FC236}">
                <a16:creationId xmlns:a16="http://schemas.microsoft.com/office/drawing/2014/main" id="{724CF7FE-3214-0741-AD8D-7483973CF725}"/>
              </a:ext>
            </a:extLst>
          </p:cNvPr>
          <p:cNvGrpSpPr>
            <a:grpSpLocks/>
          </p:cNvGrpSpPr>
          <p:nvPr/>
        </p:nvGrpSpPr>
        <p:grpSpPr bwMode="auto">
          <a:xfrm>
            <a:off x="9794410" y="4528230"/>
            <a:ext cx="390525" cy="641350"/>
            <a:chOff x="4140" y="429"/>
            <a:chExt cx="1425" cy="2396"/>
          </a:xfrm>
        </p:grpSpPr>
        <p:sp>
          <p:nvSpPr>
            <p:cNvPr id="202" name="Freeform 126">
              <a:extLst>
                <a:ext uri="{FF2B5EF4-FFF2-40B4-BE49-F238E27FC236}">
                  <a16:creationId xmlns:a16="http://schemas.microsoft.com/office/drawing/2014/main" id="{430EC70E-0BF7-F44C-8DEF-C9A33626D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3" name="Rectangle 127">
              <a:extLst>
                <a:ext uri="{FF2B5EF4-FFF2-40B4-BE49-F238E27FC236}">
                  <a16:creationId xmlns:a16="http://schemas.microsoft.com/office/drawing/2014/main" id="{6C288CD0-9AED-1548-9DEF-7CF8E72A0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4" name="Freeform 128">
              <a:extLst>
                <a:ext uri="{FF2B5EF4-FFF2-40B4-BE49-F238E27FC236}">
                  <a16:creationId xmlns:a16="http://schemas.microsoft.com/office/drawing/2014/main" id="{08551039-74E8-F44D-8449-133AF9BF8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5" name="Freeform 129">
              <a:extLst>
                <a:ext uri="{FF2B5EF4-FFF2-40B4-BE49-F238E27FC236}">
                  <a16:creationId xmlns:a16="http://schemas.microsoft.com/office/drawing/2014/main" id="{D41FFC6C-D9E1-E74F-BF15-4894E774B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6" name="Rectangle 130">
              <a:extLst>
                <a:ext uri="{FF2B5EF4-FFF2-40B4-BE49-F238E27FC236}">
                  <a16:creationId xmlns:a16="http://schemas.microsoft.com/office/drawing/2014/main" id="{4AA5429D-F727-884E-96D1-EA63944E5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07" name="Group 131">
              <a:extLst>
                <a:ext uri="{FF2B5EF4-FFF2-40B4-BE49-F238E27FC236}">
                  <a16:creationId xmlns:a16="http://schemas.microsoft.com/office/drawing/2014/main" id="{9CE31B7B-945E-6B44-B446-849D24418C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2" name="AutoShape 132">
                <a:extLst>
                  <a:ext uri="{FF2B5EF4-FFF2-40B4-BE49-F238E27FC236}">
                    <a16:creationId xmlns:a16="http://schemas.microsoft.com/office/drawing/2014/main" id="{FA2F0F31-D516-1C43-8236-266B26AEF7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3" name="AutoShape 133">
                <a:extLst>
                  <a:ext uri="{FF2B5EF4-FFF2-40B4-BE49-F238E27FC236}">
                    <a16:creationId xmlns:a16="http://schemas.microsoft.com/office/drawing/2014/main" id="{6EC2A0FB-C35E-CF41-B938-33BF0264E1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08" name="Rectangle 134">
              <a:extLst>
                <a:ext uri="{FF2B5EF4-FFF2-40B4-BE49-F238E27FC236}">
                  <a16:creationId xmlns:a16="http://schemas.microsoft.com/office/drawing/2014/main" id="{9298A98E-EDE0-4B4A-9352-BE6FAE720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09" name="Group 135">
              <a:extLst>
                <a:ext uri="{FF2B5EF4-FFF2-40B4-BE49-F238E27FC236}">
                  <a16:creationId xmlns:a16="http://schemas.microsoft.com/office/drawing/2014/main" id="{C311DEB1-8226-3E48-8DA5-613E18CFA3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0" name="AutoShape 136">
                <a:extLst>
                  <a:ext uri="{FF2B5EF4-FFF2-40B4-BE49-F238E27FC236}">
                    <a16:creationId xmlns:a16="http://schemas.microsoft.com/office/drawing/2014/main" id="{E45D0285-F719-874E-AD50-E3F288277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1" name="AutoShape 137">
                <a:extLst>
                  <a:ext uri="{FF2B5EF4-FFF2-40B4-BE49-F238E27FC236}">
                    <a16:creationId xmlns:a16="http://schemas.microsoft.com/office/drawing/2014/main" id="{BE16FE12-6196-EF46-A169-0C2675EA5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10" name="Rectangle 138">
              <a:extLst>
                <a:ext uri="{FF2B5EF4-FFF2-40B4-BE49-F238E27FC236}">
                  <a16:creationId xmlns:a16="http://schemas.microsoft.com/office/drawing/2014/main" id="{A7531C2D-AF11-3642-9C87-3B93BEDD6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1" name="Rectangle 139">
              <a:extLst>
                <a:ext uri="{FF2B5EF4-FFF2-40B4-BE49-F238E27FC236}">
                  <a16:creationId xmlns:a16="http://schemas.microsoft.com/office/drawing/2014/main" id="{06C1B7AC-1454-714B-A50F-7F9B42D77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12" name="Group 140">
              <a:extLst>
                <a:ext uri="{FF2B5EF4-FFF2-40B4-BE49-F238E27FC236}">
                  <a16:creationId xmlns:a16="http://schemas.microsoft.com/office/drawing/2014/main" id="{86C62EBF-E65E-4D4B-884D-BA39C6A8B2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28" name="AutoShape 141">
                <a:extLst>
                  <a:ext uri="{FF2B5EF4-FFF2-40B4-BE49-F238E27FC236}">
                    <a16:creationId xmlns:a16="http://schemas.microsoft.com/office/drawing/2014/main" id="{A3E87978-B7EB-E644-B3A8-D8FDCF7E8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9" name="AutoShape 142">
                <a:extLst>
                  <a:ext uri="{FF2B5EF4-FFF2-40B4-BE49-F238E27FC236}">
                    <a16:creationId xmlns:a16="http://schemas.microsoft.com/office/drawing/2014/main" id="{91E0D4CD-2CBB-DD47-8147-BE3E03C96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13" name="Freeform 143">
              <a:extLst>
                <a:ext uri="{FF2B5EF4-FFF2-40B4-BE49-F238E27FC236}">
                  <a16:creationId xmlns:a16="http://schemas.microsoft.com/office/drawing/2014/main" id="{0D682965-15A3-3541-A789-479A47800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14" name="Group 144">
              <a:extLst>
                <a:ext uri="{FF2B5EF4-FFF2-40B4-BE49-F238E27FC236}">
                  <a16:creationId xmlns:a16="http://schemas.microsoft.com/office/drawing/2014/main" id="{0C8D690A-21E1-4146-83A5-7245CAEA8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26" name="AutoShape 145">
                <a:extLst>
                  <a:ext uri="{FF2B5EF4-FFF2-40B4-BE49-F238E27FC236}">
                    <a16:creationId xmlns:a16="http://schemas.microsoft.com/office/drawing/2014/main" id="{7C15E592-E347-A846-AC9F-C18905A61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7" name="AutoShape 146">
                <a:extLst>
                  <a:ext uri="{FF2B5EF4-FFF2-40B4-BE49-F238E27FC236}">
                    <a16:creationId xmlns:a16="http://schemas.microsoft.com/office/drawing/2014/main" id="{3D0AF765-217C-594C-B21E-869B0884A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15" name="Rectangle 147">
              <a:extLst>
                <a:ext uri="{FF2B5EF4-FFF2-40B4-BE49-F238E27FC236}">
                  <a16:creationId xmlns:a16="http://schemas.microsoft.com/office/drawing/2014/main" id="{4C635A33-8E8F-7D44-92DB-F6F09BFD8C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6" name="Freeform 148">
              <a:extLst>
                <a:ext uri="{FF2B5EF4-FFF2-40B4-BE49-F238E27FC236}">
                  <a16:creationId xmlns:a16="http://schemas.microsoft.com/office/drawing/2014/main" id="{4B503159-D00F-C640-B18B-72CCC4B30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7" name="Freeform 149">
              <a:extLst>
                <a:ext uri="{FF2B5EF4-FFF2-40B4-BE49-F238E27FC236}">
                  <a16:creationId xmlns:a16="http://schemas.microsoft.com/office/drawing/2014/main" id="{83A278D9-086C-BE47-BA0D-A1CB49B9D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8" name="Oval 150">
              <a:extLst>
                <a:ext uri="{FF2B5EF4-FFF2-40B4-BE49-F238E27FC236}">
                  <a16:creationId xmlns:a16="http://schemas.microsoft.com/office/drawing/2014/main" id="{71B59C46-33D8-EC4A-A0CA-4AF6B7EE7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9" name="Freeform 151">
              <a:extLst>
                <a:ext uri="{FF2B5EF4-FFF2-40B4-BE49-F238E27FC236}">
                  <a16:creationId xmlns:a16="http://schemas.microsoft.com/office/drawing/2014/main" id="{3C577FAB-12B4-CA48-B90D-D923F7168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0" name="AutoShape 152">
              <a:extLst>
                <a:ext uri="{FF2B5EF4-FFF2-40B4-BE49-F238E27FC236}">
                  <a16:creationId xmlns:a16="http://schemas.microsoft.com/office/drawing/2014/main" id="{0744BC6B-A26A-7E49-A677-B90EDB08F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1" name="AutoShape 153">
              <a:extLst>
                <a:ext uri="{FF2B5EF4-FFF2-40B4-BE49-F238E27FC236}">
                  <a16:creationId xmlns:a16="http://schemas.microsoft.com/office/drawing/2014/main" id="{574AC8BD-9D1C-FB42-BD21-1A786B862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2" name="Oval 154">
              <a:extLst>
                <a:ext uri="{FF2B5EF4-FFF2-40B4-BE49-F238E27FC236}">
                  <a16:creationId xmlns:a16="http://schemas.microsoft.com/office/drawing/2014/main" id="{5AFE8D2C-0569-3047-AB73-8A9B37AF1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3" name="Oval 155">
              <a:extLst>
                <a:ext uri="{FF2B5EF4-FFF2-40B4-BE49-F238E27FC236}">
                  <a16:creationId xmlns:a16="http://schemas.microsoft.com/office/drawing/2014/main" id="{83B0123B-44CF-B845-B272-496DEB238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Oval 156">
              <a:extLst>
                <a:ext uri="{FF2B5EF4-FFF2-40B4-BE49-F238E27FC236}">
                  <a16:creationId xmlns:a16="http://schemas.microsoft.com/office/drawing/2014/main" id="{FF7ABF78-07FF-FD40-9233-2EC92E7CB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5" name="Rectangle 157">
              <a:extLst>
                <a:ext uri="{FF2B5EF4-FFF2-40B4-BE49-F238E27FC236}">
                  <a16:creationId xmlns:a16="http://schemas.microsoft.com/office/drawing/2014/main" id="{D41F5C27-E8BB-6440-8D30-59C3961E0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34" name="Group 158">
            <a:extLst>
              <a:ext uri="{FF2B5EF4-FFF2-40B4-BE49-F238E27FC236}">
                <a16:creationId xmlns:a16="http://schemas.microsoft.com/office/drawing/2014/main" id="{AEB56919-E56B-7E4E-A7D7-98A288C3B252}"/>
              </a:ext>
            </a:extLst>
          </p:cNvPr>
          <p:cNvGrpSpPr>
            <a:grpSpLocks/>
          </p:cNvGrpSpPr>
          <p:nvPr/>
        </p:nvGrpSpPr>
        <p:grpSpPr bwMode="auto">
          <a:xfrm>
            <a:off x="7790985" y="3015343"/>
            <a:ext cx="390525" cy="641350"/>
            <a:chOff x="4140" y="429"/>
            <a:chExt cx="1425" cy="2396"/>
          </a:xfrm>
        </p:grpSpPr>
        <p:sp>
          <p:nvSpPr>
            <p:cNvPr id="235" name="Freeform 159">
              <a:extLst>
                <a:ext uri="{FF2B5EF4-FFF2-40B4-BE49-F238E27FC236}">
                  <a16:creationId xmlns:a16="http://schemas.microsoft.com/office/drawing/2014/main" id="{86964676-09BA-2F4D-8E07-76EACFD1A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6" name="Rectangle 160">
              <a:extLst>
                <a:ext uri="{FF2B5EF4-FFF2-40B4-BE49-F238E27FC236}">
                  <a16:creationId xmlns:a16="http://schemas.microsoft.com/office/drawing/2014/main" id="{FFAAD933-7081-1940-82D8-3553DCB08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7" name="Freeform 161">
              <a:extLst>
                <a:ext uri="{FF2B5EF4-FFF2-40B4-BE49-F238E27FC236}">
                  <a16:creationId xmlns:a16="http://schemas.microsoft.com/office/drawing/2014/main" id="{D61BDCB9-8C30-1C44-A8F2-0EC386728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8" name="Freeform 162">
              <a:extLst>
                <a:ext uri="{FF2B5EF4-FFF2-40B4-BE49-F238E27FC236}">
                  <a16:creationId xmlns:a16="http://schemas.microsoft.com/office/drawing/2014/main" id="{3E122E01-84B9-6E48-861A-BEEBD7F67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9" name="Rectangle 163">
              <a:extLst>
                <a:ext uri="{FF2B5EF4-FFF2-40B4-BE49-F238E27FC236}">
                  <a16:creationId xmlns:a16="http://schemas.microsoft.com/office/drawing/2014/main" id="{3AD89C6E-5869-C84E-94DF-DD5388863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0" name="Group 164">
              <a:extLst>
                <a:ext uri="{FF2B5EF4-FFF2-40B4-BE49-F238E27FC236}">
                  <a16:creationId xmlns:a16="http://schemas.microsoft.com/office/drawing/2014/main" id="{919F3CC7-4090-E54D-9BA9-E092A8C810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5" name="AutoShape 165">
                <a:extLst>
                  <a:ext uri="{FF2B5EF4-FFF2-40B4-BE49-F238E27FC236}">
                    <a16:creationId xmlns:a16="http://schemas.microsoft.com/office/drawing/2014/main" id="{EAE6002E-6A1D-0B48-BA81-7D9DEC704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66" name="AutoShape 166">
                <a:extLst>
                  <a:ext uri="{FF2B5EF4-FFF2-40B4-BE49-F238E27FC236}">
                    <a16:creationId xmlns:a16="http://schemas.microsoft.com/office/drawing/2014/main" id="{CAA5444A-9857-9149-867E-5562C085E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41" name="Rectangle 167">
              <a:extLst>
                <a:ext uri="{FF2B5EF4-FFF2-40B4-BE49-F238E27FC236}">
                  <a16:creationId xmlns:a16="http://schemas.microsoft.com/office/drawing/2014/main" id="{93E34643-2646-D44C-9D6D-91A5B1C18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2" name="Group 168">
              <a:extLst>
                <a:ext uri="{FF2B5EF4-FFF2-40B4-BE49-F238E27FC236}">
                  <a16:creationId xmlns:a16="http://schemas.microsoft.com/office/drawing/2014/main" id="{652E8D93-E5DE-A34F-9D29-89AB07D056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3" name="AutoShape 169">
                <a:extLst>
                  <a:ext uri="{FF2B5EF4-FFF2-40B4-BE49-F238E27FC236}">
                    <a16:creationId xmlns:a16="http://schemas.microsoft.com/office/drawing/2014/main" id="{AA26172B-FDFE-3D4E-9541-B9BC052C10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64" name="AutoShape 170">
                <a:extLst>
                  <a:ext uri="{FF2B5EF4-FFF2-40B4-BE49-F238E27FC236}">
                    <a16:creationId xmlns:a16="http://schemas.microsoft.com/office/drawing/2014/main" id="{521BB6A8-6D33-7E40-B79B-A911E9D1C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43" name="Rectangle 171">
              <a:extLst>
                <a:ext uri="{FF2B5EF4-FFF2-40B4-BE49-F238E27FC236}">
                  <a16:creationId xmlns:a16="http://schemas.microsoft.com/office/drawing/2014/main" id="{FF73D9CC-AAAC-D341-85A2-89BC26B91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4" name="Rectangle 172">
              <a:extLst>
                <a:ext uri="{FF2B5EF4-FFF2-40B4-BE49-F238E27FC236}">
                  <a16:creationId xmlns:a16="http://schemas.microsoft.com/office/drawing/2014/main" id="{B810EEDB-015F-FD45-9174-E980EC5FA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5" name="Group 173">
              <a:extLst>
                <a:ext uri="{FF2B5EF4-FFF2-40B4-BE49-F238E27FC236}">
                  <a16:creationId xmlns:a16="http://schemas.microsoft.com/office/drawing/2014/main" id="{2E72AE40-DCC2-4948-AD2E-564A2B8A82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1" name="AutoShape 174">
                <a:extLst>
                  <a:ext uri="{FF2B5EF4-FFF2-40B4-BE49-F238E27FC236}">
                    <a16:creationId xmlns:a16="http://schemas.microsoft.com/office/drawing/2014/main" id="{D9D1958B-0DAA-074E-A39D-ABDA1EA5B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62" name="AutoShape 175">
                <a:extLst>
                  <a:ext uri="{FF2B5EF4-FFF2-40B4-BE49-F238E27FC236}">
                    <a16:creationId xmlns:a16="http://schemas.microsoft.com/office/drawing/2014/main" id="{8EFD2DEF-75B3-4B4C-BB17-5FDA1DFD91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46" name="Freeform 176">
              <a:extLst>
                <a:ext uri="{FF2B5EF4-FFF2-40B4-BE49-F238E27FC236}">
                  <a16:creationId xmlns:a16="http://schemas.microsoft.com/office/drawing/2014/main" id="{A52917D9-2F4F-8A4E-A096-B778F3B97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7" name="Group 177">
              <a:extLst>
                <a:ext uri="{FF2B5EF4-FFF2-40B4-BE49-F238E27FC236}">
                  <a16:creationId xmlns:a16="http://schemas.microsoft.com/office/drawing/2014/main" id="{8476C934-1025-054C-BF2F-A686380677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9" name="AutoShape 178">
                <a:extLst>
                  <a:ext uri="{FF2B5EF4-FFF2-40B4-BE49-F238E27FC236}">
                    <a16:creationId xmlns:a16="http://schemas.microsoft.com/office/drawing/2014/main" id="{8DF96225-9AB2-AB48-9090-A03A165D9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60" name="AutoShape 179">
                <a:extLst>
                  <a:ext uri="{FF2B5EF4-FFF2-40B4-BE49-F238E27FC236}">
                    <a16:creationId xmlns:a16="http://schemas.microsoft.com/office/drawing/2014/main" id="{B48F8DCA-7FC5-4D49-89FD-957B14175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48" name="Rectangle 180">
              <a:extLst>
                <a:ext uri="{FF2B5EF4-FFF2-40B4-BE49-F238E27FC236}">
                  <a16:creationId xmlns:a16="http://schemas.microsoft.com/office/drawing/2014/main" id="{82DD01ED-CC62-8E44-B4AF-5AB162B45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Freeform 181">
              <a:extLst>
                <a:ext uri="{FF2B5EF4-FFF2-40B4-BE49-F238E27FC236}">
                  <a16:creationId xmlns:a16="http://schemas.microsoft.com/office/drawing/2014/main" id="{02E0A0DA-75BD-A54E-BFBE-1053BAA47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0" name="Freeform 182">
              <a:extLst>
                <a:ext uri="{FF2B5EF4-FFF2-40B4-BE49-F238E27FC236}">
                  <a16:creationId xmlns:a16="http://schemas.microsoft.com/office/drawing/2014/main" id="{553CF65B-1E90-FF47-BBE8-B5344DE42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1" name="Oval 183">
              <a:extLst>
                <a:ext uri="{FF2B5EF4-FFF2-40B4-BE49-F238E27FC236}">
                  <a16:creationId xmlns:a16="http://schemas.microsoft.com/office/drawing/2014/main" id="{1CFB15AC-59D4-2B42-9567-80D6F30EC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2" name="Freeform 184">
              <a:extLst>
                <a:ext uri="{FF2B5EF4-FFF2-40B4-BE49-F238E27FC236}">
                  <a16:creationId xmlns:a16="http://schemas.microsoft.com/office/drawing/2014/main" id="{377D0A48-37B0-984B-9D70-F4CA7EE8A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3" name="AutoShape 185">
              <a:extLst>
                <a:ext uri="{FF2B5EF4-FFF2-40B4-BE49-F238E27FC236}">
                  <a16:creationId xmlns:a16="http://schemas.microsoft.com/office/drawing/2014/main" id="{1DF08F1A-8088-4349-B9B6-80E5278DD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4" name="AutoShape 186">
              <a:extLst>
                <a:ext uri="{FF2B5EF4-FFF2-40B4-BE49-F238E27FC236}">
                  <a16:creationId xmlns:a16="http://schemas.microsoft.com/office/drawing/2014/main" id="{AB1FF07F-165E-5C42-A46F-20C492B2A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5" name="Oval 187">
              <a:extLst>
                <a:ext uri="{FF2B5EF4-FFF2-40B4-BE49-F238E27FC236}">
                  <a16:creationId xmlns:a16="http://schemas.microsoft.com/office/drawing/2014/main" id="{246533F9-312A-7949-B6A5-04845D405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6" name="Oval 188">
              <a:extLst>
                <a:ext uri="{FF2B5EF4-FFF2-40B4-BE49-F238E27FC236}">
                  <a16:creationId xmlns:a16="http://schemas.microsoft.com/office/drawing/2014/main" id="{97B4BE6D-9A58-6C4D-98DB-90F92956E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57" name="Oval 189">
              <a:extLst>
                <a:ext uri="{FF2B5EF4-FFF2-40B4-BE49-F238E27FC236}">
                  <a16:creationId xmlns:a16="http://schemas.microsoft.com/office/drawing/2014/main" id="{B4E35ECA-82AF-A74F-9E87-BC1C1318F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8" name="Rectangle 190">
              <a:extLst>
                <a:ext uri="{FF2B5EF4-FFF2-40B4-BE49-F238E27FC236}">
                  <a16:creationId xmlns:a16="http://schemas.microsoft.com/office/drawing/2014/main" id="{32338498-7D1E-F249-A1B6-782EAA13A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67" name="Group 224">
            <a:extLst>
              <a:ext uri="{FF2B5EF4-FFF2-40B4-BE49-F238E27FC236}">
                <a16:creationId xmlns:a16="http://schemas.microsoft.com/office/drawing/2014/main" id="{3B18C9CF-4DB3-9A45-9F2E-A9E7637C3843}"/>
              </a:ext>
            </a:extLst>
          </p:cNvPr>
          <p:cNvGrpSpPr>
            <a:grpSpLocks/>
          </p:cNvGrpSpPr>
          <p:nvPr/>
        </p:nvGrpSpPr>
        <p:grpSpPr bwMode="auto">
          <a:xfrm>
            <a:off x="8945098" y="1753280"/>
            <a:ext cx="390525" cy="641350"/>
            <a:chOff x="4140" y="429"/>
            <a:chExt cx="1425" cy="2396"/>
          </a:xfrm>
        </p:grpSpPr>
        <p:sp>
          <p:nvSpPr>
            <p:cNvPr id="268" name="Freeform 225">
              <a:extLst>
                <a:ext uri="{FF2B5EF4-FFF2-40B4-BE49-F238E27FC236}">
                  <a16:creationId xmlns:a16="http://schemas.microsoft.com/office/drawing/2014/main" id="{8DE393E4-949F-5A47-87BC-37206D62F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9" name="Rectangle 226">
              <a:extLst>
                <a:ext uri="{FF2B5EF4-FFF2-40B4-BE49-F238E27FC236}">
                  <a16:creationId xmlns:a16="http://schemas.microsoft.com/office/drawing/2014/main" id="{45AACD86-831C-7245-8042-0EAB26DDB8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0" name="Freeform 227">
              <a:extLst>
                <a:ext uri="{FF2B5EF4-FFF2-40B4-BE49-F238E27FC236}">
                  <a16:creationId xmlns:a16="http://schemas.microsoft.com/office/drawing/2014/main" id="{641EE52D-59FB-874A-8BE7-992D8AB38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1" name="Freeform 228">
              <a:extLst>
                <a:ext uri="{FF2B5EF4-FFF2-40B4-BE49-F238E27FC236}">
                  <a16:creationId xmlns:a16="http://schemas.microsoft.com/office/drawing/2014/main" id="{745C23B7-E3E7-3244-8E92-2A519BCE4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2" name="Rectangle 229">
              <a:extLst>
                <a:ext uri="{FF2B5EF4-FFF2-40B4-BE49-F238E27FC236}">
                  <a16:creationId xmlns:a16="http://schemas.microsoft.com/office/drawing/2014/main" id="{53F1BA0D-FC18-8F40-B02C-5E5456D41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73" name="Group 230">
              <a:extLst>
                <a:ext uri="{FF2B5EF4-FFF2-40B4-BE49-F238E27FC236}">
                  <a16:creationId xmlns:a16="http://schemas.microsoft.com/office/drawing/2014/main" id="{3BF69572-674D-F94F-AF3E-6360341D09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98" name="AutoShape 231">
                <a:extLst>
                  <a:ext uri="{FF2B5EF4-FFF2-40B4-BE49-F238E27FC236}">
                    <a16:creationId xmlns:a16="http://schemas.microsoft.com/office/drawing/2014/main" id="{7A3AB9B6-ED54-E640-B88B-6349E66AE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9" name="AutoShape 232">
                <a:extLst>
                  <a:ext uri="{FF2B5EF4-FFF2-40B4-BE49-F238E27FC236}">
                    <a16:creationId xmlns:a16="http://schemas.microsoft.com/office/drawing/2014/main" id="{41885595-164B-5A49-B50B-F202B13B9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4" name="Rectangle 233">
              <a:extLst>
                <a:ext uri="{FF2B5EF4-FFF2-40B4-BE49-F238E27FC236}">
                  <a16:creationId xmlns:a16="http://schemas.microsoft.com/office/drawing/2014/main" id="{1DC47301-CD25-F742-824D-B95A7C78B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75" name="Group 234">
              <a:extLst>
                <a:ext uri="{FF2B5EF4-FFF2-40B4-BE49-F238E27FC236}">
                  <a16:creationId xmlns:a16="http://schemas.microsoft.com/office/drawing/2014/main" id="{ABA534FC-B51E-B545-893B-AA2D360102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96" name="AutoShape 235">
                <a:extLst>
                  <a:ext uri="{FF2B5EF4-FFF2-40B4-BE49-F238E27FC236}">
                    <a16:creationId xmlns:a16="http://schemas.microsoft.com/office/drawing/2014/main" id="{BF3259EE-323A-7B46-BA99-522FF8969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7" name="AutoShape 236">
                <a:extLst>
                  <a:ext uri="{FF2B5EF4-FFF2-40B4-BE49-F238E27FC236}">
                    <a16:creationId xmlns:a16="http://schemas.microsoft.com/office/drawing/2014/main" id="{773E2C4B-E371-8849-89F1-CB3467DA2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6" name="Rectangle 237">
              <a:extLst>
                <a:ext uri="{FF2B5EF4-FFF2-40B4-BE49-F238E27FC236}">
                  <a16:creationId xmlns:a16="http://schemas.microsoft.com/office/drawing/2014/main" id="{65673162-6BD4-FA45-AD7B-65DCCB503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7" name="Rectangle 238">
              <a:extLst>
                <a:ext uri="{FF2B5EF4-FFF2-40B4-BE49-F238E27FC236}">
                  <a16:creationId xmlns:a16="http://schemas.microsoft.com/office/drawing/2014/main" id="{EB910949-1BF1-2E43-B251-2F5F6D2BC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78" name="Group 239">
              <a:extLst>
                <a:ext uri="{FF2B5EF4-FFF2-40B4-BE49-F238E27FC236}">
                  <a16:creationId xmlns:a16="http://schemas.microsoft.com/office/drawing/2014/main" id="{4ABA0E07-42B3-1C4B-A798-B21B741191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94" name="AutoShape 240">
                <a:extLst>
                  <a:ext uri="{FF2B5EF4-FFF2-40B4-BE49-F238E27FC236}">
                    <a16:creationId xmlns:a16="http://schemas.microsoft.com/office/drawing/2014/main" id="{833C6885-DF73-A44C-AF35-71696A344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5" name="AutoShape 241">
                <a:extLst>
                  <a:ext uri="{FF2B5EF4-FFF2-40B4-BE49-F238E27FC236}">
                    <a16:creationId xmlns:a16="http://schemas.microsoft.com/office/drawing/2014/main" id="{00053469-6811-F146-9041-0E9ADB93C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9" name="Freeform 242">
              <a:extLst>
                <a:ext uri="{FF2B5EF4-FFF2-40B4-BE49-F238E27FC236}">
                  <a16:creationId xmlns:a16="http://schemas.microsoft.com/office/drawing/2014/main" id="{E93D621E-BD5E-4F41-B292-1FF1D9FD9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80" name="Group 243">
              <a:extLst>
                <a:ext uri="{FF2B5EF4-FFF2-40B4-BE49-F238E27FC236}">
                  <a16:creationId xmlns:a16="http://schemas.microsoft.com/office/drawing/2014/main" id="{D2A4152B-1063-5545-AFB4-C764C9E38D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92" name="AutoShape 244">
                <a:extLst>
                  <a:ext uri="{FF2B5EF4-FFF2-40B4-BE49-F238E27FC236}">
                    <a16:creationId xmlns:a16="http://schemas.microsoft.com/office/drawing/2014/main" id="{91B44A19-99F5-3246-B452-E6974C388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3" name="AutoShape 245">
                <a:extLst>
                  <a:ext uri="{FF2B5EF4-FFF2-40B4-BE49-F238E27FC236}">
                    <a16:creationId xmlns:a16="http://schemas.microsoft.com/office/drawing/2014/main" id="{CE7C0896-4736-8044-B538-F09471477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81" name="Rectangle 246">
              <a:extLst>
                <a:ext uri="{FF2B5EF4-FFF2-40B4-BE49-F238E27FC236}">
                  <a16:creationId xmlns:a16="http://schemas.microsoft.com/office/drawing/2014/main" id="{1D6C13B5-BF0F-554A-9CE4-3F075F937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2" name="Freeform 247">
              <a:extLst>
                <a:ext uri="{FF2B5EF4-FFF2-40B4-BE49-F238E27FC236}">
                  <a16:creationId xmlns:a16="http://schemas.microsoft.com/office/drawing/2014/main" id="{0F3FBF0A-EAF4-094D-A874-245423181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3" name="Freeform 248">
              <a:extLst>
                <a:ext uri="{FF2B5EF4-FFF2-40B4-BE49-F238E27FC236}">
                  <a16:creationId xmlns:a16="http://schemas.microsoft.com/office/drawing/2014/main" id="{EC002925-BD09-784A-9BB4-2AD299FA2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4" name="Oval 249">
              <a:extLst>
                <a:ext uri="{FF2B5EF4-FFF2-40B4-BE49-F238E27FC236}">
                  <a16:creationId xmlns:a16="http://schemas.microsoft.com/office/drawing/2014/main" id="{21E73907-A81B-E540-A734-D855A8052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5" name="Freeform 250">
              <a:extLst>
                <a:ext uri="{FF2B5EF4-FFF2-40B4-BE49-F238E27FC236}">
                  <a16:creationId xmlns:a16="http://schemas.microsoft.com/office/drawing/2014/main" id="{7B38A468-42E7-2245-BA7B-6136A4486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6" name="AutoShape 251">
              <a:extLst>
                <a:ext uri="{FF2B5EF4-FFF2-40B4-BE49-F238E27FC236}">
                  <a16:creationId xmlns:a16="http://schemas.microsoft.com/office/drawing/2014/main" id="{F798831B-76D3-634B-A1D7-73487DB6F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7" name="AutoShape 252">
              <a:extLst>
                <a:ext uri="{FF2B5EF4-FFF2-40B4-BE49-F238E27FC236}">
                  <a16:creationId xmlns:a16="http://schemas.microsoft.com/office/drawing/2014/main" id="{93B2ADD1-628A-5B4D-960D-449954DF9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8" name="Oval 253">
              <a:extLst>
                <a:ext uri="{FF2B5EF4-FFF2-40B4-BE49-F238E27FC236}">
                  <a16:creationId xmlns:a16="http://schemas.microsoft.com/office/drawing/2014/main" id="{359740D7-3452-8745-AD4F-78F1EAE69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9" name="Oval 254">
              <a:extLst>
                <a:ext uri="{FF2B5EF4-FFF2-40B4-BE49-F238E27FC236}">
                  <a16:creationId xmlns:a16="http://schemas.microsoft.com/office/drawing/2014/main" id="{6953048C-3B45-C945-95BD-05D0D95F9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90" name="Oval 255">
              <a:extLst>
                <a:ext uri="{FF2B5EF4-FFF2-40B4-BE49-F238E27FC236}">
                  <a16:creationId xmlns:a16="http://schemas.microsoft.com/office/drawing/2014/main" id="{FCF3244C-B9E8-DF49-A3D0-C0D2140BA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1" name="Rectangle 256">
              <a:extLst>
                <a:ext uri="{FF2B5EF4-FFF2-40B4-BE49-F238E27FC236}">
                  <a16:creationId xmlns:a16="http://schemas.microsoft.com/office/drawing/2014/main" id="{66CCCCC0-CA45-934C-8FFC-B89439DE40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00" name="Group 257">
            <a:extLst>
              <a:ext uri="{FF2B5EF4-FFF2-40B4-BE49-F238E27FC236}">
                <a16:creationId xmlns:a16="http://schemas.microsoft.com/office/drawing/2014/main" id="{6D88D42C-B784-1546-97B0-1AA7D6A27EC3}"/>
              </a:ext>
            </a:extLst>
          </p:cNvPr>
          <p:cNvGrpSpPr>
            <a:grpSpLocks/>
          </p:cNvGrpSpPr>
          <p:nvPr/>
        </p:nvGrpSpPr>
        <p:grpSpPr bwMode="auto">
          <a:xfrm>
            <a:off x="9761073" y="3005818"/>
            <a:ext cx="390525" cy="641350"/>
            <a:chOff x="4140" y="429"/>
            <a:chExt cx="1425" cy="2396"/>
          </a:xfrm>
        </p:grpSpPr>
        <p:sp>
          <p:nvSpPr>
            <p:cNvPr id="301" name="Freeform 258">
              <a:extLst>
                <a:ext uri="{FF2B5EF4-FFF2-40B4-BE49-F238E27FC236}">
                  <a16:creationId xmlns:a16="http://schemas.microsoft.com/office/drawing/2014/main" id="{702EC307-F8E6-434D-B445-B2F47A942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2" name="Rectangle 259">
              <a:extLst>
                <a:ext uri="{FF2B5EF4-FFF2-40B4-BE49-F238E27FC236}">
                  <a16:creationId xmlns:a16="http://schemas.microsoft.com/office/drawing/2014/main" id="{07437252-B53D-9D40-813F-304E5CD00E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3" name="Freeform 260">
              <a:extLst>
                <a:ext uri="{FF2B5EF4-FFF2-40B4-BE49-F238E27FC236}">
                  <a16:creationId xmlns:a16="http://schemas.microsoft.com/office/drawing/2014/main" id="{EC373583-A9BD-FC4E-A47E-4602AA39D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4" name="Freeform 261">
              <a:extLst>
                <a:ext uri="{FF2B5EF4-FFF2-40B4-BE49-F238E27FC236}">
                  <a16:creationId xmlns:a16="http://schemas.microsoft.com/office/drawing/2014/main" id="{D1E0B0A0-C834-9D4D-9DDD-D4222C181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5" name="Rectangle 262">
              <a:extLst>
                <a:ext uri="{FF2B5EF4-FFF2-40B4-BE49-F238E27FC236}">
                  <a16:creationId xmlns:a16="http://schemas.microsoft.com/office/drawing/2014/main" id="{B2DA4C56-6E4F-4F46-A99C-698FAADDB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6" name="Group 263">
              <a:extLst>
                <a:ext uri="{FF2B5EF4-FFF2-40B4-BE49-F238E27FC236}">
                  <a16:creationId xmlns:a16="http://schemas.microsoft.com/office/drawing/2014/main" id="{0476FEFE-2DC6-2148-99D9-A5C054B12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31" name="AutoShape 264">
                <a:extLst>
                  <a:ext uri="{FF2B5EF4-FFF2-40B4-BE49-F238E27FC236}">
                    <a16:creationId xmlns:a16="http://schemas.microsoft.com/office/drawing/2014/main" id="{81145D7E-D3D7-0D4C-A411-943EBD5AA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2" name="AutoShape 265">
                <a:extLst>
                  <a:ext uri="{FF2B5EF4-FFF2-40B4-BE49-F238E27FC236}">
                    <a16:creationId xmlns:a16="http://schemas.microsoft.com/office/drawing/2014/main" id="{67891F44-03D3-CF47-86FB-FB0C31AF65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7" name="Rectangle 266">
              <a:extLst>
                <a:ext uri="{FF2B5EF4-FFF2-40B4-BE49-F238E27FC236}">
                  <a16:creationId xmlns:a16="http://schemas.microsoft.com/office/drawing/2014/main" id="{1D029B33-0C7B-864F-B801-978A4B8FD5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8" name="Group 267">
              <a:extLst>
                <a:ext uri="{FF2B5EF4-FFF2-40B4-BE49-F238E27FC236}">
                  <a16:creationId xmlns:a16="http://schemas.microsoft.com/office/drawing/2014/main" id="{8A3352FE-9285-9E4C-BF29-D635003DF9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9" name="AutoShape 268">
                <a:extLst>
                  <a:ext uri="{FF2B5EF4-FFF2-40B4-BE49-F238E27FC236}">
                    <a16:creationId xmlns:a16="http://schemas.microsoft.com/office/drawing/2014/main" id="{CC6637ED-E66A-004E-AE38-F32E55EC5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0" name="AutoShape 269">
                <a:extLst>
                  <a:ext uri="{FF2B5EF4-FFF2-40B4-BE49-F238E27FC236}">
                    <a16:creationId xmlns:a16="http://schemas.microsoft.com/office/drawing/2014/main" id="{99FAA76E-7386-FC45-ACF1-30D129724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9" name="Rectangle 270">
              <a:extLst>
                <a:ext uri="{FF2B5EF4-FFF2-40B4-BE49-F238E27FC236}">
                  <a16:creationId xmlns:a16="http://schemas.microsoft.com/office/drawing/2014/main" id="{AFCC8C61-44F6-2242-8855-E7238EE55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0" name="Rectangle 271">
              <a:extLst>
                <a:ext uri="{FF2B5EF4-FFF2-40B4-BE49-F238E27FC236}">
                  <a16:creationId xmlns:a16="http://schemas.microsoft.com/office/drawing/2014/main" id="{5F416F68-F5C3-E047-86DD-2B69313C98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11" name="Group 272">
              <a:extLst>
                <a:ext uri="{FF2B5EF4-FFF2-40B4-BE49-F238E27FC236}">
                  <a16:creationId xmlns:a16="http://schemas.microsoft.com/office/drawing/2014/main" id="{63D616E2-37F9-FA41-93A3-EC867A9C9D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27" name="AutoShape 273">
                <a:extLst>
                  <a:ext uri="{FF2B5EF4-FFF2-40B4-BE49-F238E27FC236}">
                    <a16:creationId xmlns:a16="http://schemas.microsoft.com/office/drawing/2014/main" id="{666D6CE3-43E0-B641-9B47-80DA04FB0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8" name="AutoShape 274">
                <a:extLst>
                  <a:ext uri="{FF2B5EF4-FFF2-40B4-BE49-F238E27FC236}">
                    <a16:creationId xmlns:a16="http://schemas.microsoft.com/office/drawing/2014/main" id="{D94D4D24-3A62-4346-A4B0-AF4901D56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12" name="Freeform 275">
              <a:extLst>
                <a:ext uri="{FF2B5EF4-FFF2-40B4-BE49-F238E27FC236}">
                  <a16:creationId xmlns:a16="http://schemas.microsoft.com/office/drawing/2014/main" id="{5502E20D-D3F9-1445-AE1A-C5A9B7BBB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13" name="Group 276">
              <a:extLst>
                <a:ext uri="{FF2B5EF4-FFF2-40B4-BE49-F238E27FC236}">
                  <a16:creationId xmlns:a16="http://schemas.microsoft.com/office/drawing/2014/main" id="{88289607-2CB3-6846-972E-267A38967E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25" name="AutoShape 277">
                <a:extLst>
                  <a:ext uri="{FF2B5EF4-FFF2-40B4-BE49-F238E27FC236}">
                    <a16:creationId xmlns:a16="http://schemas.microsoft.com/office/drawing/2014/main" id="{4D384432-D7DC-704B-9036-8E7B3A293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6" name="AutoShape 278">
                <a:extLst>
                  <a:ext uri="{FF2B5EF4-FFF2-40B4-BE49-F238E27FC236}">
                    <a16:creationId xmlns:a16="http://schemas.microsoft.com/office/drawing/2014/main" id="{D9C2A3A1-5244-A14A-8274-DFC1383E5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14" name="Rectangle 279">
              <a:extLst>
                <a:ext uri="{FF2B5EF4-FFF2-40B4-BE49-F238E27FC236}">
                  <a16:creationId xmlns:a16="http://schemas.microsoft.com/office/drawing/2014/main" id="{B1F8DD2B-C939-2C43-B20B-2B1AD74D4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5" name="Freeform 280">
              <a:extLst>
                <a:ext uri="{FF2B5EF4-FFF2-40B4-BE49-F238E27FC236}">
                  <a16:creationId xmlns:a16="http://schemas.microsoft.com/office/drawing/2014/main" id="{F16DC7B2-4515-5543-B12A-6165D6E2E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6" name="Freeform 281">
              <a:extLst>
                <a:ext uri="{FF2B5EF4-FFF2-40B4-BE49-F238E27FC236}">
                  <a16:creationId xmlns:a16="http://schemas.microsoft.com/office/drawing/2014/main" id="{004AE2FC-7231-E64A-BEBE-ADCA412A0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7" name="Oval 282">
              <a:extLst>
                <a:ext uri="{FF2B5EF4-FFF2-40B4-BE49-F238E27FC236}">
                  <a16:creationId xmlns:a16="http://schemas.microsoft.com/office/drawing/2014/main" id="{5A6BAD53-D0CF-DF42-803B-A591FE492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8" name="Freeform 283">
              <a:extLst>
                <a:ext uri="{FF2B5EF4-FFF2-40B4-BE49-F238E27FC236}">
                  <a16:creationId xmlns:a16="http://schemas.microsoft.com/office/drawing/2014/main" id="{37D6350E-473C-2F48-8443-85DB0303D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9" name="AutoShape 284">
              <a:extLst>
                <a:ext uri="{FF2B5EF4-FFF2-40B4-BE49-F238E27FC236}">
                  <a16:creationId xmlns:a16="http://schemas.microsoft.com/office/drawing/2014/main" id="{BC07E322-3708-CF4A-90EA-569EBA34D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0" name="AutoShape 285">
              <a:extLst>
                <a:ext uri="{FF2B5EF4-FFF2-40B4-BE49-F238E27FC236}">
                  <a16:creationId xmlns:a16="http://schemas.microsoft.com/office/drawing/2014/main" id="{13CC96E0-B269-1C41-8B8A-26D7B49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1" name="Oval 286">
              <a:extLst>
                <a:ext uri="{FF2B5EF4-FFF2-40B4-BE49-F238E27FC236}">
                  <a16:creationId xmlns:a16="http://schemas.microsoft.com/office/drawing/2014/main" id="{B778BB94-7A1A-2A49-A8EF-9BB086F52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2" name="Oval 287">
              <a:extLst>
                <a:ext uri="{FF2B5EF4-FFF2-40B4-BE49-F238E27FC236}">
                  <a16:creationId xmlns:a16="http://schemas.microsoft.com/office/drawing/2014/main" id="{F501B229-B7EF-6B41-9F50-357DBD633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23" name="Oval 288">
              <a:extLst>
                <a:ext uri="{FF2B5EF4-FFF2-40B4-BE49-F238E27FC236}">
                  <a16:creationId xmlns:a16="http://schemas.microsoft.com/office/drawing/2014/main" id="{B00DA42E-62A3-B349-A633-497D45856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4" name="Rectangle 289">
              <a:extLst>
                <a:ext uri="{FF2B5EF4-FFF2-40B4-BE49-F238E27FC236}">
                  <a16:creationId xmlns:a16="http://schemas.microsoft.com/office/drawing/2014/main" id="{238D91CD-38E8-4C4C-BE90-4508D42E5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67" name="Slide Number Placeholder 2">
            <a:extLst>
              <a:ext uri="{FF2B5EF4-FFF2-40B4-BE49-F238E27FC236}">
                <a16:creationId xmlns:a16="http://schemas.microsoft.com/office/drawing/2014/main" id="{0480BCEF-F94C-E34B-B55C-97CE664B5D9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83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03319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183" grpId="0"/>
      <p:bldP spid="184" grpId="0"/>
      <p:bldP spid="185" grpId="0"/>
      <p:bldP spid="186" grpId="0"/>
      <p:bldP spid="187" grpId="0"/>
      <p:bldP spid="188" grpId="0"/>
      <p:bldP spid="190" grpId="0"/>
      <p:bldP spid="191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 name resolution: recursive query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171" name="Text Box 5">
            <a:extLst>
              <a:ext uri="{FF2B5EF4-FFF2-40B4-BE49-F238E27FC236}">
                <a16:creationId xmlns:a16="http://schemas.microsoft.com/office/drawing/2014/main" id="{5980C4D7-7160-6843-9829-B4A4351B57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88154" y="3848735"/>
            <a:ext cx="1816524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requesting host at</a:t>
            </a:r>
            <a:endParaRPr kumimoji="0" lang="en-US" alt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0" cap="none" spc="0" normalizeH="0" baseline="0" noProof="0" dirty="0" err="1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engineering.nyu.edu</a:t>
            </a:r>
            <a:endParaRPr kumimoji="0" lang="en-US" altLang="en-US" sz="1400" b="0" i="1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2" name="Text Box 6">
            <a:extLst>
              <a:ext uri="{FF2B5EF4-FFF2-40B4-BE49-F238E27FC236}">
                <a16:creationId xmlns:a16="http://schemas.microsoft.com/office/drawing/2014/main" id="{0572A6CE-4DDA-D648-8802-F03C444E2A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43651" y="4208147"/>
            <a:ext cx="2089033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en-US" sz="1600" i="1" kern="0" dirty="0" err="1">
                <a:solidFill>
                  <a:srgbClr val="000000"/>
                </a:solidFill>
              </a:rPr>
              <a:t>pythia.cs.purdue.edu</a:t>
            </a:r>
            <a:endParaRPr lang="en-US" altLang="en-US" sz="1600" i="1" kern="0" dirty="0">
              <a:solidFill>
                <a:srgbClr val="000000"/>
              </a:solidFill>
            </a:endParaRPr>
          </a:p>
        </p:txBody>
      </p:sp>
      <p:sp>
        <p:nvSpPr>
          <p:cNvPr id="173" name="Text Box 17">
            <a:extLst>
              <a:ext uri="{FF2B5EF4-FFF2-40B4-BE49-F238E27FC236}">
                <a16:creationId xmlns:a16="http://schemas.microsoft.com/office/drawing/2014/main" id="{82144ED5-2C8E-184D-A863-C3B672AB3D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8588" y="1322438"/>
            <a:ext cx="2011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root DNS server</a:t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4" name="Line 18">
            <a:extLst>
              <a:ext uri="{FF2B5EF4-FFF2-40B4-BE49-F238E27FC236}">
                <a16:creationId xmlns:a16="http://schemas.microsoft.com/office/drawing/2014/main" id="{0055E9E5-6DE8-1543-9989-1B8A533D400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04927" y="3275781"/>
            <a:ext cx="1196994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5" name="Line 19">
            <a:extLst>
              <a:ext uri="{FF2B5EF4-FFF2-40B4-BE49-F238E27FC236}">
                <a16:creationId xmlns:a16="http://schemas.microsoft.com/office/drawing/2014/main" id="{5959B616-2817-F149-AD5A-71429EF235D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84477" y="2005693"/>
            <a:ext cx="914400" cy="9715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6" name="Line 20">
            <a:extLst>
              <a:ext uri="{FF2B5EF4-FFF2-40B4-BE49-F238E27FC236}">
                <a16:creationId xmlns:a16="http://schemas.microsoft.com/office/drawing/2014/main" id="{6EF73249-815F-C548-BC5E-38E4ACE60E79}"/>
              </a:ext>
            </a:extLst>
          </p:cNvPr>
          <p:cNvSpPr>
            <a:spLocks noChangeShapeType="1"/>
          </p:cNvSpPr>
          <p:nvPr/>
        </p:nvSpPr>
        <p:spPr bwMode="auto">
          <a:xfrm>
            <a:off x="9672062" y="3760198"/>
            <a:ext cx="2427" cy="702311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7" name="Line 21">
            <a:extLst>
              <a:ext uri="{FF2B5EF4-FFF2-40B4-BE49-F238E27FC236}">
                <a16:creationId xmlns:a16="http://schemas.microsoft.com/office/drawing/2014/main" id="{CEC0960C-844E-6F44-83D5-7DC0B1F8A21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9491701" y="3747010"/>
            <a:ext cx="2427" cy="734919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8" name="Line 22">
            <a:extLst>
              <a:ext uri="{FF2B5EF4-FFF2-40B4-BE49-F238E27FC236}">
                <a16:creationId xmlns:a16="http://schemas.microsoft.com/office/drawing/2014/main" id="{1CAC12BF-7C29-F640-93E6-9DF1650DE0DF}"/>
              </a:ext>
            </a:extLst>
          </p:cNvPr>
          <p:cNvSpPr>
            <a:spLocks noChangeShapeType="1"/>
          </p:cNvSpPr>
          <p:nvPr/>
        </p:nvSpPr>
        <p:spPr bwMode="auto">
          <a:xfrm>
            <a:off x="9038381" y="2075731"/>
            <a:ext cx="405154" cy="841218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9" name="Line 23">
            <a:extLst>
              <a:ext uri="{FF2B5EF4-FFF2-40B4-BE49-F238E27FC236}">
                <a16:creationId xmlns:a16="http://schemas.microsoft.com/office/drawing/2014/main" id="{349E5526-4318-4744-A470-D0A69AD70F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97203" y="3439703"/>
            <a:ext cx="1319232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80" name="Group 24">
            <a:extLst>
              <a:ext uri="{FF2B5EF4-FFF2-40B4-BE49-F238E27FC236}">
                <a16:creationId xmlns:a16="http://schemas.microsoft.com/office/drawing/2014/main" id="{25257205-98B6-614F-8BDC-3E790117BE54}"/>
              </a:ext>
            </a:extLst>
          </p:cNvPr>
          <p:cNvGrpSpPr>
            <a:grpSpLocks/>
          </p:cNvGrpSpPr>
          <p:nvPr/>
        </p:nvGrpSpPr>
        <p:grpSpPr bwMode="auto">
          <a:xfrm>
            <a:off x="6374803" y="3847199"/>
            <a:ext cx="1876425" cy="554038"/>
            <a:chOff x="2838" y="2132"/>
            <a:chExt cx="1182" cy="349"/>
          </a:xfrm>
        </p:grpSpPr>
        <p:sp>
          <p:nvSpPr>
            <p:cNvPr id="181" name="Rectangle 25">
              <a:extLst>
                <a:ext uri="{FF2B5EF4-FFF2-40B4-BE49-F238E27FC236}">
                  <a16:creationId xmlns:a16="http://schemas.microsoft.com/office/drawing/2014/main" id="{D65FCF25-F405-B748-88E8-10A3D8396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178"/>
              <a:ext cx="1182" cy="3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2" name="Text Box 26">
              <a:extLst>
                <a:ext uri="{FF2B5EF4-FFF2-40B4-BE49-F238E27FC236}">
                  <a16:creationId xmlns:a16="http://schemas.microsoft.com/office/drawing/2014/main" id="{E1FF55F2-CAA3-F740-9BE9-AB0BAF4EF8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7" y="2132"/>
              <a:ext cx="1085" cy="3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local DNS server</a:t>
              </a:r>
              <a:endPara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dns</a:t>
              </a:r>
              <a:r>
                <a:rPr kumimoji="0" lang="en-US" alt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.</a:t>
              </a:r>
              <a:r>
                <a:rPr kumimoji="0" lang="en-US" altLang="en-US" sz="14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nyu</a:t>
              </a:r>
              <a:r>
                <a:rPr kumimoji="0" lang="en-US" alt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.</a:t>
              </a:r>
              <a:r>
                <a:rPr kumimoji="0" lang="en-US" altLang="en-US" sz="14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edu</a:t>
              </a:r>
              <a:endParaRPr kumimoji="0" lang="en-US" alt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83" name="Text Box 27">
            <a:extLst>
              <a:ext uri="{FF2B5EF4-FFF2-40B4-BE49-F238E27FC236}">
                <a16:creationId xmlns:a16="http://schemas.microsoft.com/office/drawing/2014/main" id="{89A9D659-504E-DE4E-B6CF-35E06A82EE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5191" y="288670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4" name="Text Box 28">
            <a:extLst>
              <a:ext uri="{FF2B5EF4-FFF2-40B4-BE49-F238E27FC236}">
                <a16:creationId xmlns:a16="http://schemas.microsoft.com/office/drawing/2014/main" id="{72F042CE-6C6C-7040-AA88-05028C2434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24177" y="222318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5" name="Text Box 29">
            <a:extLst>
              <a:ext uri="{FF2B5EF4-FFF2-40B4-BE49-F238E27FC236}">
                <a16:creationId xmlns:a16="http://schemas.microsoft.com/office/drawing/2014/main" id="{E4355CE5-EFAB-8E4F-AA84-68513D8FC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85965" y="2130702"/>
            <a:ext cx="119659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6" name="Text Box 30">
            <a:extLst>
              <a:ext uri="{FF2B5EF4-FFF2-40B4-BE49-F238E27FC236}">
                <a16:creationId xmlns:a16="http://schemas.microsoft.com/office/drawing/2014/main" id="{61F544AA-6B92-714B-84C9-4070F63CA3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81511" y="3917024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4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7" name="Text Box 31">
            <a:extLst>
              <a:ext uri="{FF2B5EF4-FFF2-40B4-BE49-F238E27FC236}">
                <a16:creationId xmlns:a16="http://schemas.microsoft.com/office/drawing/2014/main" id="{30095F9A-09A7-2540-B6C0-0D32BAB45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30827" y="3968637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8" name="Text Box 32">
            <a:extLst>
              <a:ext uri="{FF2B5EF4-FFF2-40B4-BE49-F238E27FC236}">
                <a16:creationId xmlns:a16="http://schemas.microsoft.com/office/drawing/2014/main" id="{AB8F7B88-B6E0-EF40-999E-00C192F324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4934" y="268526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6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9" name="Text Box 60">
            <a:extLst>
              <a:ext uri="{FF2B5EF4-FFF2-40B4-BE49-F238E27FC236}">
                <a16:creationId xmlns:a16="http://schemas.microsoft.com/office/drawing/2014/main" id="{9260634C-BE01-F74D-BF1A-744B534DD2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6977" y="5214030"/>
            <a:ext cx="23971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lvl="0"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en-US" sz="1600" kern="0" dirty="0">
                <a:solidFill>
                  <a:srgbClr val="000000"/>
                </a:solidFill>
              </a:rPr>
              <a:t>authoritative DNS server</a:t>
            </a:r>
            <a:endParaRPr lang="en-US" altLang="en-US" sz="2400" kern="0" dirty="0">
              <a:solidFill>
                <a:srgbClr val="000000"/>
              </a:solidFill>
            </a:endParaRPr>
          </a:p>
          <a:p>
            <a:pPr lvl="0"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en-US" sz="1600" b="1" kern="0" dirty="0" err="1">
                <a:solidFill>
                  <a:srgbClr val="000000"/>
                </a:solidFill>
              </a:rPr>
              <a:t>dns.cs.purdue.edu</a:t>
            </a:r>
            <a:endParaRPr lang="en-US" altLang="en-US" sz="1600" kern="0" dirty="0">
              <a:solidFill>
                <a:srgbClr val="000000"/>
              </a:solidFill>
            </a:endParaRPr>
          </a:p>
        </p:txBody>
      </p:sp>
      <p:sp>
        <p:nvSpPr>
          <p:cNvPr id="190" name="Text Box 61">
            <a:extLst>
              <a:ext uri="{FF2B5EF4-FFF2-40B4-BE49-F238E27FC236}">
                <a16:creationId xmlns:a16="http://schemas.microsoft.com/office/drawing/2014/main" id="{6085ED00-1F5E-0643-A173-419315EE3A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22727" y="2626662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1" name="Text Box 62">
            <a:extLst>
              <a:ext uri="{FF2B5EF4-FFF2-40B4-BE49-F238E27FC236}">
                <a16:creationId xmlns:a16="http://schemas.microsoft.com/office/drawing/2014/main" id="{31298658-8B21-7440-B171-ED6F192C91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5714" y="3470502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8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2" name="Line 63">
            <a:extLst>
              <a:ext uri="{FF2B5EF4-FFF2-40B4-BE49-F238E27FC236}">
                <a16:creationId xmlns:a16="http://schemas.microsoft.com/office/drawing/2014/main" id="{10C66233-6CC9-374E-8305-B82B34B3764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981775" y="2427554"/>
            <a:ext cx="344289" cy="64545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3" name="Line 64">
            <a:extLst>
              <a:ext uri="{FF2B5EF4-FFF2-40B4-BE49-F238E27FC236}">
                <a16:creationId xmlns:a16="http://schemas.microsoft.com/office/drawing/2014/main" id="{BAF9BA4A-0868-F849-BA68-582D117DCF0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92268" y="2275514"/>
            <a:ext cx="710991" cy="774754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4" name="Text Box 65">
            <a:extLst>
              <a:ext uri="{FF2B5EF4-FFF2-40B4-BE49-F238E27FC236}">
                <a16:creationId xmlns:a16="http://schemas.microsoft.com/office/drawing/2014/main" id="{8797BCED-3D71-5A4B-8881-BCE8144E87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62504" y="2971557"/>
            <a:ext cx="2011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TLD DNS server</a:t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95" name="Group 86">
            <a:extLst>
              <a:ext uri="{FF2B5EF4-FFF2-40B4-BE49-F238E27FC236}">
                <a16:creationId xmlns:a16="http://schemas.microsoft.com/office/drawing/2014/main" id="{75CA10E2-E46A-8244-A966-A51F3D99FE1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526900" y="4590027"/>
            <a:ext cx="787391" cy="614055"/>
            <a:chOff x="-44" y="1473"/>
            <a:chExt cx="981" cy="1105"/>
          </a:xfrm>
        </p:grpSpPr>
        <p:pic>
          <p:nvPicPr>
            <p:cNvPr id="196" name="Picture 87" descr="desktop_computer_stylized_medium">
              <a:extLst>
                <a:ext uri="{FF2B5EF4-FFF2-40B4-BE49-F238E27FC236}">
                  <a16:creationId xmlns:a16="http://schemas.microsoft.com/office/drawing/2014/main" id="{71723812-15F4-5248-BF42-895CB471AE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7" name="Freeform 88">
              <a:extLst>
                <a:ext uri="{FF2B5EF4-FFF2-40B4-BE49-F238E27FC236}">
                  <a16:creationId xmlns:a16="http://schemas.microsoft.com/office/drawing/2014/main" id="{4B3596A6-2AD0-DC45-8E8C-2A75454E7B1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98" name="Group 89">
            <a:extLst>
              <a:ext uri="{FF2B5EF4-FFF2-40B4-BE49-F238E27FC236}">
                <a16:creationId xmlns:a16="http://schemas.microsoft.com/office/drawing/2014/main" id="{06C72D69-BC87-104E-99A1-1FE2BBFDF3AB}"/>
              </a:ext>
            </a:extLst>
          </p:cNvPr>
          <p:cNvGrpSpPr>
            <a:grpSpLocks/>
          </p:cNvGrpSpPr>
          <p:nvPr/>
        </p:nvGrpSpPr>
        <p:grpSpPr bwMode="auto">
          <a:xfrm>
            <a:off x="5099109" y="3053085"/>
            <a:ext cx="883580" cy="766310"/>
            <a:chOff x="-44" y="1473"/>
            <a:chExt cx="981" cy="1105"/>
          </a:xfrm>
        </p:grpSpPr>
        <p:pic>
          <p:nvPicPr>
            <p:cNvPr id="199" name="Picture 90" descr="desktop_computer_stylized_medium">
              <a:extLst>
                <a:ext uri="{FF2B5EF4-FFF2-40B4-BE49-F238E27FC236}">
                  <a16:creationId xmlns:a16="http://schemas.microsoft.com/office/drawing/2014/main" id="{8EECB2CE-1B4C-2746-A9F6-C35C4B9609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0" name="Freeform 91">
              <a:extLst>
                <a:ext uri="{FF2B5EF4-FFF2-40B4-BE49-F238E27FC236}">
                  <a16:creationId xmlns:a16="http://schemas.microsoft.com/office/drawing/2014/main" id="{D65AC841-4780-A94B-9F97-1107EEE46B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01" name="Group 125">
            <a:extLst>
              <a:ext uri="{FF2B5EF4-FFF2-40B4-BE49-F238E27FC236}">
                <a16:creationId xmlns:a16="http://schemas.microsoft.com/office/drawing/2014/main" id="{724CF7FE-3214-0741-AD8D-7483973CF725}"/>
              </a:ext>
            </a:extLst>
          </p:cNvPr>
          <p:cNvGrpSpPr>
            <a:grpSpLocks/>
          </p:cNvGrpSpPr>
          <p:nvPr/>
        </p:nvGrpSpPr>
        <p:grpSpPr bwMode="auto">
          <a:xfrm>
            <a:off x="9410102" y="4528230"/>
            <a:ext cx="390525" cy="641350"/>
            <a:chOff x="4140" y="429"/>
            <a:chExt cx="1425" cy="2396"/>
          </a:xfrm>
        </p:grpSpPr>
        <p:sp>
          <p:nvSpPr>
            <p:cNvPr id="202" name="Freeform 126">
              <a:extLst>
                <a:ext uri="{FF2B5EF4-FFF2-40B4-BE49-F238E27FC236}">
                  <a16:creationId xmlns:a16="http://schemas.microsoft.com/office/drawing/2014/main" id="{430EC70E-0BF7-F44C-8DEF-C9A33626D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3" name="Rectangle 127">
              <a:extLst>
                <a:ext uri="{FF2B5EF4-FFF2-40B4-BE49-F238E27FC236}">
                  <a16:creationId xmlns:a16="http://schemas.microsoft.com/office/drawing/2014/main" id="{6C288CD0-9AED-1548-9DEF-7CF8E72A0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4" name="Freeform 128">
              <a:extLst>
                <a:ext uri="{FF2B5EF4-FFF2-40B4-BE49-F238E27FC236}">
                  <a16:creationId xmlns:a16="http://schemas.microsoft.com/office/drawing/2014/main" id="{08551039-74E8-F44D-8449-133AF9BF8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5" name="Freeform 129">
              <a:extLst>
                <a:ext uri="{FF2B5EF4-FFF2-40B4-BE49-F238E27FC236}">
                  <a16:creationId xmlns:a16="http://schemas.microsoft.com/office/drawing/2014/main" id="{D41FFC6C-D9E1-E74F-BF15-4894E774B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6" name="Rectangle 130">
              <a:extLst>
                <a:ext uri="{FF2B5EF4-FFF2-40B4-BE49-F238E27FC236}">
                  <a16:creationId xmlns:a16="http://schemas.microsoft.com/office/drawing/2014/main" id="{4AA5429D-F727-884E-96D1-EA63944E5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07" name="Group 131">
              <a:extLst>
                <a:ext uri="{FF2B5EF4-FFF2-40B4-BE49-F238E27FC236}">
                  <a16:creationId xmlns:a16="http://schemas.microsoft.com/office/drawing/2014/main" id="{9CE31B7B-945E-6B44-B446-849D24418C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2" name="AutoShape 132">
                <a:extLst>
                  <a:ext uri="{FF2B5EF4-FFF2-40B4-BE49-F238E27FC236}">
                    <a16:creationId xmlns:a16="http://schemas.microsoft.com/office/drawing/2014/main" id="{FA2F0F31-D516-1C43-8236-266B26AEF7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3" name="AutoShape 133">
                <a:extLst>
                  <a:ext uri="{FF2B5EF4-FFF2-40B4-BE49-F238E27FC236}">
                    <a16:creationId xmlns:a16="http://schemas.microsoft.com/office/drawing/2014/main" id="{6EC2A0FB-C35E-CF41-B938-33BF0264E1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08" name="Rectangle 134">
              <a:extLst>
                <a:ext uri="{FF2B5EF4-FFF2-40B4-BE49-F238E27FC236}">
                  <a16:creationId xmlns:a16="http://schemas.microsoft.com/office/drawing/2014/main" id="{9298A98E-EDE0-4B4A-9352-BE6FAE720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09" name="Group 135">
              <a:extLst>
                <a:ext uri="{FF2B5EF4-FFF2-40B4-BE49-F238E27FC236}">
                  <a16:creationId xmlns:a16="http://schemas.microsoft.com/office/drawing/2014/main" id="{C311DEB1-8226-3E48-8DA5-613E18CFA3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0" name="AutoShape 136">
                <a:extLst>
                  <a:ext uri="{FF2B5EF4-FFF2-40B4-BE49-F238E27FC236}">
                    <a16:creationId xmlns:a16="http://schemas.microsoft.com/office/drawing/2014/main" id="{E45D0285-F719-874E-AD50-E3F288277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1" name="AutoShape 137">
                <a:extLst>
                  <a:ext uri="{FF2B5EF4-FFF2-40B4-BE49-F238E27FC236}">
                    <a16:creationId xmlns:a16="http://schemas.microsoft.com/office/drawing/2014/main" id="{BE16FE12-6196-EF46-A169-0C2675EA5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10" name="Rectangle 138">
              <a:extLst>
                <a:ext uri="{FF2B5EF4-FFF2-40B4-BE49-F238E27FC236}">
                  <a16:creationId xmlns:a16="http://schemas.microsoft.com/office/drawing/2014/main" id="{A7531C2D-AF11-3642-9C87-3B93BEDD6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1" name="Rectangle 139">
              <a:extLst>
                <a:ext uri="{FF2B5EF4-FFF2-40B4-BE49-F238E27FC236}">
                  <a16:creationId xmlns:a16="http://schemas.microsoft.com/office/drawing/2014/main" id="{06C1B7AC-1454-714B-A50F-7F9B42D77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12" name="Group 140">
              <a:extLst>
                <a:ext uri="{FF2B5EF4-FFF2-40B4-BE49-F238E27FC236}">
                  <a16:creationId xmlns:a16="http://schemas.microsoft.com/office/drawing/2014/main" id="{86C62EBF-E65E-4D4B-884D-BA39C6A8B2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28" name="AutoShape 141">
                <a:extLst>
                  <a:ext uri="{FF2B5EF4-FFF2-40B4-BE49-F238E27FC236}">
                    <a16:creationId xmlns:a16="http://schemas.microsoft.com/office/drawing/2014/main" id="{A3E87978-B7EB-E644-B3A8-D8FDCF7E8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9" name="AutoShape 142">
                <a:extLst>
                  <a:ext uri="{FF2B5EF4-FFF2-40B4-BE49-F238E27FC236}">
                    <a16:creationId xmlns:a16="http://schemas.microsoft.com/office/drawing/2014/main" id="{91E0D4CD-2CBB-DD47-8147-BE3E03C96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13" name="Freeform 143">
              <a:extLst>
                <a:ext uri="{FF2B5EF4-FFF2-40B4-BE49-F238E27FC236}">
                  <a16:creationId xmlns:a16="http://schemas.microsoft.com/office/drawing/2014/main" id="{0D682965-15A3-3541-A789-479A47800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14" name="Group 144">
              <a:extLst>
                <a:ext uri="{FF2B5EF4-FFF2-40B4-BE49-F238E27FC236}">
                  <a16:creationId xmlns:a16="http://schemas.microsoft.com/office/drawing/2014/main" id="{0C8D690A-21E1-4146-83A5-7245CAEA8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26" name="AutoShape 145">
                <a:extLst>
                  <a:ext uri="{FF2B5EF4-FFF2-40B4-BE49-F238E27FC236}">
                    <a16:creationId xmlns:a16="http://schemas.microsoft.com/office/drawing/2014/main" id="{7C15E592-E347-A846-AC9F-C18905A61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7" name="AutoShape 146">
                <a:extLst>
                  <a:ext uri="{FF2B5EF4-FFF2-40B4-BE49-F238E27FC236}">
                    <a16:creationId xmlns:a16="http://schemas.microsoft.com/office/drawing/2014/main" id="{3D0AF765-217C-594C-B21E-869B0884A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15" name="Rectangle 147">
              <a:extLst>
                <a:ext uri="{FF2B5EF4-FFF2-40B4-BE49-F238E27FC236}">
                  <a16:creationId xmlns:a16="http://schemas.microsoft.com/office/drawing/2014/main" id="{4C635A33-8E8F-7D44-92DB-F6F09BFD8C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6" name="Freeform 148">
              <a:extLst>
                <a:ext uri="{FF2B5EF4-FFF2-40B4-BE49-F238E27FC236}">
                  <a16:creationId xmlns:a16="http://schemas.microsoft.com/office/drawing/2014/main" id="{4B503159-D00F-C640-B18B-72CCC4B30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7" name="Freeform 149">
              <a:extLst>
                <a:ext uri="{FF2B5EF4-FFF2-40B4-BE49-F238E27FC236}">
                  <a16:creationId xmlns:a16="http://schemas.microsoft.com/office/drawing/2014/main" id="{83A278D9-086C-BE47-BA0D-A1CB49B9D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8" name="Oval 150">
              <a:extLst>
                <a:ext uri="{FF2B5EF4-FFF2-40B4-BE49-F238E27FC236}">
                  <a16:creationId xmlns:a16="http://schemas.microsoft.com/office/drawing/2014/main" id="{71B59C46-33D8-EC4A-A0CA-4AF6B7EE7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9" name="Freeform 151">
              <a:extLst>
                <a:ext uri="{FF2B5EF4-FFF2-40B4-BE49-F238E27FC236}">
                  <a16:creationId xmlns:a16="http://schemas.microsoft.com/office/drawing/2014/main" id="{3C577FAB-12B4-CA48-B90D-D923F7168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0" name="AutoShape 152">
              <a:extLst>
                <a:ext uri="{FF2B5EF4-FFF2-40B4-BE49-F238E27FC236}">
                  <a16:creationId xmlns:a16="http://schemas.microsoft.com/office/drawing/2014/main" id="{0744BC6B-A26A-7E49-A677-B90EDB08F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1" name="AutoShape 153">
              <a:extLst>
                <a:ext uri="{FF2B5EF4-FFF2-40B4-BE49-F238E27FC236}">
                  <a16:creationId xmlns:a16="http://schemas.microsoft.com/office/drawing/2014/main" id="{574AC8BD-9D1C-FB42-BD21-1A786B862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2" name="Oval 154">
              <a:extLst>
                <a:ext uri="{FF2B5EF4-FFF2-40B4-BE49-F238E27FC236}">
                  <a16:creationId xmlns:a16="http://schemas.microsoft.com/office/drawing/2014/main" id="{5AFE8D2C-0569-3047-AB73-8A9B37AF1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3" name="Oval 155">
              <a:extLst>
                <a:ext uri="{FF2B5EF4-FFF2-40B4-BE49-F238E27FC236}">
                  <a16:creationId xmlns:a16="http://schemas.microsoft.com/office/drawing/2014/main" id="{83B0123B-44CF-B845-B272-496DEB238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Oval 156">
              <a:extLst>
                <a:ext uri="{FF2B5EF4-FFF2-40B4-BE49-F238E27FC236}">
                  <a16:creationId xmlns:a16="http://schemas.microsoft.com/office/drawing/2014/main" id="{FF7ABF78-07FF-FD40-9233-2EC92E7CB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5" name="Rectangle 157">
              <a:extLst>
                <a:ext uri="{FF2B5EF4-FFF2-40B4-BE49-F238E27FC236}">
                  <a16:creationId xmlns:a16="http://schemas.microsoft.com/office/drawing/2014/main" id="{D41F5C27-E8BB-6440-8D30-59C3961E0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34" name="Group 158">
            <a:extLst>
              <a:ext uri="{FF2B5EF4-FFF2-40B4-BE49-F238E27FC236}">
                <a16:creationId xmlns:a16="http://schemas.microsoft.com/office/drawing/2014/main" id="{AEB56919-E56B-7E4E-A7D7-98A288C3B252}"/>
              </a:ext>
            </a:extLst>
          </p:cNvPr>
          <p:cNvGrpSpPr>
            <a:grpSpLocks/>
          </p:cNvGrpSpPr>
          <p:nvPr/>
        </p:nvGrpSpPr>
        <p:grpSpPr bwMode="auto">
          <a:xfrm>
            <a:off x="7406677" y="3015343"/>
            <a:ext cx="390525" cy="641350"/>
            <a:chOff x="4140" y="429"/>
            <a:chExt cx="1425" cy="2396"/>
          </a:xfrm>
        </p:grpSpPr>
        <p:sp>
          <p:nvSpPr>
            <p:cNvPr id="235" name="Freeform 159">
              <a:extLst>
                <a:ext uri="{FF2B5EF4-FFF2-40B4-BE49-F238E27FC236}">
                  <a16:creationId xmlns:a16="http://schemas.microsoft.com/office/drawing/2014/main" id="{86964676-09BA-2F4D-8E07-76EACFD1A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6" name="Rectangle 160">
              <a:extLst>
                <a:ext uri="{FF2B5EF4-FFF2-40B4-BE49-F238E27FC236}">
                  <a16:creationId xmlns:a16="http://schemas.microsoft.com/office/drawing/2014/main" id="{FFAAD933-7081-1940-82D8-3553DCB08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7" name="Freeform 161">
              <a:extLst>
                <a:ext uri="{FF2B5EF4-FFF2-40B4-BE49-F238E27FC236}">
                  <a16:creationId xmlns:a16="http://schemas.microsoft.com/office/drawing/2014/main" id="{D61BDCB9-8C30-1C44-A8F2-0EC386728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8" name="Freeform 162">
              <a:extLst>
                <a:ext uri="{FF2B5EF4-FFF2-40B4-BE49-F238E27FC236}">
                  <a16:creationId xmlns:a16="http://schemas.microsoft.com/office/drawing/2014/main" id="{3E122E01-84B9-6E48-861A-BEEBD7F67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9" name="Rectangle 163">
              <a:extLst>
                <a:ext uri="{FF2B5EF4-FFF2-40B4-BE49-F238E27FC236}">
                  <a16:creationId xmlns:a16="http://schemas.microsoft.com/office/drawing/2014/main" id="{3AD89C6E-5869-C84E-94DF-DD5388863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0" name="Group 164">
              <a:extLst>
                <a:ext uri="{FF2B5EF4-FFF2-40B4-BE49-F238E27FC236}">
                  <a16:creationId xmlns:a16="http://schemas.microsoft.com/office/drawing/2014/main" id="{919F3CC7-4090-E54D-9BA9-E092A8C810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5" name="AutoShape 165">
                <a:extLst>
                  <a:ext uri="{FF2B5EF4-FFF2-40B4-BE49-F238E27FC236}">
                    <a16:creationId xmlns:a16="http://schemas.microsoft.com/office/drawing/2014/main" id="{EAE6002E-6A1D-0B48-BA81-7D9DEC704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66" name="AutoShape 166">
                <a:extLst>
                  <a:ext uri="{FF2B5EF4-FFF2-40B4-BE49-F238E27FC236}">
                    <a16:creationId xmlns:a16="http://schemas.microsoft.com/office/drawing/2014/main" id="{CAA5444A-9857-9149-867E-5562C085E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41" name="Rectangle 167">
              <a:extLst>
                <a:ext uri="{FF2B5EF4-FFF2-40B4-BE49-F238E27FC236}">
                  <a16:creationId xmlns:a16="http://schemas.microsoft.com/office/drawing/2014/main" id="{93E34643-2646-D44C-9D6D-91A5B1C18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2" name="Group 168">
              <a:extLst>
                <a:ext uri="{FF2B5EF4-FFF2-40B4-BE49-F238E27FC236}">
                  <a16:creationId xmlns:a16="http://schemas.microsoft.com/office/drawing/2014/main" id="{652E8D93-E5DE-A34F-9D29-89AB07D056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3" name="AutoShape 169">
                <a:extLst>
                  <a:ext uri="{FF2B5EF4-FFF2-40B4-BE49-F238E27FC236}">
                    <a16:creationId xmlns:a16="http://schemas.microsoft.com/office/drawing/2014/main" id="{AA26172B-FDFE-3D4E-9541-B9BC052C10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64" name="AutoShape 170">
                <a:extLst>
                  <a:ext uri="{FF2B5EF4-FFF2-40B4-BE49-F238E27FC236}">
                    <a16:creationId xmlns:a16="http://schemas.microsoft.com/office/drawing/2014/main" id="{521BB6A8-6D33-7E40-B79B-A911E9D1C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43" name="Rectangle 171">
              <a:extLst>
                <a:ext uri="{FF2B5EF4-FFF2-40B4-BE49-F238E27FC236}">
                  <a16:creationId xmlns:a16="http://schemas.microsoft.com/office/drawing/2014/main" id="{FF73D9CC-AAAC-D341-85A2-89BC26B91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4" name="Rectangle 172">
              <a:extLst>
                <a:ext uri="{FF2B5EF4-FFF2-40B4-BE49-F238E27FC236}">
                  <a16:creationId xmlns:a16="http://schemas.microsoft.com/office/drawing/2014/main" id="{B810EEDB-015F-FD45-9174-E980EC5FA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5" name="Group 173">
              <a:extLst>
                <a:ext uri="{FF2B5EF4-FFF2-40B4-BE49-F238E27FC236}">
                  <a16:creationId xmlns:a16="http://schemas.microsoft.com/office/drawing/2014/main" id="{2E72AE40-DCC2-4948-AD2E-564A2B8A82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1" name="AutoShape 174">
                <a:extLst>
                  <a:ext uri="{FF2B5EF4-FFF2-40B4-BE49-F238E27FC236}">
                    <a16:creationId xmlns:a16="http://schemas.microsoft.com/office/drawing/2014/main" id="{D9D1958B-0DAA-074E-A39D-ABDA1EA5B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62" name="AutoShape 175">
                <a:extLst>
                  <a:ext uri="{FF2B5EF4-FFF2-40B4-BE49-F238E27FC236}">
                    <a16:creationId xmlns:a16="http://schemas.microsoft.com/office/drawing/2014/main" id="{8EFD2DEF-75B3-4B4C-BB17-5FDA1DFD91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46" name="Freeform 176">
              <a:extLst>
                <a:ext uri="{FF2B5EF4-FFF2-40B4-BE49-F238E27FC236}">
                  <a16:creationId xmlns:a16="http://schemas.microsoft.com/office/drawing/2014/main" id="{A52917D9-2F4F-8A4E-A096-B778F3B97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7" name="Group 177">
              <a:extLst>
                <a:ext uri="{FF2B5EF4-FFF2-40B4-BE49-F238E27FC236}">
                  <a16:creationId xmlns:a16="http://schemas.microsoft.com/office/drawing/2014/main" id="{8476C934-1025-054C-BF2F-A686380677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9" name="AutoShape 178">
                <a:extLst>
                  <a:ext uri="{FF2B5EF4-FFF2-40B4-BE49-F238E27FC236}">
                    <a16:creationId xmlns:a16="http://schemas.microsoft.com/office/drawing/2014/main" id="{8DF96225-9AB2-AB48-9090-A03A165D9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60" name="AutoShape 179">
                <a:extLst>
                  <a:ext uri="{FF2B5EF4-FFF2-40B4-BE49-F238E27FC236}">
                    <a16:creationId xmlns:a16="http://schemas.microsoft.com/office/drawing/2014/main" id="{B48F8DCA-7FC5-4D49-89FD-957B14175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48" name="Rectangle 180">
              <a:extLst>
                <a:ext uri="{FF2B5EF4-FFF2-40B4-BE49-F238E27FC236}">
                  <a16:creationId xmlns:a16="http://schemas.microsoft.com/office/drawing/2014/main" id="{82DD01ED-CC62-8E44-B4AF-5AB162B45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Freeform 181">
              <a:extLst>
                <a:ext uri="{FF2B5EF4-FFF2-40B4-BE49-F238E27FC236}">
                  <a16:creationId xmlns:a16="http://schemas.microsoft.com/office/drawing/2014/main" id="{02E0A0DA-75BD-A54E-BFBE-1053BAA47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0" name="Freeform 182">
              <a:extLst>
                <a:ext uri="{FF2B5EF4-FFF2-40B4-BE49-F238E27FC236}">
                  <a16:creationId xmlns:a16="http://schemas.microsoft.com/office/drawing/2014/main" id="{553CF65B-1E90-FF47-BBE8-B5344DE42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1" name="Oval 183">
              <a:extLst>
                <a:ext uri="{FF2B5EF4-FFF2-40B4-BE49-F238E27FC236}">
                  <a16:creationId xmlns:a16="http://schemas.microsoft.com/office/drawing/2014/main" id="{1CFB15AC-59D4-2B42-9567-80D6F30EC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2" name="Freeform 184">
              <a:extLst>
                <a:ext uri="{FF2B5EF4-FFF2-40B4-BE49-F238E27FC236}">
                  <a16:creationId xmlns:a16="http://schemas.microsoft.com/office/drawing/2014/main" id="{377D0A48-37B0-984B-9D70-F4CA7EE8A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3" name="AutoShape 185">
              <a:extLst>
                <a:ext uri="{FF2B5EF4-FFF2-40B4-BE49-F238E27FC236}">
                  <a16:creationId xmlns:a16="http://schemas.microsoft.com/office/drawing/2014/main" id="{1DF08F1A-8088-4349-B9B6-80E5278DD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4" name="AutoShape 186">
              <a:extLst>
                <a:ext uri="{FF2B5EF4-FFF2-40B4-BE49-F238E27FC236}">
                  <a16:creationId xmlns:a16="http://schemas.microsoft.com/office/drawing/2014/main" id="{AB1FF07F-165E-5C42-A46F-20C492B2A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5" name="Oval 187">
              <a:extLst>
                <a:ext uri="{FF2B5EF4-FFF2-40B4-BE49-F238E27FC236}">
                  <a16:creationId xmlns:a16="http://schemas.microsoft.com/office/drawing/2014/main" id="{246533F9-312A-7949-B6A5-04845D405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6" name="Oval 188">
              <a:extLst>
                <a:ext uri="{FF2B5EF4-FFF2-40B4-BE49-F238E27FC236}">
                  <a16:creationId xmlns:a16="http://schemas.microsoft.com/office/drawing/2014/main" id="{97B4BE6D-9A58-6C4D-98DB-90F92956E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57" name="Oval 189">
              <a:extLst>
                <a:ext uri="{FF2B5EF4-FFF2-40B4-BE49-F238E27FC236}">
                  <a16:creationId xmlns:a16="http://schemas.microsoft.com/office/drawing/2014/main" id="{B4E35ECA-82AF-A74F-9E87-BC1C1318F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8" name="Rectangle 190">
              <a:extLst>
                <a:ext uri="{FF2B5EF4-FFF2-40B4-BE49-F238E27FC236}">
                  <a16:creationId xmlns:a16="http://schemas.microsoft.com/office/drawing/2014/main" id="{32338498-7D1E-F249-A1B6-782EAA13A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67" name="Group 224">
            <a:extLst>
              <a:ext uri="{FF2B5EF4-FFF2-40B4-BE49-F238E27FC236}">
                <a16:creationId xmlns:a16="http://schemas.microsoft.com/office/drawing/2014/main" id="{3B18C9CF-4DB3-9A45-9F2E-A9E7637C3843}"/>
              </a:ext>
            </a:extLst>
          </p:cNvPr>
          <p:cNvGrpSpPr>
            <a:grpSpLocks/>
          </p:cNvGrpSpPr>
          <p:nvPr/>
        </p:nvGrpSpPr>
        <p:grpSpPr bwMode="auto">
          <a:xfrm>
            <a:off x="8560790" y="1753280"/>
            <a:ext cx="390525" cy="641350"/>
            <a:chOff x="4140" y="429"/>
            <a:chExt cx="1425" cy="2396"/>
          </a:xfrm>
        </p:grpSpPr>
        <p:sp>
          <p:nvSpPr>
            <p:cNvPr id="268" name="Freeform 225">
              <a:extLst>
                <a:ext uri="{FF2B5EF4-FFF2-40B4-BE49-F238E27FC236}">
                  <a16:creationId xmlns:a16="http://schemas.microsoft.com/office/drawing/2014/main" id="{8DE393E4-949F-5A47-87BC-37206D62F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9" name="Rectangle 226">
              <a:extLst>
                <a:ext uri="{FF2B5EF4-FFF2-40B4-BE49-F238E27FC236}">
                  <a16:creationId xmlns:a16="http://schemas.microsoft.com/office/drawing/2014/main" id="{45AACD86-831C-7245-8042-0EAB26DDB8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0" name="Freeform 227">
              <a:extLst>
                <a:ext uri="{FF2B5EF4-FFF2-40B4-BE49-F238E27FC236}">
                  <a16:creationId xmlns:a16="http://schemas.microsoft.com/office/drawing/2014/main" id="{641EE52D-59FB-874A-8BE7-992D8AB38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1" name="Freeform 228">
              <a:extLst>
                <a:ext uri="{FF2B5EF4-FFF2-40B4-BE49-F238E27FC236}">
                  <a16:creationId xmlns:a16="http://schemas.microsoft.com/office/drawing/2014/main" id="{745C23B7-E3E7-3244-8E92-2A519BCE4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2" name="Rectangle 229">
              <a:extLst>
                <a:ext uri="{FF2B5EF4-FFF2-40B4-BE49-F238E27FC236}">
                  <a16:creationId xmlns:a16="http://schemas.microsoft.com/office/drawing/2014/main" id="{53F1BA0D-FC18-8F40-B02C-5E5456D41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73" name="Group 230">
              <a:extLst>
                <a:ext uri="{FF2B5EF4-FFF2-40B4-BE49-F238E27FC236}">
                  <a16:creationId xmlns:a16="http://schemas.microsoft.com/office/drawing/2014/main" id="{3BF69572-674D-F94F-AF3E-6360341D09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98" name="AutoShape 231">
                <a:extLst>
                  <a:ext uri="{FF2B5EF4-FFF2-40B4-BE49-F238E27FC236}">
                    <a16:creationId xmlns:a16="http://schemas.microsoft.com/office/drawing/2014/main" id="{7A3AB9B6-ED54-E640-B88B-6349E66AE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9" name="AutoShape 232">
                <a:extLst>
                  <a:ext uri="{FF2B5EF4-FFF2-40B4-BE49-F238E27FC236}">
                    <a16:creationId xmlns:a16="http://schemas.microsoft.com/office/drawing/2014/main" id="{41885595-164B-5A49-B50B-F202B13B9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4" name="Rectangle 233">
              <a:extLst>
                <a:ext uri="{FF2B5EF4-FFF2-40B4-BE49-F238E27FC236}">
                  <a16:creationId xmlns:a16="http://schemas.microsoft.com/office/drawing/2014/main" id="{1DC47301-CD25-F742-824D-B95A7C78B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75" name="Group 234">
              <a:extLst>
                <a:ext uri="{FF2B5EF4-FFF2-40B4-BE49-F238E27FC236}">
                  <a16:creationId xmlns:a16="http://schemas.microsoft.com/office/drawing/2014/main" id="{ABA534FC-B51E-B545-893B-AA2D360102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96" name="AutoShape 235">
                <a:extLst>
                  <a:ext uri="{FF2B5EF4-FFF2-40B4-BE49-F238E27FC236}">
                    <a16:creationId xmlns:a16="http://schemas.microsoft.com/office/drawing/2014/main" id="{BF3259EE-323A-7B46-BA99-522FF8969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7" name="AutoShape 236">
                <a:extLst>
                  <a:ext uri="{FF2B5EF4-FFF2-40B4-BE49-F238E27FC236}">
                    <a16:creationId xmlns:a16="http://schemas.microsoft.com/office/drawing/2014/main" id="{773E2C4B-E371-8849-89F1-CB3467DA2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6" name="Rectangle 237">
              <a:extLst>
                <a:ext uri="{FF2B5EF4-FFF2-40B4-BE49-F238E27FC236}">
                  <a16:creationId xmlns:a16="http://schemas.microsoft.com/office/drawing/2014/main" id="{65673162-6BD4-FA45-AD7B-65DCCB503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7" name="Rectangle 238">
              <a:extLst>
                <a:ext uri="{FF2B5EF4-FFF2-40B4-BE49-F238E27FC236}">
                  <a16:creationId xmlns:a16="http://schemas.microsoft.com/office/drawing/2014/main" id="{EB910949-1BF1-2E43-B251-2F5F6D2BC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78" name="Group 239">
              <a:extLst>
                <a:ext uri="{FF2B5EF4-FFF2-40B4-BE49-F238E27FC236}">
                  <a16:creationId xmlns:a16="http://schemas.microsoft.com/office/drawing/2014/main" id="{4ABA0E07-42B3-1C4B-A798-B21B741191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94" name="AutoShape 240">
                <a:extLst>
                  <a:ext uri="{FF2B5EF4-FFF2-40B4-BE49-F238E27FC236}">
                    <a16:creationId xmlns:a16="http://schemas.microsoft.com/office/drawing/2014/main" id="{833C6885-DF73-A44C-AF35-71696A344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5" name="AutoShape 241">
                <a:extLst>
                  <a:ext uri="{FF2B5EF4-FFF2-40B4-BE49-F238E27FC236}">
                    <a16:creationId xmlns:a16="http://schemas.microsoft.com/office/drawing/2014/main" id="{00053469-6811-F146-9041-0E9ADB93C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9" name="Freeform 242">
              <a:extLst>
                <a:ext uri="{FF2B5EF4-FFF2-40B4-BE49-F238E27FC236}">
                  <a16:creationId xmlns:a16="http://schemas.microsoft.com/office/drawing/2014/main" id="{E93D621E-BD5E-4F41-B292-1FF1D9FD9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80" name="Group 243">
              <a:extLst>
                <a:ext uri="{FF2B5EF4-FFF2-40B4-BE49-F238E27FC236}">
                  <a16:creationId xmlns:a16="http://schemas.microsoft.com/office/drawing/2014/main" id="{D2A4152B-1063-5545-AFB4-C764C9E38D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92" name="AutoShape 244">
                <a:extLst>
                  <a:ext uri="{FF2B5EF4-FFF2-40B4-BE49-F238E27FC236}">
                    <a16:creationId xmlns:a16="http://schemas.microsoft.com/office/drawing/2014/main" id="{91B44A19-99F5-3246-B452-E6974C388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3" name="AutoShape 245">
                <a:extLst>
                  <a:ext uri="{FF2B5EF4-FFF2-40B4-BE49-F238E27FC236}">
                    <a16:creationId xmlns:a16="http://schemas.microsoft.com/office/drawing/2014/main" id="{CE7C0896-4736-8044-B538-F09471477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81" name="Rectangle 246">
              <a:extLst>
                <a:ext uri="{FF2B5EF4-FFF2-40B4-BE49-F238E27FC236}">
                  <a16:creationId xmlns:a16="http://schemas.microsoft.com/office/drawing/2014/main" id="{1D6C13B5-BF0F-554A-9CE4-3F075F937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2" name="Freeform 247">
              <a:extLst>
                <a:ext uri="{FF2B5EF4-FFF2-40B4-BE49-F238E27FC236}">
                  <a16:creationId xmlns:a16="http://schemas.microsoft.com/office/drawing/2014/main" id="{0F3FBF0A-EAF4-094D-A874-245423181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3" name="Freeform 248">
              <a:extLst>
                <a:ext uri="{FF2B5EF4-FFF2-40B4-BE49-F238E27FC236}">
                  <a16:creationId xmlns:a16="http://schemas.microsoft.com/office/drawing/2014/main" id="{EC002925-BD09-784A-9BB4-2AD299FA2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4" name="Oval 249">
              <a:extLst>
                <a:ext uri="{FF2B5EF4-FFF2-40B4-BE49-F238E27FC236}">
                  <a16:creationId xmlns:a16="http://schemas.microsoft.com/office/drawing/2014/main" id="{21E73907-A81B-E540-A734-D855A8052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5" name="Freeform 250">
              <a:extLst>
                <a:ext uri="{FF2B5EF4-FFF2-40B4-BE49-F238E27FC236}">
                  <a16:creationId xmlns:a16="http://schemas.microsoft.com/office/drawing/2014/main" id="{7B38A468-42E7-2245-BA7B-6136A4486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6" name="AutoShape 251">
              <a:extLst>
                <a:ext uri="{FF2B5EF4-FFF2-40B4-BE49-F238E27FC236}">
                  <a16:creationId xmlns:a16="http://schemas.microsoft.com/office/drawing/2014/main" id="{F798831B-76D3-634B-A1D7-73487DB6F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7" name="AutoShape 252">
              <a:extLst>
                <a:ext uri="{FF2B5EF4-FFF2-40B4-BE49-F238E27FC236}">
                  <a16:creationId xmlns:a16="http://schemas.microsoft.com/office/drawing/2014/main" id="{93B2ADD1-628A-5B4D-960D-449954DF9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8" name="Oval 253">
              <a:extLst>
                <a:ext uri="{FF2B5EF4-FFF2-40B4-BE49-F238E27FC236}">
                  <a16:creationId xmlns:a16="http://schemas.microsoft.com/office/drawing/2014/main" id="{359740D7-3452-8745-AD4F-78F1EAE69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9" name="Oval 254">
              <a:extLst>
                <a:ext uri="{FF2B5EF4-FFF2-40B4-BE49-F238E27FC236}">
                  <a16:creationId xmlns:a16="http://schemas.microsoft.com/office/drawing/2014/main" id="{6953048C-3B45-C945-95BD-05D0D95F9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90" name="Oval 255">
              <a:extLst>
                <a:ext uri="{FF2B5EF4-FFF2-40B4-BE49-F238E27FC236}">
                  <a16:creationId xmlns:a16="http://schemas.microsoft.com/office/drawing/2014/main" id="{FCF3244C-B9E8-DF49-A3D0-C0D2140BA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1" name="Rectangle 256">
              <a:extLst>
                <a:ext uri="{FF2B5EF4-FFF2-40B4-BE49-F238E27FC236}">
                  <a16:creationId xmlns:a16="http://schemas.microsoft.com/office/drawing/2014/main" id="{66CCCCC0-CA45-934C-8FFC-B89439DE40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00" name="Group 257">
            <a:extLst>
              <a:ext uri="{FF2B5EF4-FFF2-40B4-BE49-F238E27FC236}">
                <a16:creationId xmlns:a16="http://schemas.microsoft.com/office/drawing/2014/main" id="{6D88D42C-B784-1546-97B0-1AA7D6A27EC3}"/>
              </a:ext>
            </a:extLst>
          </p:cNvPr>
          <p:cNvGrpSpPr>
            <a:grpSpLocks/>
          </p:cNvGrpSpPr>
          <p:nvPr/>
        </p:nvGrpSpPr>
        <p:grpSpPr bwMode="auto">
          <a:xfrm>
            <a:off x="9376765" y="3005818"/>
            <a:ext cx="390525" cy="641350"/>
            <a:chOff x="4140" y="429"/>
            <a:chExt cx="1425" cy="2396"/>
          </a:xfrm>
        </p:grpSpPr>
        <p:sp>
          <p:nvSpPr>
            <p:cNvPr id="301" name="Freeform 258">
              <a:extLst>
                <a:ext uri="{FF2B5EF4-FFF2-40B4-BE49-F238E27FC236}">
                  <a16:creationId xmlns:a16="http://schemas.microsoft.com/office/drawing/2014/main" id="{702EC307-F8E6-434D-B445-B2F47A942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2" name="Rectangle 259">
              <a:extLst>
                <a:ext uri="{FF2B5EF4-FFF2-40B4-BE49-F238E27FC236}">
                  <a16:creationId xmlns:a16="http://schemas.microsoft.com/office/drawing/2014/main" id="{07437252-B53D-9D40-813F-304E5CD00E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3" name="Freeform 260">
              <a:extLst>
                <a:ext uri="{FF2B5EF4-FFF2-40B4-BE49-F238E27FC236}">
                  <a16:creationId xmlns:a16="http://schemas.microsoft.com/office/drawing/2014/main" id="{EC373583-A9BD-FC4E-A47E-4602AA39D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4" name="Freeform 261">
              <a:extLst>
                <a:ext uri="{FF2B5EF4-FFF2-40B4-BE49-F238E27FC236}">
                  <a16:creationId xmlns:a16="http://schemas.microsoft.com/office/drawing/2014/main" id="{D1E0B0A0-C834-9D4D-9DDD-D4222C181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5" name="Rectangle 262">
              <a:extLst>
                <a:ext uri="{FF2B5EF4-FFF2-40B4-BE49-F238E27FC236}">
                  <a16:creationId xmlns:a16="http://schemas.microsoft.com/office/drawing/2014/main" id="{B2DA4C56-6E4F-4F46-A99C-698FAADDB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6" name="Group 263">
              <a:extLst>
                <a:ext uri="{FF2B5EF4-FFF2-40B4-BE49-F238E27FC236}">
                  <a16:creationId xmlns:a16="http://schemas.microsoft.com/office/drawing/2014/main" id="{0476FEFE-2DC6-2148-99D9-A5C054B12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31" name="AutoShape 264">
                <a:extLst>
                  <a:ext uri="{FF2B5EF4-FFF2-40B4-BE49-F238E27FC236}">
                    <a16:creationId xmlns:a16="http://schemas.microsoft.com/office/drawing/2014/main" id="{81145D7E-D3D7-0D4C-A411-943EBD5AA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2" name="AutoShape 265">
                <a:extLst>
                  <a:ext uri="{FF2B5EF4-FFF2-40B4-BE49-F238E27FC236}">
                    <a16:creationId xmlns:a16="http://schemas.microsoft.com/office/drawing/2014/main" id="{67891F44-03D3-CF47-86FB-FB0C31AF65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7" name="Rectangle 266">
              <a:extLst>
                <a:ext uri="{FF2B5EF4-FFF2-40B4-BE49-F238E27FC236}">
                  <a16:creationId xmlns:a16="http://schemas.microsoft.com/office/drawing/2014/main" id="{1D029B33-0C7B-864F-B801-978A4B8FD5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8" name="Group 267">
              <a:extLst>
                <a:ext uri="{FF2B5EF4-FFF2-40B4-BE49-F238E27FC236}">
                  <a16:creationId xmlns:a16="http://schemas.microsoft.com/office/drawing/2014/main" id="{8A3352FE-9285-9E4C-BF29-D635003DF9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9" name="AutoShape 268">
                <a:extLst>
                  <a:ext uri="{FF2B5EF4-FFF2-40B4-BE49-F238E27FC236}">
                    <a16:creationId xmlns:a16="http://schemas.microsoft.com/office/drawing/2014/main" id="{CC6637ED-E66A-004E-AE38-F32E55EC5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0" name="AutoShape 269">
                <a:extLst>
                  <a:ext uri="{FF2B5EF4-FFF2-40B4-BE49-F238E27FC236}">
                    <a16:creationId xmlns:a16="http://schemas.microsoft.com/office/drawing/2014/main" id="{99FAA76E-7386-FC45-ACF1-30D129724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9" name="Rectangle 270">
              <a:extLst>
                <a:ext uri="{FF2B5EF4-FFF2-40B4-BE49-F238E27FC236}">
                  <a16:creationId xmlns:a16="http://schemas.microsoft.com/office/drawing/2014/main" id="{AFCC8C61-44F6-2242-8855-E7238EE55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0" name="Rectangle 271">
              <a:extLst>
                <a:ext uri="{FF2B5EF4-FFF2-40B4-BE49-F238E27FC236}">
                  <a16:creationId xmlns:a16="http://schemas.microsoft.com/office/drawing/2014/main" id="{5F416F68-F5C3-E047-86DD-2B69313C98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11" name="Group 272">
              <a:extLst>
                <a:ext uri="{FF2B5EF4-FFF2-40B4-BE49-F238E27FC236}">
                  <a16:creationId xmlns:a16="http://schemas.microsoft.com/office/drawing/2014/main" id="{63D616E2-37F9-FA41-93A3-EC867A9C9D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27" name="AutoShape 273">
                <a:extLst>
                  <a:ext uri="{FF2B5EF4-FFF2-40B4-BE49-F238E27FC236}">
                    <a16:creationId xmlns:a16="http://schemas.microsoft.com/office/drawing/2014/main" id="{666D6CE3-43E0-B641-9B47-80DA04FB0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8" name="AutoShape 274">
                <a:extLst>
                  <a:ext uri="{FF2B5EF4-FFF2-40B4-BE49-F238E27FC236}">
                    <a16:creationId xmlns:a16="http://schemas.microsoft.com/office/drawing/2014/main" id="{D94D4D24-3A62-4346-A4B0-AF4901D56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12" name="Freeform 275">
              <a:extLst>
                <a:ext uri="{FF2B5EF4-FFF2-40B4-BE49-F238E27FC236}">
                  <a16:creationId xmlns:a16="http://schemas.microsoft.com/office/drawing/2014/main" id="{5502E20D-D3F9-1445-AE1A-C5A9B7BBB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13" name="Group 276">
              <a:extLst>
                <a:ext uri="{FF2B5EF4-FFF2-40B4-BE49-F238E27FC236}">
                  <a16:creationId xmlns:a16="http://schemas.microsoft.com/office/drawing/2014/main" id="{88289607-2CB3-6846-972E-267A38967E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25" name="AutoShape 277">
                <a:extLst>
                  <a:ext uri="{FF2B5EF4-FFF2-40B4-BE49-F238E27FC236}">
                    <a16:creationId xmlns:a16="http://schemas.microsoft.com/office/drawing/2014/main" id="{4D384432-D7DC-704B-9036-8E7B3A293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6" name="AutoShape 278">
                <a:extLst>
                  <a:ext uri="{FF2B5EF4-FFF2-40B4-BE49-F238E27FC236}">
                    <a16:creationId xmlns:a16="http://schemas.microsoft.com/office/drawing/2014/main" id="{D9C2A3A1-5244-A14A-8274-DFC1383E5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14" name="Rectangle 279">
              <a:extLst>
                <a:ext uri="{FF2B5EF4-FFF2-40B4-BE49-F238E27FC236}">
                  <a16:creationId xmlns:a16="http://schemas.microsoft.com/office/drawing/2014/main" id="{B1F8DD2B-C939-2C43-B20B-2B1AD74D4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5" name="Freeform 280">
              <a:extLst>
                <a:ext uri="{FF2B5EF4-FFF2-40B4-BE49-F238E27FC236}">
                  <a16:creationId xmlns:a16="http://schemas.microsoft.com/office/drawing/2014/main" id="{F16DC7B2-4515-5543-B12A-6165D6E2E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6" name="Freeform 281">
              <a:extLst>
                <a:ext uri="{FF2B5EF4-FFF2-40B4-BE49-F238E27FC236}">
                  <a16:creationId xmlns:a16="http://schemas.microsoft.com/office/drawing/2014/main" id="{004AE2FC-7231-E64A-BEBE-ADCA412A0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7" name="Oval 282">
              <a:extLst>
                <a:ext uri="{FF2B5EF4-FFF2-40B4-BE49-F238E27FC236}">
                  <a16:creationId xmlns:a16="http://schemas.microsoft.com/office/drawing/2014/main" id="{5A6BAD53-D0CF-DF42-803B-A591FE492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8" name="Freeform 283">
              <a:extLst>
                <a:ext uri="{FF2B5EF4-FFF2-40B4-BE49-F238E27FC236}">
                  <a16:creationId xmlns:a16="http://schemas.microsoft.com/office/drawing/2014/main" id="{37D6350E-473C-2F48-8443-85DB0303D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9" name="AutoShape 284">
              <a:extLst>
                <a:ext uri="{FF2B5EF4-FFF2-40B4-BE49-F238E27FC236}">
                  <a16:creationId xmlns:a16="http://schemas.microsoft.com/office/drawing/2014/main" id="{BC07E322-3708-CF4A-90EA-569EBA34D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0" name="AutoShape 285">
              <a:extLst>
                <a:ext uri="{FF2B5EF4-FFF2-40B4-BE49-F238E27FC236}">
                  <a16:creationId xmlns:a16="http://schemas.microsoft.com/office/drawing/2014/main" id="{13CC96E0-B269-1C41-8B8A-26D7B49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1" name="Oval 286">
              <a:extLst>
                <a:ext uri="{FF2B5EF4-FFF2-40B4-BE49-F238E27FC236}">
                  <a16:creationId xmlns:a16="http://schemas.microsoft.com/office/drawing/2014/main" id="{B778BB94-7A1A-2A49-A8EF-9BB086F52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2" name="Oval 287">
              <a:extLst>
                <a:ext uri="{FF2B5EF4-FFF2-40B4-BE49-F238E27FC236}">
                  <a16:creationId xmlns:a16="http://schemas.microsoft.com/office/drawing/2014/main" id="{F501B229-B7EF-6B41-9F50-357DBD633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23" name="Oval 288">
              <a:extLst>
                <a:ext uri="{FF2B5EF4-FFF2-40B4-BE49-F238E27FC236}">
                  <a16:creationId xmlns:a16="http://schemas.microsoft.com/office/drawing/2014/main" id="{B00DA42E-62A3-B349-A633-497D45856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4" name="Rectangle 289">
              <a:extLst>
                <a:ext uri="{FF2B5EF4-FFF2-40B4-BE49-F238E27FC236}">
                  <a16:creationId xmlns:a16="http://schemas.microsoft.com/office/drawing/2014/main" id="{238D91CD-38E8-4C4C-BE90-4508D42E5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68" name="Rectangle 67">
            <a:extLst>
              <a:ext uri="{FF2B5EF4-FFF2-40B4-BE49-F238E27FC236}">
                <a16:creationId xmlns:a16="http://schemas.microsoft.com/office/drawing/2014/main" id="{7033F479-89A5-0143-B345-2FFB1A7A7F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0552" y="2790656"/>
            <a:ext cx="3704869" cy="32418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Recursive query:</a:t>
            </a:r>
          </a:p>
          <a:p>
            <a:pPr marL="403225" marR="0" lvl="0" indent="-28892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puts burden of name resolution on contacted name server</a:t>
            </a:r>
          </a:p>
          <a:p>
            <a:pPr marL="403225" marR="0" lvl="0" indent="-28892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heavy load at upper levels of hierarchy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?</a:t>
            </a:r>
          </a:p>
        </p:txBody>
      </p:sp>
      <p:sp>
        <p:nvSpPr>
          <p:cNvPr id="167" name="Rectangle 67">
            <a:extLst>
              <a:ext uri="{FF2B5EF4-FFF2-40B4-BE49-F238E27FC236}">
                <a16:creationId xmlns:a16="http://schemas.microsoft.com/office/drawing/2014/main" id="{FC920AB6-C679-FB4D-8FB0-F8831E569238}"/>
              </a:ext>
            </a:extLst>
          </p:cNvPr>
          <p:cNvSpPr txBox="1">
            <a:spLocks noChangeArrowheads="1"/>
          </p:cNvSpPr>
          <p:nvPr/>
        </p:nvSpPr>
        <p:spPr>
          <a:xfrm>
            <a:off x="684201" y="1617338"/>
            <a:ext cx="5664200" cy="106113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Example: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host at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engineering.nyu.edu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wants IP address for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gaia.cs.umass.edu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9" name="Slide Number Placeholder 2">
            <a:extLst>
              <a:ext uri="{FF2B5EF4-FFF2-40B4-BE49-F238E27FC236}">
                <a16:creationId xmlns:a16="http://schemas.microsoft.com/office/drawing/2014/main" id="{A8961CBE-FE41-8D44-9128-97B15DEF4B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84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790247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3" grpId="0"/>
      <p:bldP spid="184" grpId="0"/>
      <p:bldP spid="185" grpId="0"/>
      <p:bldP spid="186" grpId="0"/>
      <p:bldP spid="187" grpId="0"/>
      <p:bldP spid="188" grpId="0"/>
      <p:bldP spid="190" grpId="0"/>
      <p:bldP spid="191" grpId="0"/>
      <p:bldP spid="168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5BCD84CA-8C33-1578-7538-23E553E9AB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6F0128EF-FE5F-C5CE-6097-751C8B7B496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 name resolution: recursive query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171" name="Text Box 5">
            <a:extLst>
              <a:ext uri="{FF2B5EF4-FFF2-40B4-BE49-F238E27FC236}">
                <a16:creationId xmlns:a16="http://schemas.microsoft.com/office/drawing/2014/main" id="{694D7848-664A-7EFF-3409-1C2660F075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88154" y="3848735"/>
            <a:ext cx="1816524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requesting host at</a:t>
            </a:r>
            <a:endParaRPr kumimoji="0" lang="en-US" alt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0" cap="none" spc="0" normalizeH="0" baseline="0" noProof="0" dirty="0" err="1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engineering.nyu.edu</a:t>
            </a:r>
            <a:endParaRPr kumimoji="0" lang="en-US" altLang="en-US" sz="1400" b="0" i="1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2" name="Text Box 6">
            <a:extLst>
              <a:ext uri="{FF2B5EF4-FFF2-40B4-BE49-F238E27FC236}">
                <a16:creationId xmlns:a16="http://schemas.microsoft.com/office/drawing/2014/main" id="{F99D3DF7-F47F-7CE8-71B1-AE8782E0C4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49161" y="4208147"/>
            <a:ext cx="18780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gaia.cs.umass.edu</a:t>
            </a:r>
            <a:endParaRPr kumimoji="0" lang="en-US" altLang="en-US" sz="1600" b="0" i="1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3" name="Text Box 17">
            <a:extLst>
              <a:ext uri="{FF2B5EF4-FFF2-40B4-BE49-F238E27FC236}">
                <a16:creationId xmlns:a16="http://schemas.microsoft.com/office/drawing/2014/main" id="{0216A939-51DC-1CC6-A118-696E99629A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8588" y="1322438"/>
            <a:ext cx="2011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root DNS server</a:t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4" name="Line 18">
            <a:extLst>
              <a:ext uri="{FF2B5EF4-FFF2-40B4-BE49-F238E27FC236}">
                <a16:creationId xmlns:a16="http://schemas.microsoft.com/office/drawing/2014/main" id="{B18C81A8-AA15-43B8-5573-D4D70134D12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04927" y="3275781"/>
            <a:ext cx="1196994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5" name="Line 19">
            <a:extLst>
              <a:ext uri="{FF2B5EF4-FFF2-40B4-BE49-F238E27FC236}">
                <a16:creationId xmlns:a16="http://schemas.microsoft.com/office/drawing/2014/main" id="{C1016E97-E52C-8FBA-A749-366BB577578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84477" y="2005693"/>
            <a:ext cx="914400" cy="9715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6" name="Line 20">
            <a:extLst>
              <a:ext uri="{FF2B5EF4-FFF2-40B4-BE49-F238E27FC236}">
                <a16:creationId xmlns:a16="http://schemas.microsoft.com/office/drawing/2014/main" id="{B73137F6-9C47-B289-7B32-4B7D04687EC9}"/>
              </a:ext>
            </a:extLst>
          </p:cNvPr>
          <p:cNvSpPr>
            <a:spLocks noChangeShapeType="1"/>
          </p:cNvSpPr>
          <p:nvPr/>
        </p:nvSpPr>
        <p:spPr bwMode="auto">
          <a:xfrm>
            <a:off x="9672062" y="3760198"/>
            <a:ext cx="2427" cy="702311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7" name="Line 21">
            <a:extLst>
              <a:ext uri="{FF2B5EF4-FFF2-40B4-BE49-F238E27FC236}">
                <a16:creationId xmlns:a16="http://schemas.microsoft.com/office/drawing/2014/main" id="{4C5B9DAD-C7BF-898C-AC5D-CFD5FCF56E9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9491701" y="3747010"/>
            <a:ext cx="2427" cy="734919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8" name="Line 22">
            <a:extLst>
              <a:ext uri="{FF2B5EF4-FFF2-40B4-BE49-F238E27FC236}">
                <a16:creationId xmlns:a16="http://schemas.microsoft.com/office/drawing/2014/main" id="{4D9C37A6-AFED-582E-5EF7-513D22F0F304}"/>
              </a:ext>
            </a:extLst>
          </p:cNvPr>
          <p:cNvSpPr>
            <a:spLocks noChangeShapeType="1"/>
          </p:cNvSpPr>
          <p:nvPr/>
        </p:nvSpPr>
        <p:spPr bwMode="auto">
          <a:xfrm>
            <a:off x="9038381" y="2075731"/>
            <a:ext cx="405154" cy="841218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9" name="Line 23">
            <a:extLst>
              <a:ext uri="{FF2B5EF4-FFF2-40B4-BE49-F238E27FC236}">
                <a16:creationId xmlns:a16="http://schemas.microsoft.com/office/drawing/2014/main" id="{88B84040-4910-BCE1-0E65-098118C89E8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97203" y="3439703"/>
            <a:ext cx="1319232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80" name="Group 24">
            <a:extLst>
              <a:ext uri="{FF2B5EF4-FFF2-40B4-BE49-F238E27FC236}">
                <a16:creationId xmlns:a16="http://schemas.microsoft.com/office/drawing/2014/main" id="{A9D22A14-48D3-1C91-66C7-3D71E3429E05}"/>
              </a:ext>
            </a:extLst>
          </p:cNvPr>
          <p:cNvGrpSpPr>
            <a:grpSpLocks/>
          </p:cNvGrpSpPr>
          <p:nvPr/>
        </p:nvGrpSpPr>
        <p:grpSpPr bwMode="auto">
          <a:xfrm>
            <a:off x="6374803" y="3847199"/>
            <a:ext cx="1876425" cy="554038"/>
            <a:chOff x="2838" y="2132"/>
            <a:chExt cx="1182" cy="349"/>
          </a:xfrm>
        </p:grpSpPr>
        <p:sp>
          <p:nvSpPr>
            <p:cNvPr id="181" name="Rectangle 25">
              <a:extLst>
                <a:ext uri="{FF2B5EF4-FFF2-40B4-BE49-F238E27FC236}">
                  <a16:creationId xmlns:a16="http://schemas.microsoft.com/office/drawing/2014/main" id="{38B41EF0-8BA2-E9A9-5F0A-71879F40F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178"/>
              <a:ext cx="1182" cy="3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2" name="Text Box 26">
              <a:extLst>
                <a:ext uri="{FF2B5EF4-FFF2-40B4-BE49-F238E27FC236}">
                  <a16:creationId xmlns:a16="http://schemas.microsoft.com/office/drawing/2014/main" id="{867BD7D2-146A-58D8-50A0-3A5FC36477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7" y="2132"/>
              <a:ext cx="1085" cy="3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local DNS server</a:t>
              </a:r>
              <a:endPara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dns</a:t>
              </a:r>
              <a:r>
                <a:rPr kumimoji="0" lang="en-US" alt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.</a:t>
              </a:r>
              <a:r>
                <a:rPr kumimoji="0" lang="en-US" altLang="en-US" sz="14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nyu</a:t>
              </a:r>
              <a:r>
                <a:rPr kumimoji="0" lang="en-US" alt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.</a:t>
              </a:r>
              <a:r>
                <a:rPr kumimoji="0" lang="en-US" altLang="en-US" sz="14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edu</a:t>
              </a:r>
              <a:endParaRPr kumimoji="0" lang="en-US" alt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83" name="Text Box 27">
            <a:extLst>
              <a:ext uri="{FF2B5EF4-FFF2-40B4-BE49-F238E27FC236}">
                <a16:creationId xmlns:a16="http://schemas.microsoft.com/office/drawing/2014/main" id="{B7282036-A584-5560-74BA-4BA33F6CD8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5191" y="288670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4" name="Text Box 28">
            <a:extLst>
              <a:ext uri="{FF2B5EF4-FFF2-40B4-BE49-F238E27FC236}">
                <a16:creationId xmlns:a16="http://schemas.microsoft.com/office/drawing/2014/main" id="{555E33F5-3C07-BF5E-7AD0-201CFFA3F0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24177" y="222318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5" name="Text Box 29">
            <a:extLst>
              <a:ext uri="{FF2B5EF4-FFF2-40B4-BE49-F238E27FC236}">
                <a16:creationId xmlns:a16="http://schemas.microsoft.com/office/drawing/2014/main" id="{0A76EF98-66F9-7A8A-D6F7-19C80D5B72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85965" y="2130702"/>
            <a:ext cx="119659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6" name="Text Box 30">
            <a:extLst>
              <a:ext uri="{FF2B5EF4-FFF2-40B4-BE49-F238E27FC236}">
                <a16:creationId xmlns:a16="http://schemas.microsoft.com/office/drawing/2014/main" id="{9E59699B-B0AF-8230-10F3-0EE2557A81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81511" y="3917024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4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7" name="Text Box 31">
            <a:extLst>
              <a:ext uri="{FF2B5EF4-FFF2-40B4-BE49-F238E27FC236}">
                <a16:creationId xmlns:a16="http://schemas.microsoft.com/office/drawing/2014/main" id="{6878F9DE-CAA9-84C2-27C5-7F4F526FD3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30827" y="3968637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8" name="Text Box 32">
            <a:extLst>
              <a:ext uri="{FF2B5EF4-FFF2-40B4-BE49-F238E27FC236}">
                <a16:creationId xmlns:a16="http://schemas.microsoft.com/office/drawing/2014/main" id="{4B174392-3D27-957C-81D9-73651929F4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4934" y="268526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6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9" name="Text Box 60">
            <a:extLst>
              <a:ext uri="{FF2B5EF4-FFF2-40B4-BE49-F238E27FC236}">
                <a16:creationId xmlns:a16="http://schemas.microsoft.com/office/drawing/2014/main" id="{72FF2D71-6F87-0FEF-42A9-7236108D69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6977" y="5214030"/>
            <a:ext cx="23971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authoritative DNS server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1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dns.cs.umass.edu</a:t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0" name="Text Box 61">
            <a:extLst>
              <a:ext uri="{FF2B5EF4-FFF2-40B4-BE49-F238E27FC236}">
                <a16:creationId xmlns:a16="http://schemas.microsoft.com/office/drawing/2014/main" id="{7045D831-8198-526C-B1AB-1B8B1DBCE5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22727" y="2626662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1" name="Text Box 62">
            <a:extLst>
              <a:ext uri="{FF2B5EF4-FFF2-40B4-BE49-F238E27FC236}">
                <a16:creationId xmlns:a16="http://schemas.microsoft.com/office/drawing/2014/main" id="{8E353B25-D0B7-0ACF-5880-2B6EDC58BC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5714" y="3470502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8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2" name="Line 63">
            <a:extLst>
              <a:ext uri="{FF2B5EF4-FFF2-40B4-BE49-F238E27FC236}">
                <a16:creationId xmlns:a16="http://schemas.microsoft.com/office/drawing/2014/main" id="{D04594C4-885A-588D-9DA9-00A06177B4E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981775" y="2427554"/>
            <a:ext cx="344289" cy="64545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3" name="Line 64">
            <a:extLst>
              <a:ext uri="{FF2B5EF4-FFF2-40B4-BE49-F238E27FC236}">
                <a16:creationId xmlns:a16="http://schemas.microsoft.com/office/drawing/2014/main" id="{B6C12580-A61B-82F2-B682-3D9F8A157F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92268" y="2275514"/>
            <a:ext cx="710991" cy="774754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4" name="Text Box 65">
            <a:extLst>
              <a:ext uri="{FF2B5EF4-FFF2-40B4-BE49-F238E27FC236}">
                <a16:creationId xmlns:a16="http://schemas.microsoft.com/office/drawing/2014/main" id="{216E6D0D-E299-2A85-BB25-603FFC374C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62504" y="2971557"/>
            <a:ext cx="2011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TLD DNS server</a:t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95" name="Group 86">
            <a:extLst>
              <a:ext uri="{FF2B5EF4-FFF2-40B4-BE49-F238E27FC236}">
                <a16:creationId xmlns:a16="http://schemas.microsoft.com/office/drawing/2014/main" id="{2BFBF498-EE9B-D2EF-2FC8-5F405EBE192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526900" y="4590027"/>
            <a:ext cx="787391" cy="614055"/>
            <a:chOff x="-44" y="1473"/>
            <a:chExt cx="981" cy="1105"/>
          </a:xfrm>
        </p:grpSpPr>
        <p:pic>
          <p:nvPicPr>
            <p:cNvPr id="196" name="Picture 87" descr="desktop_computer_stylized_medium">
              <a:extLst>
                <a:ext uri="{FF2B5EF4-FFF2-40B4-BE49-F238E27FC236}">
                  <a16:creationId xmlns:a16="http://schemas.microsoft.com/office/drawing/2014/main" id="{1446AD2F-FBD5-DB43-7737-4C170B5EA9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7" name="Freeform 88">
              <a:extLst>
                <a:ext uri="{FF2B5EF4-FFF2-40B4-BE49-F238E27FC236}">
                  <a16:creationId xmlns:a16="http://schemas.microsoft.com/office/drawing/2014/main" id="{DE5BF32B-9244-3EF5-E8FC-348232559CF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98" name="Group 89">
            <a:extLst>
              <a:ext uri="{FF2B5EF4-FFF2-40B4-BE49-F238E27FC236}">
                <a16:creationId xmlns:a16="http://schemas.microsoft.com/office/drawing/2014/main" id="{F0514E09-A122-C865-0E9D-A6F85F75E48F}"/>
              </a:ext>
            </a:extLst>
          </p:cNvPr>
          <p:cNvGrpSpPr>
            <a:grpSpLocks/>
          </p:cNvGrpSpPr>
          <p:nvPr/>
        </p:nvGrpSpPr>
        <p:grpSpPr bwMode="auto">
          <a:xfrm>
            <a:off x="5099109" y="3053085"/>
            <a:ext cx="883580" cy="766310"/>
            <a:chOff x="-44" y="1473"/>
            <a:chExt cx="981" cy="1105"/>
          </a:xfrm>
        </p:grpSpPr>
        <p:pic>
          <p:nvPicPr>
            <p:cNvPr id="199" name="Picture 90" descr="desktop_computer_stylized_medium">
              <a:extLst>
                <a:ext uri="{FF2B5EF4-FFF2-40B4-BE49-F238E27FC236}">
                  <a16:creationId xmlns:a16="http://schemas.microsoft.com/office/drawing/2014/main" id="{09161B1C-2E30-F752-9C22-F51B426667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0" name="Freeform 91">
              <a:extLst>
                <a:ext uri="{FF2B5EF4-FFF2-40B4-BE49-F238E27FC236}">
                  <a16:creationId xmlns:a16="http://schemas.microsoft.com/office/drawing/2014/main" id="{11D36276-F846-7653-19D5-7414E54A7D4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01" name="Group 125">
            <a:extLst>
              <a:ext uri="{FF2B5EF4-FFF2-40B4-BE49-F238E27FC236}">
                <a16:creationId xmlns:a16="http://schemas.microsoft.com/office/drawing/2014/main" id="{D394BE09-8547-AEE4-E24F-89BB74C16B39}"/>
              </a:ext>
            </a:extLst>
          </p:cNvPr>
          <p:cNvGrpSpPr>
            <a:grpSpLocks/>
          </p:cNvGrpSpPr>
          <p:nvPr/>
        </p:nvGrpSpPr>
        <p:grpSpPr bwMode="auto">
          <a:xfrm>
            <a:off x="9410102" y="4528230"/>
            <a:ext cx="390525" cy="641350"/>
            <a:chOff x="4140" y="429"/>
            <a:chExt cx="1425" cy="2396"/>
          </a:xfrm>
        </p:grpSpPr>
        <p:sp>
          <p:nvSpPr>
            <p:cNvPr id="202" name="Freeform 126">
              <a:extLst>
                <a:ext uri="{FF2B5EF4-FFF2-40B4-BE49-F238E27FC236}">
                  <a16:creationId xmlns:a16="http://schemas.microsoft.com/office/drawing/2014/main" id="{2516DDAB-6F54-B34F-E374-F9F3555FB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3" name="Rectangle 127">
              <a:extLst>
                <a:ext uri="{FF2B5EF4-FFF2-40B4-BE49-F238E27FC236}">
                  <a16:creationId xmlns:a16="http://schemas.microsoft.com/office/drawing/2014/main" id="{1BD5EA67-351D-CBEA-B787-D64C35782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4" name="Freeform 128">
              <a:extLst>
                <a:ext uri="{FF2B5EF4-FFF2-40B4-BE49-F238E27FC236}">
                  <a16:creationId xmlns:a16="http://schemas.microsoft.com/office/drawing/2014/main" id="{27CA7C63-51BB-ADCE-7BC4-EF6C7F8A9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5" name="Freeform 129">
              <a:extLst>
                <a:ext uri="{FF2B5EF4-FFF2-40B4-BE49-F238E27FC236}">
                  <a16:creationId xmlns:a16="http://schemas.microsoft.com/office/drawing/2014/main" id="{F4B92FFD-72D0-6564-25C1-52068A814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6" name="Rectangle 130">
              <a:extLst>
                <a:ext uri="{FF2B5EF4-FFF2-40B4-BE49-F238E27FC236}">
                  <a16:creationId xmlns:a16="http://schemas.microsoft.com/office/drawing/2014/main" id="{C66A0966-9E39-4439-CAA3-BCD0CDA79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07" name="Group 131">
              <a:extLst>
                <a:ext uri="{FF2B5EF4-FFF2-40B4-BE49-F238E27FC236}">
                  <a16:creationId xmlns:a16="http://schemas.microsoft.com/office/drawing/2014/main" id="{ABB104E4-FC56-CEF1-BB22-9FD47DEE7D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2" name="AutoShape 132">
                <a:extLst>
                  <a:ext uri="{FF2B5EF4-FFF2-40B4-BE49-F238E27FC236}">
                    <a16:creationId xmlns:a16="http://schemas.microsoft.com/office/drawing/2014/main" id="{E2FB036E-EB41-9E58-D56A-5776C190F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3" name="AutoShape 133">
                <a:extLst>
                  <a:ext uri="{FF2B5EF4-FFF2-40B4-BE49-F238E27FC236}">
                    <a16:creationId xmlns:a16="http://schemas.microsoft.com/office/drawing/2014/main" id="{4DDE15CB-6489-46D2-38D4-1B33320345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08" name="Rectangle 134">
              <a:extLst>
                <a:ext uri="{FF2B5EF4-FFF2-40B4-BE49-F238E27FC236}">
                  <a16:creationId xmlns:a16="http://schemas.microsoft.com/office/drawing/2014/main" id="{EEC72BF5-34FB-CBDB-5E1D-1070C7AB0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09" name="Group 135">
              <a:extLst>
                <a:ext uri="{FF2B5EF4-FFF2-40B4-BE49-F238E27FC236}">
                  <a16:creationId xmlns:a16="http://schemas.microsoft.com/office/drawing/2014/main" id="{260A12B5-39BB-6A04-6F73-8CCD135895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0" name="AutoShape 136">
                <a:extLst>
                  <a:ext uri="{FF2B5EF4-FFF2-40B4-BE49-F238E27FC236}">
                    <a16:creationId xmlns:a16="http://schemas.microsoft.com/office/drawing/2014/main" id="{D717B669-A498-A145-15CD-489659BB62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1" name="AutoShape 137">
                <a:extLst>
                  <a:ext uri="{FF2B5EF4-FFF2-40B4-BE49-F238E27FC236}">
                    <a16:creationId xmlns:a16="http://schemas.microsoft.com/office/drawing/2014/main" id="{3B0F4E4E-C4B6-99E9-58B3-441ECEC4A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10" name="Rectangle 138">
              <a:extLst>
                <a:ext uri="{FF2B5EF4-FFF2-40B4-BE49-F238E27FC236}">
                  <a16:creationId xmlns:a16="http://schemas.microsoft.com/office/drawing/2014/main" id="{496703FA-CE20-5855-8108-C026DA436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1" name="Rectangle 139">
              <a:extLst>
                <a:ext uri="{FF2B5EF4-FFF2-40B4-BE49-F238E27FC236}">
                  <a16:creationId xmlns:a16="http://schemas.microsoft.com/office/drawing/2014/main" id="{340CC1E7-0B44-E992-87B6-BAE4B50BB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12" name="Group 140">
              <a:extLst>
                <a:ext uri="{FF2B5EF4-FFF2-40B4-BE49-F238E27FC236}">
                  <a16:creationId xmlns:a16="http://schemas.microsoft.com/office/drawing/2014/main" id="{66BFD2D9-480F-26FE-90C8-F1C06CACF6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28" name="AutoShape 141">
                <a:extLst>
                  <a:ext uri="{FF2B5EF4-FFF2-40B4-BE49-F238E27FC236}">
                    <a16:creationId xmlns:a16="http://schemas.microsoft.com/office/drawing/2014/main" id="{D4554619-E2BC-DA67-EB88-6170BF03A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9" name="AutoShape 142">
                <a:extLst>
                  <a:ext uri="{FF2B5EF4-FFF2-40B4-BE49-F238E27FC236}">
                    <a16:creationId xmlns:a16="http://schemas.microsoft.com/office/drawing/2014/main" id="{2A437A94-1341-B5E7-A5A3-62EB70A1EC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13" name="Freeform 143">
              <a:extLst>
                <a:ext uri="{FF2B5EF4-FFF2-40B4-BE49-F238E27FC236}">
                  <a16:creationId xmlns:a16="http://schemas.microsoft.com/office/drawing/2014/main" id="{E8DD4E3A-C9AB-D3BA-C0EA-9F05592F0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14" name="Group 144">
              <a:extLst>
                <a:ext uri="{FF2B5EF4-FFF2-40B4-BE49-F238E27FC236}">
                  <a16:creationId xmlns:a16="http://schemas.microsoft.com/office/drawing/2014/main" id="{A47BFE18-7314-01D2-4553-26ECFAC75A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26" name="AutoShape 145">
                <a:extLst>
                  <a:ext uri="{FF2B5EF4-FFF2-40B4-BE49-F238E27FC236}">
                    <a16:creationId xmlns:a16="http://schemas.microsoft.com/office/drawing/2014/main" id="{961D46A5-A261-730F-DAEE-1801BD506C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7" name="AutoShape 146">
                <a:extLst>
                  <a:ext uri="{FF2B5EF4-FFF2-40B4-BE49-F238E27FC236}">
                    <a16:creationId xmlns:a16="http://schemas.microsoft.com/office/drawing/2014/main" id="{025FEAAD-3E83-EF15-5FBE-6E607F45C3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15" name="Rectangle 147">
              <a:extLst>
                <a:ext uri="{FF2B5EF4-FFF2-40B4-BE49-F238E27FC236}">
                  <a16:creationId xmlns:a16="http://schemas.microsoft.com/office/drawing/2014/main" id="{275FB770-D9ED-FF22-E081-C496FD4A04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6" name="Freeform 148">
              <a:extLst>
                <a:ext uri="{FF2B5EF4-FFF2-40B4-BE49-F238E27FC236}">
                  <a16:creationId xmlns:a16="http://schemas.microsoft.com/office/drawing/2014/main" id="{71AAF854-7ADB-A850-C481-27F514427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7" name="Freeform 149">
              <a:extLst>
                <a:ext uri="{FF2B5EF4-FFF2-40B4-BE49-F238E27FC236}">
                  <a16:creationId xmlns:a16="http://schemas.microsoft.com/office/drawing/2014/main" id="{B75059F7-91EA-27E9-F435-C6627F4BD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8" name="Oval 150">
              <a:extLst>
                <a:ext uri="{FF2B5EF4-FFF2-40B4-BE49-F238E27FC236}">
                  <a16:creationId xmlns:a16="http://schemas.microsoft.com/office/drawing/2014/main" id="{9E59524B-DE79-9FBE-6342-C436AED4D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9" name="Freeform 151">
              <a:extLst>
                <a:ext uri="{FF2B5EF4-FFF2-40B4-BE49-F238E27FC236}">
                  <a16:creationId xmlns:a16="http://schemas.microsoft.com/office/drawing/2014/main" id="{AB4A75D7-469F-0160-4292-CE0556DE2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0" name="AutoShape 152">
              <a:extLst>
                <a:ext uri="{FF2B5EF4-FFF2-40B4-BE49-F238E27FC236}">
                  <a16:creationId xmlns:a16="http://schemas.microsoft.com/office/drawing/2014/main" id="{497748F9-B9AF-8FBA-839F-F5F09F4EF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1" name="AutoShape 153">
              <a:extLst>
                <a:ext uri="{FF2B5EF4-FFF2-40B4-BE49-F238E27FC236}">
                  <a16:creationId xmlns:a16="http://schemas.microsoft.com/office/drawing/2014/main" id="{A536ED33-AC69-BA66-34C9-44F7C1F9BC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2" name="Oval 154">
              <a:extLst>
                <a:ext uri="{FF2B5EF4-FFF2-40B4-BE49-F238E27FC236}">
                  <a16:creationId xmlns:a16="http://schemas.microsoft.com/office/drawing/2014/main" id="{F246DC60-AE3B-DACC-E5A0-129BA147A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3" name="Oval 155">
              <a:extLst>
                <a:ext uri="{FF2B5EF4-FFF2-40B4-BE49-F238E27FC236}">
                  <a16:creationId xmlns:a16="http://schemas.microsoft.com/office/drawing/2014/main" id="{10A5396E-F2B8-FA69-D070-302BF7C7F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Oval 156">
              <a:extLst>
                <a:ext uri="{FF2B5EF4-FFF2-40B4-BE49-F238E27FC236}">
                  <a16:creationId xmlns:a16="http://schemas.microsoft.com/office/drawing/2014/main" id="{DDD7BBDD-5FC0-2D22-6506-AC0792A35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5" name="Rectangle 157">
              <a:extLst>
                <a:ext uri="{FF2B5EF4-FFF2-40B4-BE49-F238E27FC236}">
                  <a16:creationId xmlns:a16="http://schemas.microsoft.com/office/drawing/2014/main" id="{7A5BF933-D74C-E2DC-827A-514CC01B1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34" name="Group 158">
            <a:extLst>
              <a:ext uri="{FF2B5EF4-FFF2-40B4-BE49-F238E27FC236}">
                <a16:creationId xmlns:a16="http://schemas.microsoft.com/office/drawing/2014/main" id="{6374796F-7D3E-800F-F7B6-9628858842F4}"/>
              </a:ext>
            </a:extLst>
          </p:cNvPr>
          <p:cNvGrpSpPr>
            <a:grpSpLocks/>
          </p:cNvGrpSpPr>
          <p:nvPr/>
        </p:nvGrpSpPr>
        <p:grpSpPr bwMode="auto">
          <a:xfrm>
            <a:off x="7406677" y="3015343"/>
            <a:ext cx="390525" cy="641350"/>
            <a:chOff x="4140" y="429"/>
            <a:chExt cx="1425" cy="2396"/>
          </a:xfrm>
        </p:grpSpPr>
        <p:sp>
          <p:nvSpPr>
            <p:cNvPr id="235" name="Freeform 159">
              <a:extLst>
                <a:ext uri="{FF2B5EF4-FFF2-40B4-BE49-F238E27FC236}">
                  <a16:creationId xmlns:a16="http://schemas.microsoft.com/office/drawing/2014/main" id="{C57127CE-7101-E829-8793-6EB18DBAA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6" name="Rectangle 160">
              <a:extLst>
                <a:ext uri="{FF2B5EF4-FFF2-40B4-BE49-F238E27FC236}">
                  <a16:creationId xmlns:a16="http://schemas.microsoft.com/office/drawing/2014/main" id="{AD931DD4-129C-4CA0-DB57-0A88BAA14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7" name="Freeform 161">
              <a:extLst>
                <a:ext uri="{FF2B5EF4-FFF2-40B4-BE49-F238E27FC236}">
                  <a16:creationId xmlns:a16="http://schemas.microsoft.com/office/drawing/2014/main" id="{C3D38BEE-0AF0-E705-7D55-66E3BAA70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8" name="Freeform 162">
              <a:extLst>
                <a:ext uri="{FF2B5EF4-FFF2-40B4-BE49-F238E27FC236}">
                  <a16:creationId xmlns:a16="http://schemas.microsoft.com/office/drawing/2014/main" id="{85105FF5-E1C6-8F6D-F875-2DDEC8D44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9" name="Rectangle 163">
              <a:extLst>
                <a:ext uri="{FF2B5EF4-FFF2-40B4-BE49-F238E27FC236}">
                  <a16:creationId xmlns:a16="http://schemas.microsoft.com/office/drawing/2014/main" id="{50704469-9FCD-888C-BEF9-95A705F88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0" name="Group 164">
              <a:extLst>
                <a:ext uri="{FF2B5EF4-FFF2-40B4-BE49-F238E27FC236}">
                  <a16:creationId xmlns:a16="http://schemas.microsoft.com/office/drawing/2014/main" id="{8A0C697F-1F04-DA90-2650-0AED513E01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5" name="AutoShape 165">
                <a:extLst>
                  <a:ext uri="{FF2B5EF4-FFF2-40B4-BE49-F238E27FC236}">
                    <a16:creationId xmlns:a16="http://schemas.microsoft.com/office/drawing/2014/main" id="{3216D41A-803C-A3D3-B8F5-A8ACC3E40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66" name="AutoShape 166">
                <a:extLst>
                  <a:ext uri="{FF2B5EF4-FFF2-40B4-BE49-F238E27FC236}">
                    <a16:creationId xmlns:a16="http://schemas.microsoft.com/office/drawing/2014/main" id="{47081A14-259E-0125-3255-FB4D4FC100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41" name="Rectangle 167">
              <a:extLst>
                <a:ext uri="{FF2B5EF4-FFF2-40B4-BE49-F238E27FC236}">
                  <a16:creationId xmlns:a16="http://schemas.microsoft.com/office/drawing/2014/main" id="{004AE1D7-46B3-E840-0366-EABC279AF4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2" name="Group 168">
              <a:extLst>
                <a:ext uri="{FF2B5EF4-FFF2-40B4-BE49-F238E27FC236}">
                  <a16:creationId xmlns:a16="http://schemas.microsoft.com/office/drawing/2014/main" id="{FD5AFF90-B45D-133C-BE58-88B1156229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3" name="AutoShape 169">
                <a:extLst>
                  <a:ext uri="{FF2B5EF4-FFF2-40B4-BE49-F238E27FC236}">
                    <a16:creationId xmlns:a16="http://schemas.microsoft.com/office/drawing/2014/main" id="{F4804923-8B7D-1EC8-4993-C60205AAB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64" name="AutoShape 170">
                <a:extLst>
                  <a:ext uri="{FF2B5EF4-FFF2-40B4-BE49-F238E27FC236}">
                    <a16:creationId xmlns:a16="http://schemas.microsoft.com/office/drawing/2014/main" id="{0949663F-1122-3E0B-CF8A-607C6BAFE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43" name="Rectangle 171">
              <a:extLst>
                <a:ext uri="{FF2B5EF4-FFF2-40B4-BE49-F238E27FC236}">
                  <a16:creationId xmlns:a16="http://schemas.microsoft.com/office/drawing/2014/main" id="{43375508-9265-8020-9CE3-7D15BB3C4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4" name="Rectangle 172">
              <a:extLst>
                <a:ext uri="{FF2B5EF4-FFF2-40B4-BE49-F238E27FC236}">
                  <a16:creationId xmlns:a16="http://schemas.microsoft.com/office/drawing/2014/main" id="{016C365A-A7AF-7E40-932D-4651F2369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5" name="Group 173">
              <a:extLst>
                <a:ext uri="{FF2B5EF4-FFF2-40B4-BE49-F238E27FC236}">
                  <a16:creationId xmlns:a16="http://schemas.microsoft.com/office/drawing/2014/main" id="{CC5AF71D-D677-C8AE-682E-92EB8050D0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1" name="AutoShape 174">
                <a:extLst>
                  <a:ext uri="{FF2B5EF4-FFF2-40B4-BE49-F238E27FC236}">
                    <a16:creationId xmlns:a16="http://schemas.microsoft.com/office/drawing/2014/main" id="{63E9F193-D318-77F6-37A0-88B96BC0E6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62" name="AutoShape 175">
                <a:extLst>
                  <a:ext uri="{FF2B5EF4-FFF2-40B4-BE49-F238E27FC236}">
                    <a16:creationId xmlns:a16="http://schemas.microsoft.com/office/drawing/2014/main" id="{F799524E-51B4-429F-559B-03004827D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46" name="Freeform 176">
              <a:extLst>
                <a:ext uri="{FF2B5EF4-FFF2-40B4-BE49-F238E27FC236}">
                  <a16:creationId xmlns:a16="http://schemas.microsoft.com/office/drawing/2014/main" id="{F22738A3-69E1-AC55-17E5-8135B7C36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7" name="Group 177">
              <a:extLst>
                <a:ext uri="{FF2B5EF4-FFF2-40B4-BE49-F238E27FC236}">
                  <a16:creationId xmlns:a16="http://schemas.microsoft.com/office/drawing/2014/main" id="{EB644B5E-BE0A-B076-330A-6197AB6473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9" name="AutoShape 178">
                <a:extLst>
                  <a:ext uri="{FF2B5EF4-FFF2-40B4-BE49-F238E27FC236}">
                    <a16:creationId xmlns:a16="http://schemas.microsoft.com/office/drawing/2014/main" id="{CF915BFF-8A91-E461-4807-BB7EDE63C8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60" name="AutoShape 179">
                <a:extLst>
                  <a:ext uri="{FF2B5EF4-FFF2-40B4-BE49-F238E27FC236}">
                    <a16:creationId xmlns:a16="http://schemas.microsoft.com/office/drawing/2014/main" id="{D6DE2D9A-00B5-3F5C-F17E-C567CD952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48" name="Rectangle 180">
              <a:extLst>
                <a:ext uri="{FF2B5EF4-FFF2-40B4-BE49-F238E27FC236}">
                  <a16:creationId xmlns:a16="http://schemas.microsoft.com/office/drawing/2014/main" id="{DFD45B54-8D70-8436-8050-BB1ABAFB3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Freeform 181">
              <a:extLst>
                <a:ext uri="{FF2B5EF4-FFF2-40B4-BE49-F238E27FC236}">
                  <a16:creationId xmlns:a16="http://schemas.microsoft.com/office/drawing/2014/main" id="{15293C72-A26C-75F6-DF55-3AA39388B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0" name="Freeform 182">
              <a:extLst>
                <a:ext uri="{FF2B5EF4-FFF2-40B4-BE49-F238E27FC236}">
                  <a16:creationId xmlns:a16="http://schemas.microsoft.com/office/drawing/2014/main" id="{28AE9624-5EFA-DF65-E4AB-467835B12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1" name="Oval 183">
              <a:extLst>
                <a:ext uri="{FF2B5EF4-FFF2-40B4-BE49-F238E27FC236}">
                  <a16:creationId xmlns:a16="http://schemas.microsoft.com/office/drawing/2014/main" id="{EDC0AACC-86B8-224A-0208-0391FB61D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2" name="Freeform 184">
              <a:extLst>
                <a:ext uri="{FF2B5EF4-FFF2-40B4-BE49-F238E27FC236}">
                  <a16:creationId xmlns:a16="http://schemas.microsoft.com/office/drawing/2014/main" id="{D2B65E8E-563A-2CC9-967D-E918010BC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3" name="AutoShape 185">
              <a:extLst>
                <a:ext uri="{FF2B5EF4-FFF2-40B4-BE49-F238E27FC236}">
                  <a16:creationId xmlns:a16="http://schemas.microsoft.com/office/drawing/2014/main" id="{9ECF73E8-00C9-5F2E-AC7C-4583CA7C7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4" name="AutoShape 186">
              <a:extLst>
                <a:ext uri="{FF2B5EF4-FFF2-40B4-BE49-F238E27FC236}">
                  <a16:creationId xmlns:a16="http://schemas.microsoft.com/office/drawing/2014/main" id="{6261DAD5-2F06-F123-7D7B-7288F4C77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5" name="Oval 187">
              <a:extLst>
                <a:ext uri="{FF2B5EF4-FFF2-40B4-BE49-F238E27FC236}">
                  <a16:creationId xmlns:a16="http://schemas.microsoft.com/office/drawing/2014/main" id="{B5128544-2D27-95F5-D1CD-B2CBD5403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6" name="Oval 188">
              <a:extLst>
                <a:ext uri="{FF2B5EF4-FFF2-40B4-BE49-F238E27FC236}">
                  <a16:creationId xmlns:a16="http://schemas.microsoft.com/office/drawing/2014/main" id="{1A26B3AA-F7D2-C3C7-D40A-6D3FFA2113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57" name="Oval 189">
              <a:extLst>
                <a:ext uri="{FF2B5EF4-FFF2-40B4-BE49-F238E27FC236}">
                  <a16:creationId xmlns:a16="http://schemas.microsoft.com/office/drawing/2014/main" id="{7794AA61-2B99-09DC-5A68-B374BCB2FA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8" name="Rectangle 190">
              <a:extLst>
                <a:ext uri="{FF2B5EF4-FFF2-40B4-BE49-F238E27FC236}">
                  <a16:creationId xmlns:a16="http://schemas.microsoft.com/office/drawing/2014/main" id="{4B8E166A-526B-F623-61E3-69CC8EFAF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67" name="Group 224">
            <a:extLst>
              <a:ext uri="{FF2B5EF4-FFF2-40B4-BE49-F238E27FC236}">
                <a16:creationId xmlns:a16="http://schemas.microsoft.com/office/drawing/2014/main" id="{F9A2A6F0-96D8-9C22-25EF-542ED6E461B9}"/>
              </a:ext>
            </a:extLst>
          </p:cNvPr>
          <p:cNvGrpSpPr>
            <a:grpSpLocks/>
          </p:cNvGrpSpPr>
          <p:nvPr/>
        </p:nvGrpSpPr>
        <p:grpSpPr bwMode="auto">
          <a:xfrm>
            <a:off x="8560790" y="1753280"/>
            <a:ext cx="390525" cy="641350"/>
            <a:chOff x="4140" y="429"/>
            <a:chExt cx="1425" cy="2396"/>
          </a:xfrm>
        </p:grpSpPr>
        <p:sp>
          <p:nvSpPr>
            <p:cNvPr id="268" name="Freeform 225">
              <a:extLst>
                <a:ext uri="{FF2B5EF4-FFF2-40B4-BE49-F238E27FC236}">
                  <a16:creationId xmlns:a16="http://schemas.microsoft.com/office/drawing/2014/main" id="{F0717524-136D-22D3-7522-8160723F0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9" name="Rectangle 226">
              <a:extLst>
                <a:ext uri="{FF2B5EF4-FFF2-40B4-BE49-F238E27FC236}">
                  <a16:creationId xmlns:a16="http://schemas.microsoft.com/office/drawing/2014/main" id="{9FB669D9-7242-5C4C-82F4-D4F2FCF60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0" name="Freeform 227">
              <a:extLst>
                <a:ext uri="{FF2B5EF4-FFF2-40B4-BE49-F238E27FC236}">
                  <a16:creationId xmlns:a16="http://schemas.microsoft.com/office/drawing/2014/main" id="{377955F7-A16E-62C7-2EA0-12DCCD611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1" name="Freeform 228">
              <a:extLst>
                <a:ext uri="{FF2B5EF4-FFF2-40B4-BE49-F238E27FC236}">
                  <a16:creationId xmlns:a16="http://schemas.microsoft.com/office/drawing/2014/main" id="{DA4E54AF-03A0-DD06-261D-84D2E242C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2" name="Rectangle 229">
              <a:extLst>
                <a:ext uri="{FF2B5EF4-FFF2-40B4-BE49-F238E27FC236}">
                  <a16:creationId xmlns:a16="http://schemas.microsoft.com/office/drawing/2014/main" id="{C93A8EC4-DDA7-B62A-07AA-30DC7773D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73" name="Group 230">
              <a:extLst>
                <a:ext uri="{FF2B5EF4-FFF2-40B4-BE49-F238E27FC236}">
                  <a16:creationId xmlns:a16="http://schemas.microsoft.com/office/drawing/2014/main" id="{38DD4961-3EFB-2D52-68A4-4BDCAFCC69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98" name="AutoShape 231">
                <a:extLst>
                  <a:ext uri="{FF2B5EF4-FFF2-40B4-BE49-F238E27FC236}">
                    <a16:creationId xmlns:a16="http://schemas.microsoft.com/office/drawing/2014/main" id="{E68D45E6-1196-7C30-D6C4-E033BADB6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9" name="AutoShape 232">
                <a:extLst>
                  <a:ext uri="{FF2B5EF4-FFF2-40B4-BE49-F238E27FC236}">
                    <a16:creationId xmlns:a16="http://schemas.microsoft.com/office/drawing/2014/main" id="{4D024F93-4D3C-BFB4-A6C1-A111D1768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4" name="Rectangle 233">
              <a:extLst>
                <a:ext uri="{FF2B5EF4-FFF2-40B4-BE49-F238E27FC236}">
                  <a16:creationId xmlns:a16="http://schemas.microsoft.com/office/drawing/2014/main" id="{076838AC-4F62-2DB6-A1B1-279EFC553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75" name="Group 234">
              <a:extLst>
                <a:ext uri="{FF2B5EF4-FFF2-40B4-BE49-F238E27FC236}">
                  <a16:creationId xmlns:a16="http://schemas.microsoft.com/office/drawing/2014/main" id="{E95A001F-72E7-B8D0-5B3B-FEE4D2AC2B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96" name="AutoShape 235">
                <a:extLst>
                  <a:ext uri="{FF2B5EF4-FFF2-40B4-BE49-F238E27FC236}">
                    <a16:creationId xmlns:a16="http://schemas.microsoft.com/office/drawing/2014/main" id="{5BD78B77-6190-85D5-2F6A-9795404F59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7" name="AutoShape 236">
                <a:extLst>
                  <a:ext uri="{FF2B5EF4-FFF2-40B4-BE49-F238E27FC236}">
                    <a16:creationId xmlns:a16="http://schemas.microsoft.com/office/drawing/2014/main" id="{F6938E86-05BF-38A8-BA88-15BB7F46C0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6" name="Rectangle 237">
              <a:extLst>
                <a:ext uri="{FF2B5EF4-FFF2-40B4-BE49-F238E27FC236}">
                  <a16:creationId xmlns:a16="http://schemas.microsoft.com/office/drawing/2014/main" id="{B2C58262-A63A-FA82-B116-0B3FC793C3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7" name="Rectangle 238">
              <a:extLst>
                <a:ext uri="{FF2B5EF4-FFF2-40B4-BE49-F238E27FC236}">
                  <a16:creationId xmlns:a16="http://schemas.microsoft.com/office/drawing/2014/main" id="{E7D277D7-CE36-CC28-D342-1E35A8B148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78" name="Group 239">
              <a:extLst>
                <a:ext uri="{FF2B5EF4-FFF2-40B4-BE49-F238E27FC236}">
                  <a16:creationId xmlns:a16="http://schemas.microsoft.com/office/drawing/2014/main" id="{D134DEFE-F554-340A-E458-50151EAAF9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94" name="AutoShape 240">
                <a:extLst>
                  <a:ext uri="{FF2B5EF4-FFF2-40B4-BE49-F238E27FC236}">
                    <a16:creationId xmlns:a16="http://schemas.microsoft.com/office/drawing/2014/main" id="{E530FBD1-1D35-6017-1800-44CEE440D3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5" name="AutoShape 241">
                <a:extLst>
                  <a:ext uri="{FF2B5EF4-FFF2-40B4-BE49-F238E27FC236}">
                    <a16:creationId xmlns:a16="http://schemas.microsoft.com/office/drawing/2014/main" id="{FE0538D5-BD2D-A6AA-7ADB-9CFF710C85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9" name="Freeform 242">
              <a:extLst>
                <a:ext uri="{FF2B5EF4-FFF2-40B4-BE49-F238E27FC236}">
                  <a16:creationId xmlns:a16="http://schemas.microsoft.com/office/drawing/2014/main" id="{C535F988-954D-E62B-94FB-3A501E54C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80" name="Group 243">
              <a:extLst>
                <a:ext uri="{FF2B5EF4-FFF2-40B4-BE49-F238E27FC236}">
                  <a16:creationId xmlns:a16="http://schemas.microsoft.com/office/drawing/2014/main" id="{A8C8068D-412E-2532-17F2-C617699B73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92" name="AutoShape 244">
                <a:extLst>
                  <a:ext uri="{FF2B5EF4-FFF2-40B4-BE49-F238E27FC236}">
                    <a16:creationId xmlns:a16="http://schemas.microsoft.com/office/drawing/2014/main" id="{62F41ECE-E6D5-038F-92FF-A2B8D623F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3" name="AutoShape 245">
                <a:extLst>
                  <a:ext uri="{FF2B5EF4-FFF2-40B4-BE49-F238E27FC236}">
                    <a16:creationId xmlns:a16="http://schemas.microsoft.com/office/drawing/2014/main" id="{5C691C17-A4BA-F30F-7E98-8059CC183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81" name="Rectangle 246">
              <a:extLst>
                <a:ext uri="{FF2B5EF4-FFF2-40B4-BE49-F238E27FC236}">
                  <a16:creationId xmlns:a16="http://schemas.microsoft.com/office/drawing/2014/main" id="{A7C1A695-88C5-EDA4-3B13-B9E68AB1A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2" name="Freeform 247">
              <a:extLst>
                <a:ext uri="{FF2B5EF4-FFF2-40B4-BE49-F238E27FC236}">
                  <a16:creationId xmlns:a16="http://schemas.microsoft.com/office/drawing/2014/main" id="{A1E80918-6AC1-051C-988E-AE9EA7B0E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3" name="Freeform 248">
              <a:extLst>
                <a:ext uri="{FF2B5EF4-FFF2-40B4-BE49-F238E27FC236}">
                  <a16:creationId xmlns:a16="http://schemas.microsoft.com/office/drawing/2014/main" id="{AFB35943-9CD9-DD59-7E81-C9A98933B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4" name="Oval 249">
              <a:extLst>
                <a:ext uri="{FF2B5EF4-FFF2-40B4-BE49-F238E27FC236}">
                  <a16:creationId xmlns:a16="http://schemas.microsoft.com/office/drawing/2014/main" id="{51AC49A8-ED7E-D710-515C-E934116057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5" name="Freeform 250">
              <a:extLst>
                <a:ext uri="{FF2B5EF4-FFF2-40B4-BE49-F238E27FC236}">
                  <a16:creationId xmlns:a16="http://schemas.microsoft.com/office/drawing/2014/main" id="{6AAFA576-C111-1F10-82AA-53CD87774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6" name="AutoShape 251">
              <a:extLst>
                <a:ext uri="{FF2B5EF4-FFF2-40B4-BE49-F238E27FC236}">
                  <a16:creationId xmlns:a16="http://schemas.microsoft.com/office/drawing/2014/main" id="{1A17BD9D-76FA-B833-BDCB-D845C5055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7" name="AutoShape 252">
              <a:extLst>
                <a:ext uri="{FF2B5EF4-FFF2-40B4-BE49-F238E27FC236}">
                  <a16:creationId xmlns:a16="http://schemas.microsoft.com/office/drawing/2014/main" id="{295AC2AD-5E6C-3C1D-C20A-5BAE27B6F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8" name="Oval 253">
              <a:extLst>
                <a:ext uri="{FF2B5EF4-FFF2-40B4-BE49-F238E27FC236}">
                  <a16:creationId xmlns:a16="http://schemas.microsoft.com/office/drawing/2014/main" id="{A1F7F40B-BD74-E1E7-77D6-DFCA34C184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9" name="Oval 254">
              <a:extLst>
                <a:ext uri="{FF2B5EF4-FFF2-40B4-BE49-F238E27FC236}">
                  <a16:creationId xmlns:a16="http://schemas.microsoft.com/office/drawing/2014/main" id="{9517D968-B000-9261-F38C-4EDB0D2B8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90" name="Oval 255">
              <a:extLst>
                <a:ext uri="{FF2B5EF4-FFF2-40B4-BE49-F238E27FC236}">
                  <a16:creationId xmlns:a16="http://schemas.microsoft.com/office/drawing/2014/main" id="{42B82298-F247-46A1-36DE-F9C30FBB4E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1" name="Rectangle 256">
              <a:extLst>
                <a:ext uri="{FF2B5EF4-FFF2-40B4-BE49-F238E27FC236}">
                  <a16:creationId xmlns:a16="http://schemas.microsoft.com/office/drawing/2014/main" id="{44F2BF93-09D2-9573-A060-850DBF262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00" name="Group 257">
            <a:extLst>
              <a:ext uri="{FF2B5EF4-FFF2-40B4-BE49-F238E27FC236}">
                <a16:creationId xmlns:a16="http://schemas.microsoft.com/office/drawing/2014/main" id="{C93098D7-11AC-E68B-4A61-3048B3D9597F}"/>
              </a:ext>
            </a:extLst>
          </p:cNvPr>
          <p:cNvGrpSpPr>
            <a:grpSpLocks/>
          </p:cNvGrpSpPr>
          <p:nvPr/>
        </p:nvGrpSpPr>
        <p:grpSpPr bwMode="auto">
          <a:xfrm>
            <a:off x="9376765" y="3005818"/>
            <a:ext cx="390525" cy="641350"/>
            <a:chOff x="4140" y="429"/>
            <a:chExt cx="1425" cy="2396"/>
          </a:xfrm>
        </p:grpSpPr>
        <p:sp>
          <p:nvSpPr>
            <p:cNvPr id="301" name="Freeform 258">
              <a:extLst>
                <a:ext uri="{FF2B5EF4-FFF2-40B4-BE49-F238E27FC236}">
                  <a16:creationId xmlns:a16="http://schemas.microsoft.com/office/drawing/2014/main" id="{A666206E-4D64-F29C-8CAE-A94BEE3C4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2" name="Rectangle 259">
              <a:extLst>
                <a:ext uri="{FF2B5EF4-FFF2-40B4-BE49-F238E27FC236}">
                  <a16:creationId xmlns:a16="http://schemas.microsoft.com/office/drawing/2014/main" id="{82FA2C94-C12A-4C02-69F4-53DDD5B37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3" name="Freeform 260">
              <a:extLst>
                <a:ext uri="{FF2B5EF4-FFF2-40B4-BE49-F238E27FC236}">
                  <a16:creationId xmlns:a16="http://schemas.microsoft.com/office/drawing/2014/main" id="{FD1944A9-4DBE-9A9E-3549-7DF85ACA4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4" name="Freeform 261">
              <a:extLst>
                <a:ext uri="{FF2B5EF4-FFF2-40B4-BE49-F238E27FC236}">
                  <a16:creationId xmlns:a16="http://schemas.microsoft.com/office/drawing/2014/main" id="{60F558DD-0371-7001-98D9-581739BB3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5" name="Rectangle 262">
              <a:extLst>
                <a:ext uri="{FF2B5EF4-FFF2-40B4-BE49-F238E27FC236}">
                  <a16:creationId xmlns:a16="http://schemas.microsoft.com/office/drawing/2014/main" id="{DD03C8E4-7ACB-14A3-37AC-445C2A059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6" name="Group 263">
              <a:extLst>
                <a:ext uri="{FF2B5EF4-FFF2-40B4-BE49-F238E27FC236}">
                  <a16:creationId xmlns:a16="http://schemas.microsoft.com/office/drawing/2014/main" id="{502D7358-AC71-E328-F983-D2FC0100EB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31" name="AutoShape 264">
                <a:extLst>
                  <a:ext uri="{FF2B5EF4-FFF2-40B4-BE49-F238E27FC236}">
                    <a16:creationId xmlns:a16="http://schemas.microsoft.com/office/drawing/2014/main" id="{C82FD209-8CFA-8C5C-F4BC-1B41CD057D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2" name="AutoShape 265">
                <a:extLst>
                  <a:ext uri="{FF2B5EF4-FFF2-40B4-BE49-F238E27FC236}">
                    <a16:creationId xmlns:a16="http://schemas.microsoft.com/office/drawing/2014/main" id="{D72D01E4-ECD6-5A81-8B57-7F000DD2DD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7" name="Rectangle 266">
              <a:extLst>
                <a:ext uri="{FF2B5EF4-FFF2-40B4-BE49-F238E27FC236}">
                  <a16:creationId xmlns:a16="http://schemas.microsoft.com/office/drawing/2014/main" id="{87059E92-ECC6-61F9-C7D8-2F62CD14E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08" name="Group 267">
              <a:extLst>
                <a:ext uri="{FF2B5EF4-FFF2-40B4-BE49-F238E27FC236}">
                  <a16:creationId xmlns:a16="http://schemas.microsoft.com/office/drawing/2014/main" id="{C10A5201-0FBB-643C-284C-29957DCAC4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9" name="AutoShape 268">
                <a:extLst>
                  <a:ext uri="{FF2B5EF4-FFF2-40B4-BE49-F238E27FC236}">
                    <a16:creationId xmlns:a16="http://schemas.microsoft.com/office/drawing/2014/main" id="{254E349D-5B5F-4229-98C8-0B85DBBB4F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0" name="AutoShape 269">
                <a:extLst>
                  <a:ext uri="{FF2B5EF4-FFF2-40B4-BE49-F238E27FC236}">
                    <a16:creationId xmlns:a16="http://schemas.microsoft.com/office/drawing/2014/main" id="{2339D7DA-B5B5-06AD-5C6F-0369ADE81C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9" name="Rectangle 270">
              <a:extLst>
                <a:ext uri="{FF2B5EF4-FFF2-40B4-BE49-F238E27FC236}">
                  <a16:creationId xmlns:a16="http://schemas.microsoft.com/office/drawing/2014/main" id="{A9BC241B-A714-CEC4-6478-9F29B9B6C4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0" name="Rectangle 271">
              <a:extLst>
                <a:ext uri="{FF2B5EF4-FFF2-40B4-BE49-F238E27FC236}">
                  <a16:creationId xmlns:a16="http://schemas.microsoft.com/office/drawing/2014/main" id="{094C287B-E214-A0CE-9BFD-FE7A4FED1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11" name="Group 272">
              <a:extLst>
                <a:ext uri="{FF2B5EF4-FFF2-40B4-BE49-F238E27FC236}">
                  <a16:creationId xmlns:a16="http://schemas.microsoft.com/office/drawing/2014/main" id="{2B0D83C4-B10C-C9B2-D289-6BD92B9C5A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27" name="AutoShape 273">
                <a:extLst>
                  <a:ext uri="{FF2B5EF4-FFF2-40B4-BE49-F238E27FC236}">
                    <a16:creationId xmlns:a16="http://schemas.microsoft.com/office/drawing/2014/main" id="{3AFAB5E0-3BFA-F2F0-4687-11D5DA1CE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8" name="AutoShape 274">
                <a:extLst>
                  <a:ext uri="{FF2B5EF4-FFF2-40B4-BE49-F238E27FC236}">
                    <a16:creationId xmlns:a16="http://schemas.microsoft.com/office/drawing/2014/main" id="{E691E5B8-BF50-5F3D-5EFC-1FE4BD458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12" name="Freeform 275">
              <a:extLst>
                <a:ext uri="{FF2B5EF4-FFF2-40B4-BE49-F238E27FC236}">
                  <a16:creationId xmlns:a16="http://schemas.microsoft.com/office/drawing/2014/main" id="{7DFDA0C5-5453-E906-B093-E74E2A991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13" name="Group 276">
              <a:extLst>
                <a:ext uri="{FF2B5EF4-FFF2-40B4-BE49-F238E27FC236}">
                  <a16:creationId xmlns:a16="http://schemas.microsoft.com/office/drawing/2014/main" id="{5C66C971-69FF-F914-B83C-B022630C63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25" name="AutoShape 277">
                <a:extLst>
                  <a:ext uri="{FF2B5EF4-FFF2-40B4-BE49-F238E27FC236}">
                    <a16:creationId xmlns:a16="http://schemas.microsoft.com/office/drawing/2014/main" id="{5BB8DE4D-37BF-27B4-A282-98339F1CE7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6" name="AutoShape 278">
                <a:extLst>
                  <a:ext uri="{FF2B5EF4-FFF2-40B4-BE49-F238E27FC236}">
                    <a16:creationId xmlns:a16="http://schemas.microsoft.com/office/drawing/2014/main" id="{336580D5-3E42-42BD-0C4B-2A40962033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14" name="Rectangle 279">
              <a:extLst>
                <a:ext uri="{FF2B5EF4-FFF2-40B4-BE49-F238E27FC236}">
                  <a16:creationId xmlns:a16="http://schemas.microsoft.com/office/drawing/2014/main" id="{6F49DE6D-DA12-A139-AF3E-987B44233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5" name="Freeform 280">
              <a:extLst>
                <a:ext uri="{FF2B5EF4-FFF2-40B4-BE49-F238E27FC236}">
                  <a16:creationId xmlns:a16="http://schemas.microsoft.com/office/drawing/2014/main" id="{75A3C156-D654-DE46-2AF2-79D40651B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6" name="Freeform 281">
              <a:extLst>
                <a:ext uri="{FF2B5EF4-FFF2-40B4-BE49-F238E27FC236}">
                  <a16:creationId xmlns:a16="http://schemas.microsoft.com/office/drawing/2014/main" id="{DB8FEBC3-9274-70B1-200B-3BC069566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7" name="Oval 282">
              <a:extLst>
                <a:ext uri="{FF2B5EF4-FFF2-40B4-BE49-F238E27FC236}">
                  <a16:creationId xmlns:a16="http://schemas.microsoft.com/office/drawing/2014/main" id="{F7E2BD11-3179-17A5-4251-6BEAA3791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8" name="Freeform 283">
              <a:extLst>
                <a:ext uri="{FF2B5EF4-FFF2-40B4-BE49-F238E27FC236}">
                  <a16:creationId xmlns:a16="http://schemas.microsoft.com/office/drawing/2014/main" id="{FAAFDAEC-377E-DCFD-F175-B5CBF9A68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9" name="AutoShape 284">
              <a:extLst>
                <a:ext uri="{FF2B5EF4-FFF2-40B4-BE49-F238E27FC236}">
                  <a16:creationId xmlns:a16="http://schemas.microsoft.com/office/drawing/2014/main" id="{E3912ECE-B456-0F6D-53D0-A27500BAD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0" name="AutoShape 285">
              <a:extLst>
                <a:ext uri="{FF2B5EF4-FFF2-40B4-BE49-F238E27FC236}">
                  <a16:creationId xmlns:a16="http://schemas.microsoft.com/office/drawing/2014/main" id="{74D5D09F-29EE-5E3C-37DE-E1197B059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1" name="Oval 286">
              <a:extLst>
                <a:ext uri="{FF2B5EF4-FFF2-40B4-BE49-F238E27FC236}">
                  <a16:creationId xmlns:a16="http://schemas.microsoft.com/office/drawing/2014/main" id="{E59F6942-BB35-16B3-CFAD-F7E8C2AEC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2" name="Oval 287">
              <a:extLst>
                <a:ext uri="{FF2B5EF4-FFF2-40B4-BE49-F238E27FC236}">
                  <a16:creationId xmlns:a16="http://schemas.microsoft.com/office/drawing/2014/main" id="{17B174C7-7547-7F5E-B51C-73D16471A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23" name="Oval 288">
              <a:extLst>
                <a:ext uri="{FF2B5EF4-FFF2-40B4-BE49-F238E27FC236}">
                  <a16:creationId xmlns:a16="http://schemas.microsoft.com/office/drawing/2014/main" id="{1CCA8D7F-EFD6-D8E8-6C9E-9AF743D47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4" name="Rectangle 289">
              <a:extLst>
                <a:ext uri="{FF2B5EF4-FFF2-40B4-BE49-F238E27FC236}">
                  <a16:creationId xmlns:a16="http://schemas.microsoft.com/office/drawing/2014/main" id="{1FD2A902-F596-DC74-4665-12ADFFBCF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68" name="Rectangle 67">
            <a:extLst>
              <a:ext uri="{FF2B5EF4-FFF2-40B4-BE49-F238E27FC236}">
                <a16:creationId xmlns:a16="http://schemas.microsoft.com/office/drawing/2014/main" id="{969DA220-1F58-83C2-2202-554B0EF09A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0552" y="2790656"/>
            <a:ext cx="3704869" cy="32418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Recursive query:</a:t>
            </a:r>
          </a:p>
          <a:p>
            <a:pPr marL="403225" marR="0" lvl="0" indent="-28892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puts burden of name resolution on contacted name server</a:t>
            </a:r>
          </a:p>
          <a:p>
            <a:pPr marL="403225" marR="0" lvl="0" indent="-28892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heavy load at upper levels of hierarchy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?</a:t>
            </a:r>
          </a:p>
        </p:txBody>
      </p:sp>
      <p:sp>
        <p:nvSpPr>
          <p:cNvPr id="167" name="Rectangle 67">
            <a:extLst>
              <a:ext uri="{FF2B5EF4-FFF2-40B4-BE49-F238E27FC236}">
                <a16:creationId xmlns:a16="http://schemas.microsoft.com/office/drawing/2014/main" id="{284EFB3F-5F26-B0ED-F1FD-9F13304D0F93}"/>
              </a:ext>
            </a:extLst>
          </p:cNvPr>
          <p:cNvSpPr txBox="1">
            <a:spLocks noChangeArrowheads="1"/>
          </p:cNvSpPr>
          <p:nvPr/>
        </p:nvSpPr>
        <p:spPr>
          <a:xfrm>
            <a:off x="684201" y="1617338"/>
            <a:ext cx="5664200" cy="106113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Example: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host at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engineering.nyu.edu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wants IP address for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gaia.cs.umass.edu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9" name="Slide Number Placeholder 2">
            <a:extLst>
              <a:ext uri="{FF2B5EF4-FFF2-40B4-BE49-F238E27FC236}">
                <a16:creationId xmlns:a16="http://schemas.microsoft.com/office/drawing/2014/main" id="{A5351A90-E379-97FF-FF55-B637B7E420C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85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27112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3" grpId="0"/>
      <p:bldP spid="184" grpId="0"/>
      <p:bldP spid="185" grpId="0"/>
      <p:bldP spid="186" grpId="0"/>
      <p:bldP spid="187" grpId="0"/>
      <p:bldP spid="188" grpId="0"/>
      <p:bldP spid="190" grpId="0"/>
      <p:bldP spid="191" grpId="0"/>
      <p:bldP spid="168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Caching DNS Information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167" name="Rectangle 3">
            <a:extLst>
              <a:ext uri="{FF2B5EF4-FFF2-40B4-BE49-F238E27FC236}">
                <a16:creationId xmlns:a16="http://schemas.microsoft.com/office/drawing/2014/main" id="{796C1A8B-325B-1A4B-BF89-EF3A65965833}"/>
              </a:ext>
            </a:extLst>
          </p:cNvPr>
          <p:cNvSpPr txBox="1">
            <a:spLocks noChangeArrowheads="1"/>
          </p:cNvSpPr>
          <p:nvPr/>
        </p:nvSpPr>
        <p:spPr>
          <a:xfrm>
            <a:off x="952952" y="1446555"/>
            <a:ext cx="10515600" cy="473392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952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once (any) name server learns mapping, it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caches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mapping, and i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mmediately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returns a cached mapping in response to a query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caching improves response time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cache entries timeout (disappear) after some time (TTL)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TLD servers typically cached in local name servers</a:t>
            </a:r>
          </a:p>
          <a:p>
            <a:pPr marL="352425" marR="0" lvl="0" indent="-2952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cached entries may be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out-of-date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if named host changes IP address, may not be known Internet-wide until all TTLs expire!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best-effort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name-to-address translation!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" name="Slide Number Placeholder 2">
            <a:extLst>
              <a:ext uri="{FF2B5EF4-FFF2-40B4-BE49-F238E27FC236}">
                <a16:creationId xmlns:a16="http://schemas.microsoft.com/office/drawing/2014/main" id="{AF23161C-A7AE-1A48-A402-4FD497E9247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86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254916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6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6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6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 records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13" name="Rectangle 3">
            <a:extLst>
              <a:ext uri="{FF2B5EF4-FFF2-40B4-BE49-F238E27FC236}">
                <a16:creationId xmlns:a16="http://schemas.microsoft.com/office/drawing/2014/main" id="{D08588B2-F267-5D46-821D-D0D5A216E8F9}"/>
              </a:ext>
            </a:extLst>
          </p:cNvPr>
          <p:cNvSpPr txBox="1">
            <a:spLocks noChangeArrowheads="1"/>
          </p:cNvSpPr>
          <p:nvPr/>
        </p:nvSpPr>
        <p:spPr>
          <a:xfrm>
            <a:off x="1347787" y="1358900"/>
            <a:ext cx="9574213" cy="51435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DNS: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distributed database storing resource records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(RR)</a:t>
            </a:r>
          </a:p>
        </p:txBody>
      </p:sp>
      <p:sp>
        <p:nvSpPr>
          <p:cNvPr id="14" name="Rectangle 4">
            <a:extLst>
              <a:ext uri="{FF2B5EF4-FFF2-40B4-BE49-F238E27FC236}">
                <a16:creationId xmlns:a16="http://schemas.microsoft.com/office/drawing/2014/main" id="{3AF614AE-5EFE-CD4F-98FF-6CA8EFEA6A47}"/>
              </a:ext>
            </a:extLst>
          </p:cNvPr>
          <p:cNvSpPr txBox="1">
            <a:spLocks noChangeArrowheads="1"/>
          </p:cNvSpPr>
          <p:nvPr/>
        </p:nvSpPr>
        <p:spPr>
          <a:xfrm>
            <a:off x="1080534" y="4388077"/>
            <a:ext cx="4547961" cy="19050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type=NS</a:t>
            </a:r>
          </a:p>
          <a:p>
            <a:pPr marL="346075" marR="0" lvl="1" indent="-2889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name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is domain (e.g.,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foo.com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</a:t>
            </a:r>
          </a:p>
          <a:p>
            <a:pPr marL="346075" marR="0" lvl="1" indent="-2889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value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 hostname of authoritative name server for this domain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5" name="Text Box 6">
            <a:extLst>
              <a:ext uri="{FF2B5EF4-FFF2-40B4-BE49-F238E27FC236}">
                <a16:creationId xmlns:a16="http://schemas.microsoft.com/office/drawing/2014/main" id="{D7409DB2-6342-834D-ABB2-A1B3DA3A95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59064" y="1860128"/>
            <a:ext cx="633253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RR format: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name, value, type,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ttl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" name="Rectangle 8">
            <a:extLst>
              <a:ext uri="{FF2B5EF4-FFF2-40B4-BE49-F238E27FC236}">
                <a16:creationId xmlns:a16="http://schemas.microsoft.com/office/drawing/2014/main" id="{5FF3C084-C8BC-1946-AC92-BACA78ED26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7384" y="2774950"/>
            <a:ext cx="3810000" cy="1304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type=A</a:t>
            </a:r>
          </a:p>
          <a:p>
            <a:pPr marL="403225" marR="0" lvl="1" indent="-3175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name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is hostname</a:t>
            </a:r>
          </a:p>
          <a:p>
            <a:pPr marL="403225" marR="0" lvl="1" indent="-3175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value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is IP address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ZapfDingbats" charset="2"/>
              <a:buChar char="r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" name="Rectangle 9">
            <a:extLst>
              <a:ext uri="{FF2B5EF4-FFF2-40B4-BE49-F238E27FC236}">
                <a16:creationId xmlns:a16="http://schemas.microsoft.com/office/drawing/2014/main" id="{133ECBD3-7BA2-AC4D-ADED-9C9DE52EAD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5718" y="2797175"/>
            <a:ext cx="6176282" cy="2171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type=CNAME</a:t>
            </a:r>
          </a:p>
          <a:p>
            <a:pPr marL="403225" marR="0" lvl="1" indent="-3175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name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 alias name for some “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canonical” (the real) name</a:t>
            </a:r>
          </a:p>
          <a:p>
            <a:pPr marL="403225" marR="0" lvl="1" indent="-3175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20000"/>
              <a:buFont typeface="Wingdings" pitchFamily="2" charset="2"/>
              <a:buChar char="§"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www.ibm.com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 really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servereast.backup2.ibm.com</a:t>
            </a:r>
          </a:p>
          <a:p>
            <a:pPr marL="403225" marR="0" lvl="1" indent="-3175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value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 canonical name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ZapfDingbats" charset="2"/>
              <a:buChar char="r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" name="Rectangle 10">
            <a:extLst>
              <a:ext uri="{FF2B5EF4-FFF2-40B4-BE49-F238E27FC236}">
                <a16:creationId xmlns:a16="http://schemas.microsoft.com/office/drawing/2014/main" id="{B62233DC-6662-1844-8E5F-FDE264813A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5718" y="4968875"/>
            <a:ext cx="5287866" cy="1309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type=MX</a:t>
            </a:r>
          </a:p>
          <a:p>
            <a:pPr marL="7429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value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is name of SMTP mail server associated with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name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ZapfDingbats" charset="2"/>
              <a:buChar char="r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3434497C-A235-8C46-8A1B-FDC4DB9ACC31}"/>
              </a:ext>
            </a:extLst>
          </p:cNvPr>
          <p:cNvSpPr/>
          <p:nvPr/>
        </p:nvSpPr>
        <p:spPr>
          <a:xfrm>
            <a:off x="1358900" y="1270000"/>
            <a:ext cx="9690100" cy="1155700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Slide Number Placeholder 2">
            <a:extLst>
              <a:ext uri="{FF2B5EF4-FFF2-40B4-BE49-F238E27FC236}">
                <a16:creationId xmlns:a16="http://schemas.microsoft.com/office/drawing/2014/main" id="{E3AF190D-9153-4849-8D73-82E2FC3A405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87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712112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7" grpId="0"/>
      <p:bldP spid="18" grpId="0"/>
      <p:bldP spid="19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/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5022762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dirty="0">
                <a:latin typeface="Calibri"/>
                <a:cs typeface="Calibri"/>
              </a:rPr>
              <a:t>&gt; </a:t>
            </a:r>
            <a:r>
              <a:rPr lang="en-US" dirty="0" err="1">
                <a:solidFill>
                  <a:srgbClr val="C00000"/>
                </a:solidFill>
              </a:rPr>
              <a:t>nslookup</a:t>
            </a:r>
            <a:r>
              <a:rPr lang="en-US" dirty="0">
                <a:solidFill>
                  <a:srgbClr val="C00000"/>
                </a:solidFill>
              </a:rPr>
              <a:t> </a:t>
            </a:r>
            <a:r>
              <a:rPr lang="en-US" dirty="0" err="1">
                <a:solidFill>
                  <a:srgbClr val="C00000"/>
                </a:solidFill>
              </a:rPr>
              <a:t>www.cs.purdue.edu</a:t>
            </a:r>
            <a:endParaRPr lang="en-US" dirty="0">
              <a:solidFill>
                <a:srgbClr val="C00000"/>
              </a:solidFill>
            </a:endParaRPr>
          </a:p>
          <a:p>
            <a:pPr marL="0" indent="0">
              <a:buNone/>
            </a:pPr>
            <a:r>
              <a:rPr lang="en-US" dirty="0"/>
              <a:t>Server:	128.210.11.57</a:t>
            </a:r>
          </a:p>
          <a:p>
            <a:pPr marL="0" indent="0">
              <a:buNone/>
            </a:pPr>
            <a:r>
              <a:rPr lang="en-US" dirty="0"/>
              <a:t>Address:128.210.11.57#53</a:t>
            </a:r>
          </a:p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r>
              <a:rPr lang="en-US" dirty="0" err="1"/>
              <a:t>www.cs.purdue.edu</a:t>
            </a:r>
            <a:r>
              <a:rPr lang="en-US" dirty="0"/>
              <a:t>	canonical name = </a:t>
            </a:r>
            <a:r>
              <a:rPr lang="en-US" u="sng" dirty="0" err="1"/>
              <a:t>pythia.cs.purdue.edu</a:t>
            </a:r>
            <a:r>
              <a:rPr lang="en-US" u="sng" dirty="0"/>
              <a:t>.</a:t>
            </a:r>
          </a:p>
          <a:p>
            <a:pPr marL="0" indent="0">
              <a:buNone/>
            </a:pPr>
            <a:r>
              <a:rPr lang="en-US" dirty="0"/>
              <a:t>Name:	</a:t>
            </a:r>
            <a:r>
              <a:rPr lang="en-US" dirty="0" err="1"/>
              <a:t>pythia.cs.purdue.edu</a:t>
            </a:r>
            <a:endParaRPr lang="en-US" dirty="0"/>
          </a:p>
          <a:p>
            <a:pPr marL="0" indent="0">
              <a:buNone/>
            </a:pPr>
            <a:r>
              <a:rPr lang="en-US" dirty="0"/>
              <a:t>Address: </a:t>
            </a:r>
            <a:r>
              <a:rPr lang="en-US" u="sng" dirty="0"/>
              <a:t>128.10.19.120</a:t>
            </a:r>
          </a:p>
          <a:p>
            <a:pPr marL="0" indent="0">
              <a:buNone/>
            </a:pPr>
            <a:endParaRPr lang="en-US" dirty="0">
              <a:solidFill>
                <a:srgbClr val="C00000"/>
              </a:solidFill>
              <a:latin typeface="Calibri"/>
              <a:cs typeface="Calibri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Demo: Try DNS yourself (</a:t>
            </a:r>
            <a:r>
              <a:rPr lang="en-US" dirty="0" err="1"/>
              <a:t>nslookup</a:t>
            </a:r>
            <a:r>
              <a:rPr lang="en-US" dirty="0"/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588476432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8AF083F-D7C6-CD45-8BD7-83E2509CAD1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 fontScale="92500" lnSpcReduction="20000"/>
          </a:bodyPr>
          <a:lstStyle/>
          <a:p>
            <a:pPr marL="0" indent="0">
              <a:buNone/>
            </a:pPr>
            <a:r>
              <a:rPr lang="en-US" dirty="0">
                <a:solidFill>
                  <a:srgbClr val="C00000"/>
                </a:solidFill>
                <a:latin typeface="Calibri"/>
                <a:cs typeface="Calibri"/>
              </a:rPr>
              <a:t>Authoritative name servers</a:t>
            </a:r>
          </a:p>
          <a:p>
            <a:pPr marL="0" indent="0">
              <a:buNone/>
            </a:pPr>
            <a:r>
              <a:rPr lang="en-US" dirty="0">
                <a:latin typeface="Calibri"/>
                <a:cs typeface="Calibri"/>
              </a:rPr>
              <a:t>&gt; </a:t>
            </a:r>
            <a:r>
              <a:rPr lang="en-US" dirty="0" err="1">
                <a:solidFill>
                  <a:srgbClr val="C00000"/>
                </a:solidFill>
                <a:latin typeface="Calibri"/>
                <a:cs typeface="Calibri"/>
              </a:rPr>
              <a:t>nslookup</a:t>
            </a:r>
            <a:r>
              <a:rPr lang="en-US" dirty="0">
                <a:solidFill>
                  <a:srgbClr val="C00000"/>
                </a:solidFill>
                <a:latin typeface="Calibri"/>
                <a:cs typeface="Calibri"/>
              </a:rPr>
              <a:t> -type=NS </a:t>
            </a:r>
            <a:r>
              <a:rPr lang="en-US" dirty="0" err="1">
                <a:solidFill>
                  <a:srgbClr val="C00000"/>
                </a:solidFill>
                <a:latin typeface="Calibri"/>
                <a:cs typeface="Calibri"/>
              </a:rPr>
              <a:t>cs.purdue.edu</a:t>
            </a:r>
            <a:endParaRPr lang="en-US" dirty="0">
              <a:solidFill>
                <a:srgbClr val="C00000"/>
              </a:solidFill>
              <a:latin typeface="Calibri"/>
              <a:cs typeface="Calibri"/>
            </a:endParaRPr>
          </a:p>
          <a:p>
            <a:pPr marL="0" indent="0">
              <a:buNone/>
            </a:pPr>
            <a:r>
              <a:rPr lang="en-US" dirty="0">
                <a:latin typeface="Calibri"/>
                <a:cs typeface="Calibri"/>
              </a:rPr>
              <a:t>&gt; </a:t>
            </a:r>
            <a:r>
              <a:rPr lang="en-US" dirty="0" err="1">
                <a:latin typeface="Calibri"/>
                <a:cs typeface="Calibri"/>
              </a:rPr>
              <a:t>nslookup</a:t>
            </a:r>
            <a:r>
              <a:rPr lang="en-US" dirty="0">
                <a:latin typeface="Calibri"/>
                <a:cs typeface="Calibri"/>
              </a:rPr>
              <a:t> –type=A </a:t>
            </a:r>
            <a:r>
              <a:rPr lang="en-US" dirty="0" err="1">
                <a:latin typeface="Calibri"/>
                <a:cs typeface="Calibri"/>
              </a:rPr>
              <a:t>harbor.ecn.purdue.edu</a:t>
            </a:r>
            <a:endParaRPr lang="en-US" dirty="0">
              <a:solidFill>
                <a:srgbClr val="FF0000"/>
              </a:solidFill>
              <a:latin typeface="Calibri"/>
              <a:cs typeface="Calibri"/>
            </a:endParaRPr>
          </a:p>
          <a:p>
            <a:pPr marL="0" indent="0">
              <a:buNone/>
            </a:pPr>
            <a:endParaRPr lang="en-US" dirty="0">
              <a:solidFill>
                <a:srgbClr val="C00000"/>
              </a:solidFill>
              <a:latin typeface="Calibri"/>
              <a:cs typeface="Calibri"/>
            </a:endParaRPr>
          </a:p>
          <a:p>
            <a:pPr marL="0" indent="0">
              <a:buNone/>
            </a:pPr>
            <a:r>
              <a:rPr lang="en-US" dirty="0">
                <a:solidFill>
                  <a:srgbClr val="C00000"/>
                </a:solidFill>
                <a:latin typeface="Calibri"/>
                <a:cs typeface="Calibri"/>
              </a:rPr>
              <a:t>Canonical name (alias)</a:t>
            </a:r>
          </a:p>
          <a:p>
            <a:pPr marL="0" indent="0">
              <a:buNone/>
            </a:pPr>
            <a:r>
              <a:rPr lang="en-US" dirty="0">
                <a:latin typeface="Calibri"/>
                <a:cs typeface="Calibri"/>
              </a:rPr>
              <a:t>&gt;</a:t>
            </a:r>
            <a:r>
              <a:rPr lang="en-US" dirty="0" err="1">
                <a:latin typeface="Calibri"/>
                <a:cs typeface="Calibri"/>
              </a:rPr>
              <a:t>nslookup</a:t>
            </a:r>
            <a:r>
              <a:rPr lang="en-US" dirty="0">
                <a:latin typeface="Calibri"/>
                <a:cs typeface="Calibri"/>
              </a:rPr>
              <a:t> -type=CNAME </a:t>
            </a:r>
            <a:r>
              <a:rPr lang="en-US" dirty="0" err="1">
                <a:latin typeface="Calibri"/>
                <a:cs typeface="Calibri"/>
              </a:rPr>
              <a:t>amazon.com</a:t>
            </a:r>
            <a:endParaRPr lang="en-US" dirty="0">
              <a:latin typeface="Calibri"/>
              <a:cs typeface="Calibri"/>
            </a:endParaRPr>
          </a:p>
          <a:p>
            <a:pPr marL="0" indent="0">
              <a:buNone/>
            </a:pPr>
            <a:r>
              <a:rPr lang="en-US" dirty="0">
                <a:latin typeface="Calibri"/>
                <a:cs typeface="Calibri"/>
              </a:rPr>
              <a:t>&gt;</a:t>
            </a:r>
            <a:r>
              <a:rPr lang="en-US" dirty="0" err="1">
                <a:latin typeface="Calibri"/>
                <a:cs typeface="Calibri"/>
              </a:rPr>
              <a:t>nslookup</a:t>
            </a:r>
            <a:r>
              <a:rPr lang="en-US" dirty="0">
                <a:latin typeface="Calibri"/>
                <a:cs typeface="Calibri"/>
              </a:rPr>
              <a:t> -type=CNAME </a:t>
            </a:r>
            <a:r>
              <a:rPr lang="en-US" dirty="0" err="1">
                <a:latin typeface="Calibri"/>
                <a:cs typeface="Calibri"/>
              </a:rPr>
              <a:t>purdue.edu</a:t>
            </a:r>
            <a:endParaRPr lang="en-US" dirty="0">
              <a:latin typeface="Calibri"/>
              <a:cs typeface="Calibri"/>
            </a:endParaRPr>
          </a:p>
          <a:p>
            <a:pPr marL="0" indent="0">
              <a:buNone/>
            </a:pPr>
            <a:r>
              <a:rPr lang="en-US" dirty="0">
                <a:solidFill>
                  <a:srgbClr val="C00000"/>
                </a:solidFill>
                <a:latin typeface="Calibri"/>
                <a:cs typeface="Calibri"/>
              </a:rPr>
              <a:t>Mail server</a:t>
            </a:r>
          </a:p>
          <a:p>
            <a:pPr marL="0" indent="0">
              <a:buNone/>
            </a:pPr>
            <a:r>
              <a:rPr lang="en-US" dirty="0">
                <a:latin typeface="Calibri"/>
                <a:cs typeface="Calibri"/>
              </a:rPr>
              <a:t>&gt;</a:t>
            </a:r>
            <a:r>
              <a:rPr lang="en-US" dirty="0" err="1">
                <a:latin typeface="Calibri"/>
                <a:cs typeface="Calibri"/>
              </a:rPr>
              <a:t>nslookup</a:t>
            </a:r>
            <a:r>
              <a:rPr lang="en-US" dirty="0">
                <a:latin typeface="Calibri"/>
                <a:cs typeface="Calibri"/>
              </a:rPr>
              <a:t> -type=MX </a:t>
            </a:r>
            <a:r>
              <a:rPr lang="en-US" dirty="0" err="1">
                <a:latin typeface="Calibri"/>
                <a:cs typeface="Calibri"/>
              </a:rPr>
              <a:t>gmail.com</a:t>
            </a:r>
            <a:endParaRPr lang="en-US" dirty="0">
              <a:solidFill>
                <a:srgbClr val="FF0000"/>
              </a:solidFill>
              <a:latin typeface="Calibri"/>
              <a:cs typeface="Calibri"/>
            </a:endParaRPr>
          </a:p>
          <a:p>
            <a:pPr marL="0" indent="0">
              <a:buNone/>
            </a:pPr>
            <a:r>
              <a:rPr lang="en-US" dirty="0">
                <a:latin typeface="Calibri"/>
                <a:cs typeface="Calibri"/>
              </a:rPr>
              <a:t>&gt;</a:t>
            </a:r>
            <a:r>
              <a:rPr lang="en-US" dirty="0" err="1">
                <a:latin typeface="Calibri"/>
                <a:cs typeface="Calibri"/>
              </a:rPr>
              <a:t>nslookup</a:t>
            </a:r>
            <a:r>
              <a:rPr lang="en-US" dirty="0">
                <a:latin typeface="Calibri"/>
                <a:cs typeface="Calibri"/>
              </a:rPr>
              <a:t> -type=MX </a:t>
            </a:r>
            <a:r>
              <a:rPr lang="en-US" dirty="0" err="1">
                <a:latin typeface="Calibri"/>
                <a:cs typeface="Calibri"/>
              </a:rPr>
              <a:t>purdue.edu</a:t>
            </a:r>
            <a:endParaRPr lang="en-US" dirty="0">
              <a:latin typeface="Calibri"/>
              <a:cs typeface="Calibri"/>
            </a:endParaRPr>
          </a:p>
          <a:p>
            <a:pPr marL="0" indent="0">
              <a:buNone/>
            </a:pPr>
            <a:endParaRPr lang="en-US" u="sng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6C49AB7-A5F1-B84A-883E-6FB067F1513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More at demo-</a:t>
            </a:r>
            <a:r>
              <a:rPr lang="en-US" dirty="0" err="1"/>
              <a:t>nslookup</a:t>
            </a:r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8428074-DF9A-8D46-9D0F-2A86B020BC8A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 bwMode="auto">
          <a:xfrm>
            <a:off x="11515725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sz="1200" kern="1200">
                <a:solidFill>
                  <a:schemeClr val="tx1"/>
                </a:solidFill>
                <a:latin typeface="Tahoma" charset="0"/>
                <a:ea typeface="ＭＳ Ｐゴシック" charset="0"/>
                <a:cs typeface="ＭＳ Ｐゴシック" charset="0"/>
              </a:defRPr>
            </a:lvl1pPr>
            <a:lvl2pPr marL="4572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2pPr>
            <a:lvl3pPr marL="9144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3pPr>
            <a:lvl4pPr marL="1371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4pPr>
            <a:lvl5pPr marL="18288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9pPr>
          </a:lstStyle>
          <a:p>
            <a:pPr>
              <a:defRPr/>
            </a:pPr>
            <a:endParaRPr lang="en-US"/>
          </a:p>
          <a:p>
            <a:pPr>
              <a:defRPr/>
            </a:pPr>
            <a:fld id="{EA4DE36C-4767-D04B-8BF6-480838CCF4A8}" type="slidenum">
              <a:rPr lang="en-US" smtClean="0"/>
              <a:pPr>
                <a:defRPr/>
              </a:pPr>
              <a:t>89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26983021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3C9A6680-5220-C94B-B54B-8246CBDC5236}"/>
              </a:ext>
            </a:extLst>
          </p:cNvPr>
          <p:cNvGrpSpPr/>
          <p:nvPr/>
        </p:nvGrpSpPr>
        <p:grpSpPr>
          <a:xfrm>
            <a:off x="6272212" y="1937764"/>
            <a:ext cx="3671888" cy="4505326"/>
            <a:chOff x="6272212" y="1937764"/>
            <a:chExt cx="3671888" cy="4505326"/>
          </a:xfrm>
        </p:grpSpPr>
        <p:sp>
          <p:nvSpPr>
            <p:cNvPr id="20" name="Rectangle 12">
              <a:extLst>
                <a:ext uri="{FF2B5EF4-FFF2-40B4-BE49-F238E27FC236}">
                  <a16:creationId xmlns:a16="http://schemas.microsoft.com/office/drawing/2014/main" id="{99BE727C-D65D-1B40-96AC-483DEC4F5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97612" y="2339402"/>
              <a:ext cx="3614738" cy="4103688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18900000" sx="101000" sy="101000" algn="bl" rotWithShape="0">
                <a:srgbClr val="0000A3">
                  <a:alpha val="40000"/>
                </a:srgbClr>
              </a:outerShdw>
            </a:effec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" name="Line 13">
              <a:extLst>
                <a:ext uri="{FF2B5EF4-FFF2-40B4-BE49-F238E27FC236}">
                  <a16:creationId xmlns:a16="http://schemas.microsoft.com/office/drawing/2014/main" id="{D3137C12-F806-3641-A910-12D839D308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6500" y="5766814"/>
              <a:ext cx="364648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" name="Line 14">
              <a:extLst>
                <a:ext uri="{FF2B5EF4-FFF2-40B4-BE49-F238E27FC236}">
                  <a16:creationId xmlns:a16="http://schemas.microsoft.com/office/drawing/2014/main" id="{EDBF86F0-1464-CB44-8885-0806AB78A6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7612" y="5081014"/>
              <a:ext cx="364648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" name="Line 15">
              <a:extLst>
                <a:ext uri="{FF2B5EF4-FFF2-40B4-BE49-F238E27FC236}">
                  <a16:creationId xmlns:a16="http://schemas.microsoft.com/office/drawing/2014/main" id="{B63A2FA5-43E4-954D-9AB5-1D874BF6FD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6500" y="4395214"/>
              <a:ext cx="364648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Line 16">
              <a:extLst>
                <a:ext uri="{FF2B5EF4-FFF2-40B4-BE49-F238E27FC236}">
                  <a16:creationId xmlns:a16="http://schemas.microsoft.com/office/drawing/2014/main" id="{AAF4D57F-AE3F-9647-BE59-19E830D1D2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6500" y="3720527"/>
              <a:ext cx="364648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" name="Line 17">
              <a:extLst>
                <a:ext uri="{FF2B5EF4-FFF2-40B4-BE49-F238E27FC236}">
                  <a16:creationId xmlns:a16="http://schemas.microsoft.com/office/drawing/2014/main" id="{679A37C6-A060-1A4E-9044-88577B96F0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4912" y="3263327"/>
              <a:ext cx="364648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" name="Line 18">
              <a:extLst>
                <a:ext uri="{FF2B5EF4-FFF2-40B4-BE49-F238E27FC236}">
                  <a16:creationId xmlns:a16="http://schemas.microsoft.com/office/drawing/2014/main" id="{673541D1-57E3-2945-9429-F011927643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72212" y="2812477"/>
              <a:ext cx="364648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" name="Line 19">
              <a:extLst>
                <a:ext uri="{FF2B5EF4-FFF2-40B4-BE49-F238E27FC236}">
                  <a16:creationId xmlns:a16="http://schemas.microsoft.com/office/drawing/2014/main" id="{54CFADCD-AE37-1644-BF88-67FE47DB3E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4187" y="2350514"/>
              <a:ext cx="3175" cy="13604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" name="Text Box 20">
              <a:extLst>
                <a:ext uri="{FF2B5EF4-FFF2-40B4-BE49-F238E27FC236}">
                  <a16:creationId xmlns:a16="http://schemas.microsoft.com/office/drawing/2014/main" id="{3D1A7AB7-6B0B-CF47-A475-00A1549B56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42087" y="2410839"/>
              <a:ext cx="13112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identification</a:t>
              </a:r>
            </a:p>
          </p:txBody>
        </p:sp>
        <p:sp>
          <p:nvSpPr>
            <p:cNvPr id="29" name="Text Box 21">
              <a:extLst>
                <a:ext uri="{FF2B5EF4-FFF2-40B4-BE49-F238E27FC236}">
                  <a16:creationId xmlns:a16="http://schemas.microsoft.com/office/drawing/2014/main" id="{F6CD8852-97C9-AA40-BE0D-939C3F2037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66162" y="2410839"/>
              <a:ext cx="6127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flags</a:t>
              </a:r>
            </a:p>
          </p:txBody>
        </p:sp>
        <p:sp>
          <p:nvSpPr>
            <p:cNvPr id="30" name="Text Box 22">
              <a:extLst>
                <a:ext uri="{FF2B5EF4-FFF2-40B4-BE49-F238E27FC236}">
                  <a16:creationId xmlns:a16="http://schemas.microsoft.com/office/drawing/2014/main" id="{8E843694-5A82-3146-BF88-2166E2F008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73837" y="2868039"/>
              <a:ext cx="12223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# questions</a:t>
              </a:r>
            </a:p>
          </p:txBody>
        </p:sp>
        <p:sp>
          <p:nvSpPr>
            <p:cNvPr id="31" name="Text Box 23">
              <a:extLst>
                <a:ext uri="{FF2B5EF4-FFF2-40B4-BE49-F238E27FC236}">
                  <a16:creationId xmlns:a16="http://schemas.microsoft.com/office/drawing/2014/main" id="{647BB3F6-ABB6-7745-BEE2-09BC405C08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57950" y="3879277"/>
              <a:ext cx="327818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questions (variable # of questions)</a:t>
              </a:r>
            </a:p>
          </p:txBody>
        </p:sp>
        <p:sp>
          <p:nvSpPr>
            <p:cNvPr id="32" name="Text Box 26">
              <a:extLst>
                <a:ext uri="{FF2B5EF4-FFF2-40B4-BE49-F238E27FC236}">
                  <a16:creationId xmlns:a16="http://schemas.microsoft.com/office/drawing/2014/main" id="{43C35098-F1D5-F844-AD59-9E1AB2E6B0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67687" y="3323652"/>
              <a:ext cx="16716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# additional RRs</a:t>
              </a:r>
            </a:p>
          </p:txBody>
        </p:sp>
        <p:sp>
          <p:nvSpPr>
            <p:cNvPr id="33" name="Text Box 27">
              <a:extLst>
                <a:ext uri="{FF2B5EF4-FFF2-40B4-BE49-F238E27FC236}">
                  <a16:creationId xmlns:a16="http://schemas.microsoft.com/office/drawing/2014/main" id="{C77DED5D-F85E-BD49-A1EA-E279AC50D9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15087" y="3325239"/>
              <a:ext cx="158432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# authority RRs</a:t>
              </a:r>
            </a:p>
          </p:txBody>
        </p:sp>
        <p:sp>
          <p:nvSpPr>
            <p:cNvPr id="34" name="Text Box 28">
              <a:extLst>
                <a:ext uri="{FF2B5EF4-FFF2-40B4-BE49-F238E27FC236}">
                  <a16:creationId xmlns:a16="http://schemas.microsoft.com/office/drawing/2014/main" id="{570DB478-D786-3F43-96D9-4A3EFE52D1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6112" y="2877564"/>
              <a:ext cx="14589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# answer RRs</a:t>
              </a:r>
            </a:p>
          </p:txBody>
        </p:sp>
        <p:sp>
          <p:nvSpPr>
            <p:cNvPr id="35" name="Text Box 30">
              <a:extLst>
                <a:ext uri="{FF2B5EF4-FFF2-40B4-BE49-F238E27FC236}">
                  <a16:creationId xmlns:a16="http://schemas.microsoft.com/office/drawing/2014/main" id="{EC9CAD9A-2ACC-E841-964A-C51614A31D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65925" y="4563489"/>
              <a:ext cx="26908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answers (variable # of RRs)</a:t>
              </a:r>
            </a:p>
          </p:txBody>
        </p:sp>
        <p:sp>
          <p:nvSpPr>
            <p:cNvPr id="36" name="Text Box 31">
              <a:extLst>
                <a:ext uri="{FF2B5EF4-FFF2-40B4-BE49-F238E27FC236}">
                  <a16:creationId xmlns:a16="http://schemas.microsoft.com/office/drawing/2014/main" id="{C50AEEC2-E934-374F-AD10-414E9A36FC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96087" y="5249289"/>
              <a:ext cx="271462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authority (variable # of RRs)</a:t>
              </a:r>
            </a:p>
          </p:txBody>
        </p:sp>
        <p:sp>
          <p:nvSpPr>
            <p:cNvPr id="37" name="Text Box 32">
              <a:extLst>
                <a:ext uri="{FF2B5EF4-FFF2-40B4-BE49-F238E27FC236}">
                  <a16:creationId xmlns:a16="http://schemas.microsoft.com/office/drawing/2014/main" id="{0F454706-890A-194D-A8B9-1F027F5A53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2875" y="5916039"/>
              <a:ext cx="31861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additional info (variable # of RRs)</a:t>
              </a:r>
            </a:p>
          </p:txBody>
        </p:sp>
        <p:grpSp>
          <p:nvGrpSpPr>
            <p:cNvPr id="40" name="Group 60">
              <a:extLst>
                <a:ext uri="{FF2B5EF4-FFF2-40B4-BE49-F238E27FC236}">
                  <a16:creationId xmlns:a16="http://schemas.microsoft.com/office/drawing/2014/main" id="{B20DF2CE-5427-7642-BC04-9D36B08A46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2375" y="1937764"/>
              <a:ext cx="1747837" cy="274638"/>
              <a:chOff x="2691" y="1194"/>
              <a:chExt cx="1101" cy="173"/>
            </a:xfrm>
          </p:grpSpPr>
          <p:sp>
            <p:nvSpPr>
              <p:cNvPr id="41" name="Text Box 57">
                <a:extLst>
                  <a:ext uri="{FF2B5EF4-FFF2-40B4-BE49-F238E27FC236}">
                    <a16:creationId xmlns:a16="http://schemas.microsoft.com/office/drawing/2014/main" id="{4CC1EC8B-ED8A-534D-B8AB-0E3E394818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32" y="1194"/>
                <a:ext cx="425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2 bytes</a:t>
                </a:r>
              </a:p>
            </p:txBody>
          </p:sp>
          <p:sp>
            <p:nvSpPr>
              <p:cNvPr id="42" name="Line 58">
                <a:extLst>
                  <a:ext uri="{FF2B5EF4-FFF2-40B4-BE49-F238E27FC236}">
                    <a16:creationId xmlns:a16="http://schemas.microsoft.com/office/drawing/2014/main" id="{FD720698-F5B3-5C47-A102-5E4786459A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65" y="1284"/>
                <a:ext cx="32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" name="Line 59">
                <a:extLst>
                  <a:ext uri="{FF2B5EF4-FFF2-40B4-BE49-F238E27FC236}">
                    <a16:creationId xmlns:a16="http://schemas.microsoft.com/office/drawing/2014/main" id="{5FE43354-E99E-6549-837E-529B4A967B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691" y="1284"/>
                <a:ext cx="32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4" name="Group 61">
              <a:extLst>
                <a:ext uri="{FF2B5EF4-FFF2-40B4-BE49-F238E27FC236}">
                  <a16:creationId xmlns:a16="http://schemas.microsoft.com/office/drawing/2014/main" id="{7B6CBFB9-B999-324E-91C4-CB7BCE5D86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77200" y="1937764"/>
              <a:ext cx="1747837" cy="274638"/>
              <a:chOff x="2691" y="1194"/>
              <a:chExt cx="1101" cy="173"/>
            </a:xfrm>
          </p:grpSpPr>
          <p:sp>
            <p:nvSpPr>
              <p:cNvPr id="45" name="Text Box 62">
                <a:extLst>
                  <a:ext uri="{FF2B5EF4-FFF2-40B4-BE49-F238E27FC236}">
                    <a16:creationId xmlns:a16="http://schemas.microsoft.com/office/drawing/2014/main" id="{E2F0F997-6116-0C45-BA9F-CBA730A159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32" y="1194"/>
                <a:ext cx="425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2 bytes</a:t>
                </a:r>
              </a:p>
            </p:txBody>
          </p:sp>
          <p:sp>
            <p:nvSpPr>
              <p:cNvPr id="46" name="Line 63">
                <a:extLst>
                  <a:ext uri="{FF2B5EF4-FFF2-40B4-BE49-F238E27FC236}">
                    <a16:creationId xmlns:a16="http://schemas.microsoft.com/office/drawing/2014/main" id="{17A912FD-E8A8-8442-8F53-5994F27165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65" y="1284"/>
                <a:ext cx="32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" name="Line 64">
                <a:extLst>
                  <a:ext uri="{FF2B5EF4-FFF2-40B4-BE49-F238E27FC236}">
                    <a16:creationId xmlns:a16="http://schemas.microsoft.com/office/drawing/2014/main" id="{07B7A39C-E852-2B4C-941E-0B488FF8CD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691" y="1284"/>
                <a:ext cx="32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DNS protocol messages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CD167590-D12C-F842-94F3-26CF0F3023F4}"/>
              </a:ext>
            </a:extLst>
          </p:cNvPr>
          <p:cNvSpPr txBox="1">
            <a:spLocks noChangeArrowheads="1"/>
          </p:cNvSpPr>
          <p:nvPr/>
        </p:nvSpPr>
        <p:spPr>
          <a:xfrm>
            <a:off x="693057" y="1391557"/>
            <a:ext cx="10393362" cy="51435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DNS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query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and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reply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messages, both have same 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format: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F978C79B-5602-8E43-829C-44002A5A2D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07887" y="2394964"/>
            <a:ext cx="4688114" cy="383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ZapfDingbats" charset="0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message header:</a:t>
            </a:r>
          </a:p>
          <a:p>
            <a:pPr marL="227013" marR="0" lvl="0" indent="-2270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identification: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16 bit # for query, reply to query uses same #</a:t>
            </a:r>
          </a:p>
          <a:p>
            <a:pPr marL="227013" marR="0" lvl="0" indent="-2270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flags:</a:t>
            </a:r>
          </a:p>
          <a:p>
            <a:pPr marL="460375" marR="0" lvl="1" indent="-230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query or reply</a:t>
            </a:r>
          </a:p>
          <a:p>
            <a:pPr marL="460375" marR="0" lvl="1" indent="-230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recursion desired </a:t>
            </a:r>
          </a:p>
          <a:p>
            <a:pPr marL="460375" marR="0" lvl="1" indent="-230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recursion available</a:t>
            </a:r>
          </a:p>
          <a:p>
            <a:pPr marL="460375" marR="0" lvl="1" indent="-230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reply is authoritative</a:t>
            </a:r>
          </a:p>
        </p:txBody>
      </p:sp>
      <p:sp>
        <p:nvSpPr>
          <p:cNvPr id="38" name="Line 34">
            <a:extLst>
              <a:ext uri="{FF2B5EF4-FFF2-40B4-BE49-F238E27FC236}">
                <a16:creationId xmlns:a16="http://schemas.microsoft.com/office/drawing/2014/main" id="{03A0FB20-73AE-C645-8115-85F6EEA5B5D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10672" y="2610864"/>
            <a:ext cx="2902854" cy="295274"/>
          </a:xfrm>
          <a:prstGeom prst="line">
            <a:avLst/>
          </a:prstGeom>
          <a:noFill/>
          <a:ln w="127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9" name="Line 35">
            <a:extLst>
              <a:ext uri="{FF2B5EF4-FFF2-40B4-BE49-F238E27FC236}">
                <a16:creationId xmlns:a16="http://schemas.microsoft.com/office/drawing/2014/main" id="{1A55A89B-1CD7-B54F-863D-E99720E03B7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52675" y="2590227"/>
            <a:ext cx="6383337" cy="1208088"/>
          </a:xfrm>
          <a:prstGeom prst="line">
            <a:avLst/>
          </a:prstGeom>
          <a:noFill/>
          <a:ln w="127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" name="Slide Number Placeholder 2">
            <a:extLst>
              <a:ext uri="{FF2B5EF4-FFF2-40B4-BE49-F238E27FC236}">
                <a16:creationId xmlns:a16="http://schemas.microsoft.com/office/drawing/2014/main" id="{B83050FC-315F-2544-B90A-1FF8E08E69C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90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728222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 animBg="1"/>
      <p:bldP spid="39" grpId="0" animBg="1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" name="Group 56">
            <a:extLst>
              <a:ext uri="{FF2B5EF4-FFF2-40B4-BE49-F238E27FC236}">
                <a16:creationId xmlns:a16="http://schemas.microsoft.com/office/drawing/2014/main" id="{F3A966D3-2C53-7043-9726-8E5764BD36FD}"/>
              </a:ext>
            </a:extLst>
          </p:cNvPr>
          <p:cNvGrpSpPr/>
          <p:nvPr/>
        </p:nvGrpSpPr>
        <p:grpSpPr>
          <a:xfrm>
            <a:off x="6272212" y="1937764"/>
            <a:ext cx="3671888" cy="4505326"/>
            <a:chOff x="6272212" y="1937764"/>
            <a:chExt cx="3671888" cy="4505326"/>
          </a:xfrm>
        </p:grpSpPr>
        <p:sp>
          <p:nvSpPr>
            <p:cNvPr id="58" name="Rectangle 12">
              <a:extLst>
                <a:ext uri="{FF2B5EF4-FFF2-40B4-BE49-F238E27FC236}">
                  <a16:creationId xmlns:a16="http://schemas.microsoft.com/office/drawing/2014/main" id="{D3568E88-5955-424B-B8F5-A21359D5E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97612" y="2339402"/>
              <a:ext cx="3614738" cy="4103688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18900000" sx="101000" sy="101000" algn="bl" rotWithShape="0">
                <a:srgbClr val="0000A3">
                  <a:alpha val="40000"/>
                </a:srgbClr>
              </a:outerShdw>
            </a:effec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" name="Line 13">
              <a:extLst>
                <a:ext uri="{FF2B5EF4-FFF2-40B4-BE49-F238E27FC236}">
                  <a16:creationId xmlns:a16="http://schemas.microsoft.com/office/drawing/2014/main" id="{F1DAA21C-2CC0-F041-B1F7-E511608807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6500" y="5766814"/>
              <a:ext cx="364648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Line 14">
              <a:extLst>
                <a:ext uri="{FF2B5EF4-FFF2-40B4-BE49-F238E27FC236}">
                  <a16:creationId xmlns:a16="http://schemas.microsoft.com/office/drawing/2014/main" id="{507E3301-3AAB-0340-A7F1-6C57515086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7612" y="5081014"/>
              <a:ext cx="364648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" name="Line 15">
              <a:extLst>
                <a:ext uri="{FF2B5EF4-FFF2-40B4-BE49-F238E27FC236}">
                  <a16:creationId xmlns:a16="http://schemas.microsoft.com/office/drawing/2014/main" id="{C84DEA63-7944-AC4C-88AD-6817D39540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6500" y="4395214"/>
              <a:ext cx="364648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Line 16">
              <a:extLst>
                <a:ext uri="{FF2B5EF4-FFF2-40B4-BE49-F238E27FC236}">
                  <a16:creationId xmlns:a16="http://schemas.microsoft.com/office/drawing/2014/main" id="{DC9B8E6D-9F7D-004C-98A3-75DEEEBD9A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6500" y="3720527"/>
              <a:ext cx="364648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" name="Line 17">
              <a:extLst>
                <a:ext uri="{FF2B5EF4-FFF2-40B4-BE49-F238E27FC236}">
                  <a16:creationId xmlns:a16="http://schemas.microsoft.com/office/drawing/2014/main" id="{306014BE-BC39-824E-9F78-D660CD2675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4912" y="3263327"/>
              <a:ext cx="364648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" name="Line 18">
              <a:extLst>
                <a:ext uri="{FF2B5EF4-FFF2-40B4-BE49-F238E27FC236}">
                  <a16:creationId xmlns:a16="http://schemas.microsoft.com/office/drawing/2014/main" id="{A42C2C1E-84BD-9743-97E0-09CF9FCFF2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72212" y="2812477"/>
              <a:ext cx="364648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" name="Line 19">
              <a:extLst>
                <a:ext uri="{FF2B5EF4-FFF2-40B4-BE49-F238E27FC236}">
                  <a16:creationId xmlns:a16="http://schemas.microsoft.com/office/drawing/2014/main" id="{A5708C43-6E7B-824A-980E-C5EB81FC21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4187" y="2350514"/>
              <a:ext cx="3175" cy="13604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" name="Text Box 20">
              <a:extLst>
                <a:ext uri="{FF2B5EF4-FFF2-40B4-BE49-F238E27FC236}">
                  <a16:creationId xmlns:a16="http://schemas.microsoft.com/office/drawing/2014/main" id="{B5DFDF92-2319-2549-A363-2E65C12911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42087" y="2410839"/>
              <a:ext cx="13112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identification</a:t>
              </a:r>
            </a:p>
          </p:txBody>
        </p:sp>
        <p:sp>
          <p:nvSpPr>
            <p:cNvPr id="67" name="Text Box 21">
              <a:extLst>
                <a:ext uri="{FF2B5EF4-FFF2-40B4-BE49-F238E27FC236}">
                  <a16:creationId xmlns:a16="http://schemas.microsoft.com/office/drawing/2014/main" id="{D4E993B8-AE34-384B-8C59-1B56BB128D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66162" y="2410839"/>
              <a:ext cx="6127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flags</a:t>
              </a:r>
            </a:p>
          </p:txBody>
        </p:sp>
        <p:sp>
          <p:nvSpPr>
            <p:cNvPr id="68" name="Text Box 22">
              <a:extLst>
                <a:ext uri="{FF2B5EF4-FFF2-40B4-BE49-F238E27FC236}">
                  <a16:creationId xmlns:a16="http://schemas.microsoft.com/office/drawing/2014/main" id="{B3DF818C-F6C8-E14D-A46C-FD30630746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73837" y="2868039"/>
              <a:ext cx="12223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# questions</a:t>
              </a:r>
            </a:p>
          </p:txBody>
        </p:sp>
        <p:sp>
          <p:nvSpPr>
            <p:cNvPr id="69" name="Text Box 23">
              <a:extLst>
                <a:ext uri="{FF2B5EF4-FFF2-40B4-BE49-F238E27FC236}">
                  <a16:creationId xmlns:a16="http://schemas.microsoft.com/office/drawing/2014/main" id="{9A6A9AC2-926A-8B4E-81B0-9CE0DD3BB5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57950" y="3879277"/>
              <a:ext cx="327818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questions (variable # of questions)</a:t>
              </a:r>
            </a:p>
          </p:txBody>
        </p:sp>
        <p:sp>
          <p:nvSpPr>
            <p:cNvPr id="70" name="Text Box 26">
              <a:extLst>
                <a:ext uri="{FF2B5EF4-FFF2-40B4-BE49-F238E27FC236}">
                  <a16:creationId xmlns:a16="http://schemas.microsoft.com/office/drawing/2014/main" id="{C9071FBC-5A74-7341-A63F-649340BD84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67687" y="3323652"/>
              <a:ext cx="16716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# additional RRs</a:t>
              </a:r>
            </a:p>
          </p:txBody>
        </p:sp>
        <p:sp>
          <p:nvSpPr>
            <p:cNvPr id="71" name="Text Box 27">
              <a:extLst>
                <a:ext uri="{FF2B5EF4-FFF2-40B4-BE49-F238E27FC236}">
                  <a16:creationId xmlns:a16="http://schemas.microsoft.com/office/drawing/2014/main" id="{9513342D-3D82-2446-A7D3-28EDD5EAEE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15087" y="3325239"/>
              <a:ext cx="158432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# authority RRs</a:t>
              </a:r>
            </a:p>
          </p:txBody>
        </p:sp>
        <p:sp>
          <p:nvSpPr>
            <p:cNvPr id="72" name="Text Box 28">
              <a:extLst>
                <a:ext uri="{FF2B5EF4-FFF2-40B4-BE49-F238E27FC236}">
                  <a16:creationId xmlns:a16="http://schemas.microsoft.com/office/drawing/2014/main" id="{83ED9871-C6FF-8644-98E4-EEE7A5BD02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6112" y="2877564"/>
              <a:ext cx="14589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# answer RRs</a:t>
              </a:r>
            </a:p>
          </p:txBody>
        </p:sp>
        <p:sp>
          <p:nvSpPr>
            <p:cNvPr id="73" name="Text Box 30">
              <a:extLst>
                <a:ext uri="{FF2B5EF4-FFF2-40B4-BE49-F238E27FC236}">
                  <a16:creationId xmlns:a16="http://schemas.microsoft.com/office/drawing/2014/main" id="{646FFA4C-D2F4-804F-BB10-D2E1E711F5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65925" y="4563489"/>
              <a:ext cx="26908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answers (variable # of RRs)</a:t>
              </a:r>
            </a:p>
          </p:txBody>
        </p:sp>
        <p:sp>
          <p:nvSpPr>
            <p:cNvPr id="74" name="Text Box 31">
              <a:extLst>
                <a:ext uri="{FF2B5EF4-FFF2-40B4-BE49-F238E27FC236}">
                  <a16:creationId xmlns:a16="http://schemas.microsoft.com/office/drawing/2014/main" id="{F169C7FC-D0F8-9546-93C0-00F4E6E4B0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96087" y="5249289"/>
              <a:ext cx="271462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authority (variable # of RRs)</a:t>
              </a:r>
            </a:p>
          </p:txBody>
        </p:sp>
        <p:sp>
          <p:nvSpPr>
            <p:cNvPr id="75" name="Text Box 32">
              <a:extLst>
                <a:ext uri="{FF2B5EF4-FFF2-40B4-BE49-F238E27FC236}">
                  <a16:creationId xmlns:a16="http://schemas.microsoft.com/office/drawing/2014/main" id="{2A810C4D-9EF9-0B42-8366-C238D3FBAE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2875" y="5916039"/>
              <a:ext cx="31861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additional info (variable # of RRs)</a:t>
              </a:r>
            </a:p>
          </p:txBody>
        </p:sp>
        <p:grpSp>
          <p:nvGrpSpPr>
            <p:cNvPr id="76" name="Group 60">
              <a:extLst>
                <a:ext uri="{FF2B5EF4-FFF2-40B4-BE49-F238E27FC236}">
                  <a16:creationId xmlns:a16="http://schemas.microsoft.com/office/drawing/2014/main" id="{8BF3E406-CCE3-D64E-8AB4-D91149714F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2375" y="1937764"/>
              <a:ext cx="1747837" cy="274638"/>
              <a:chOff x="2691" y="1194"/>
              <a:chExt cx="1101" cy="173"/>
            </a:xfrm>
          </p:grpSpPr>
          <p:sp>
            <p:nvSpPr>
              <p:cNvPr id="81" name="Text Box 57">
                <a:extLst>
                  <a:ext uri="{FF2B5EF4-FFF2-40B4-BE49-F238E27FC236}">
                    <a16:creationId xmlns:a16="http://schemas.microsoft.com/office/drawing/2014/main" id="{C33F9937-2680-5C4C-811E-5F9E3D43BD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32" y="1194"/>
                <a:ext cx="425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2 bytes</a:t>
                </a:r>
              </a:p>
            </p:txBody>
          </p:sp>
          <p:sp>
            <p:nvSpPr>
              <p:cNvPr id="82" name="Line 58">
                <a:extLst>
                  <a:ext uri="{FF2B5EF4-FFF2-40B4-BE49-F238E27FC236}">
                    <a16:creationId xmlns:a16="http://schemas.microsoft.com/office/drawing/2014/main" id="{B39B871F-A818-1B4E-A225-DA01D5EDAC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65" y="1284"/>
                <a:ext cx="32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3" name="Line 59">
                <a:extLst>
                  <a:ext uri="{FF2B5EF4-FFF2-40B4-BE49-F238E27FC236}">
                    <a16:creationId xmlns:a16="http://schemas.microsoft.com/office/drawing/2014/main" id="{3CB8F9AE-D625-1D4A-8625-28F8772B9B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691" y="1284"/>
                <a:ext cx="32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7" name="Group 61">
              <a:extLst>
                <a:ext uri="{FF2B5EF4-FFF2-40B4-BE49-F238E27FC236}">
                  <a16:creationId xmlns:a16="http://schemas.microsoft.com/office/drawing/2014/main" id="{711AFC78-9A4A-CD41-A49D-623142A481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77200" y="1937764"/>
              <a:ext cx="1747837" cy="274638"/>
              <a:chOff x="2691" y="1194"/>
              <a:chExt cx="1101" cy="173"/>
            </a:xfrm>
          </p:grpSpPr>
          <p:sp>
            <p:nvSpPr>
              <p:cNvPr id="78" name="Text Box 62">
                <a:extLst>
                  <a:ext uri="{FF2B5EF4-FFF2-40B4-BE49-F238E27FC236}">
                    <a16:creationId xmlns:a16="http://schemas.microsoft.com/office/drawing/2014/main" id="{D2686047-8DDE-AA4D-88A8-9F0670CBD05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32" y="1194"/>
                <a:ext cx="425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2 bytes</a:t>
                </a:r>
              </a:p>
            </p:txBody>
          </p:sp>
          <p:sp>
            <p:nvSpPr>
              <p:cNvPr id="79" name="Line 63">
                <a:extLst>
                  <a:ext uri="{FF2B5EF4-FFF2-40B4-BE49-F238E27FC236}">
                    <a16:creationId xmlns:a16="http://schemas.microsoft.com/office/drawing/2014/main" id="{A93491FC-3FC2-BA4A-B5FC-8BFED42708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65" y="1284"/>
                <a:ext cx="32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" name="Line 64">
                <a:extLst>
                  <a:ext uri="{FF2B5EF4-FFF2-40B4-BE49-F238E27FC236}">
                    <a16:creationId xmlns:a16="http://schemas.microsoft.com/office/drawing/2014/main" id="{B4EF32F5-CEE0-064C-98D1-0B2AED9C53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691" y="1284"/>
                <a:ext cx="32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" name="Rectangle 3">
            <a:extLst>
              <a:ext uri="{FF2B5EF4-FFF2-40B4-BE49-F238E27FC236}">
                <a16:creationId xmlns:a16="http://schemas.microsoft.com/office/drawing/2014/main" id="{CD167590-D12C-F842-94F3-26CF0F3023F4}"/>
              </a:ext>
            </a:extLst>
          </p:cNvPr>
          <p:cNvSpPr txBox="1">
            <a:spLocks noChangeArrowheads="1"/>
          </p:cNvSpPr>
          <p:nvPr/>
        </p:nvSpPr>
        <p:spPr>
          <a:xfrm>
            <a:off x="693057" y="1391557"/>
            <a:ext cx="10393362" cy="51435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DNS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query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and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reply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messages, both have same 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format: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" name="Text Box 4">
            <a:extLst>
              <a:ext uri="{FF2B5EF4-FFF2-40B4-BE49-F238E27FC236}">
                <a16:creationId xmlns:a16="http://schemas.microsoft.com/office/drawing/2014/main" id="{95042E94-C8A0-BE46-8EB4-39429E2BF4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7795" y="3882482"/>
            <a:ext cx="3970338" cy="4090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name, type fields for a query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9" name="Text Box 5">
            <a:extLst>
              <a:ext uri="{FF2B5EF4-FFF2-40B4-BE49-F238E27FC236}">
                <a16:creationId xmlns:a16="http://schemas.microsoft.com/office/drawing/2014/main" id="{4E613433-F917-A147-AF5A-4DF4F76E7E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8138" y="4604794"/>
            <a:ext cx="4003170" cy="4090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RRs in response to query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0" name="Text Box 6">
            <a:extLst>
              <a:ext uri="{FF2B5EF4-FFF2-40B4-BE49-F238E27FC236}">
                <a16:creationId xmlns:a16="http://schemas.microsoft.com/office/drawing/2014/main" id="{3FD623A6-A024-6347-B591-DAC5D82FD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715" y="5271771"/>
            <a:ext cx="4801281" cy="4090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records for authoritative servers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1" name="Text Box 7">
            <a:extLst>
              <a:ext uri="{FF2B5EF4-FFF2-40B4-BE49-F238E27FC236}">
                <a16:creationId xmlns:a16="http://schemas.microsoft.com/office/drawing/2014/main" id="{4B8555F6-7100-944F-9974-2E826BBBD8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9371" y="5790401"/>
            <a:ext cx="4614409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additional “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helpful”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info that may be used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2" name="Line 37">
            <a:extLst>
              <a:ext uri="{FF2B5EF4-FFF2-40B4-BE49-F238E27FC236}">
                <a16:creationId xmlns:a16="http://schemas.microsoft.com/office/drawing/2014/main" id="{F803F024-9C8E-164E-BC96-48776D3FA40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70475" y="6126704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" name="Line 38">
            <a:extLst>
              <a:ext uri="{FF2B5EF4-FFF2-40B4-BE49-F238E27FC236}">
                <a16:creationId xmlns:a16="http://schemas.microsoft.com/office/drawing/2014/main" id="{316EAAA0-F793-2043-BFB7-87E6DFAFF73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78413" y="5467891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" name="Line 39">
            <a:extLst>
              <a:ext uri="{FF2B5EF4-FFF2-40B4-BE49-F238E27FC236}">
                <a16:creationId xmlns:a16="http://schemas.microsoft.com/office/drawing/2014/main" id="{408447E0-07FB-1341-9B44-D1DA4C6774E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86350" y="4809079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" name="Line 40">
            <a:extLst>
              <a:ext uri="{FF2B5EF4-FFF2-40B4-BE49-F238E27FC236}">
                <a16:creationId xmlns:a16="http://schemas.microsoft.com/office/drawing/2014/main" id="{F708B0A3-0C69-D745-B00F-2DDF2924D4F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72063" y="4083591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4" name="Title 1">
            <a:extLst>
              <a:ext uri="{FF2B5EF4-FFF2-40B4-BE49-F238E27FC236}">
                <a16:creationId xmlns:a16="http://schemas.microsoft.com/office/drawing/2014/main" id="{95E186ED-4245-C448-9822-1199EA93DC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DNS protocol messages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9" name="Slide Number Placeholder 2">
            <a:extLst>
              <a:ext uri="{FF2B5EF4-FFF2-40B4-BE49-F238E27FC236}">
                <a16:creationId xmlns:a16="http://schemas.microsoft.com/office/drawing/2014/main" id="{C19D16D8-DC06-E546-AA51-6069613B416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91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033105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/>
      <p:bldP spid="49" grpId="0"/>
      <p:bldP spid="50" grpId="0"/>
      <p:bldP spid="51" grpId="0"/>
      <p:bldP spid="52" grpId="0" animBg="1"/>
      <p:bldP spid="53" grpId="0" animBg="1"/>
      <p:bldP spid="54" grpId="0" animBg="1"/>
      <p:bldP spid="55" grpId="0" animBg="1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Getting your info into the DNS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56" name="Rectangle 4">
            <a:extLst>
              <a:ext uri="{FF2B5EF4-FFF2-40B4-BE49-F238E27FC236}">
                <a16:creationId xmlns:a16="http://schemas.microsoft.com/office/drawing/2014/main" id="{3216383A-5EC1-7E47-A0BE-F48A801236CE}"/>
              </a:ext>
            </a:extLst>
          </p:cNvPr>
          <p:cNvSpPr txBox="1">
            <a:spLocks noChangeArrowheads="1"/>
          </p:cNvSpPr>
          <p:nvPr/>
        </p:nvSpPr>
        <p:spPr>
          <a:xfrm>
            <a:off x="838200" y="1404537"/>
            <a:ext cx="10253340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example: new startup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 Utopia”</a:t>
            </a:r>
          </a:p>
          <a:p>
            <a:pPr marL="352425" marR="0" lvl="0" indent="-2952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register name </a:t>
            </a:r>
            <a:r>
              <a:rPr kumimoji="0" lang="en-US" alt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networkuptopia.com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at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DNS registrar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(e.g., Network Solutions)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provide names, IP addresses of authoritative name server (primary and secondary)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registrar inserts NS, A RRs into .com TLD server: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463550" marR="0" lvl="1" indent="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 (</a:t>
            </a:r>
            <a:r>
              <a:rPr kumimoji="0" lang="en-US" altLang="en-US" sz="2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networkutopia.com</a:t>
            </a:r>
            <a:r>
              <a:rPr kumimoji="0" lang="en-US" alt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, dns1.networkutopia.com, NS)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 (dns1.networkutopia.com, 212.212.212.1, A)</a:t>
            </a:r>
            <a:endParaRPr kumimoji="0" lang="en-US" altLang="en-US" sz="2200" b="0" i="0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Courier" pitchFamily="2" charset="0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952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create authoritative server locally with IP address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212.212.212.1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695325" marR="0" lvl="1" indent="-2952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type A record for www.networkuptopia.com</a:t>
            </a:r>
          </a:p>
          <a:p>
            <a:pPr marL="695325" marR="0" lvl="1" indent="-2952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type MX record for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networkutopia.com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" name="Slide Number Placeholder 2">
            <a:extLst>
              <a:ext uri="{FF2B5EF4-FFF2-40B4-BE49-F238E27FC236}">
                <a16:creationId xmlns:a16="http://schemas.microsoft.com/office/drawing/2014/main" id="{7792EB6E-923E-9C45-A570-23DE9782A5C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92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750359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5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5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DNS security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5" name="Content Placeholder 5">
            <a:extLst>
              <a:ext uri="{FF2B5EF4-FFF2-40B4-BE49-F238E27FC236}">
                <a16:creationId xmlns:a16="http://schemas.microsoft.com/office/drawing/2014/main" id="{81829ECA-BDD6-AD44-8D36-9BB88442CDAB}"/>
              </a:ext>
            </a:extLst>
          </p:cNvPr>
          <p:cNvSpPr txBox="1">
            <a:spLocks/>
          </p:cNvSpPr>
          <p:nvPr/>
        </p:nvSpPr>
        <p:spPr>
          <a:xfrm>
            <a:off x="838200" y="1526094"/>
            <a:ext cx="5025571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22228B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DDoS attacks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bombard root servers with traffic</a:t>
            </a:r>
          </a:p>
          <a:p>
            <a:pPr marL="574675" marR="0" lvl="1" indent="-227013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not successful to date</a:t>
            </a:r>
          </a:p>
          <a:p>
            <a:pPr marL="574675" marR="0" lvl="1" indent="-227013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traffic filtering</a:t>
            </a:r>
          </a:p>
          <a:p>
            <a:pPr marL="574675" marR="0" lvl="1" indent="-227013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local DNS servers cache IPs of TLD servers, allowing root server bypass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bombard TLD servers</a:t>
            </a:r>
          </a:p>
          <a:p>
            <a:pPr marL="574675" marR="0" lvl="1" indent="-227013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potentially more dangerous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Comic Sans MS" panose="030F0902030302020204" pitchFamily="66" charset="0"/>
              <a:buAutoNum type="arabicPeriod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A84F48D-B139-BA49-B127-5134E112078B}"/>
              </a:ext>
            </a:extLst>
          </p:cNvPr>
          <p:cNvSpPr txBox="1">
            <a:spLocks/>
          </p:cNvSpPr>
          <p:nvPr/>
        </p:nvSpPr>
        <p:spPr bwMode="auto">
          <a:xfrm>
            <a:off x="6096000" y="1526094"/>
            <a:ext cx="4760686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14288" marR="0" lvl="0" indent="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2D2DB9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</a:t>
            </a:r>
            <a:r>
              <a:rPr kumimoji="0" lang="en-US" sz="3200" b="0" i="0" u="none" strike="noStrike" kern="0" cap="none" spc="0" normalizeH="0" baseline="0" noProof="0" dirty="0" err="1">
                <a:ln>
                  <a:noFill/>
                </a:ln>
                <a:solidFill>
                  <a:srgbClr val="2D2DB9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poofing</a:t>
            </a: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2D2DB9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attacks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intercept DNS queries, returning bogus replies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DNS cache poisoning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RFC 4033: DNSSEC authentication services</a:t>
            </a: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CEE8551A-CF21-2D4C-B81F-11CF85B7E4F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93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842686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52" name="Rectangle 2"/>
          <p:cNvSpPr>
            <a:spLocks noGrp="1" noChangeArrowheads="1"/>
          </p:cNvSpPr>
          <p:nvPr>
            <p:ph type="title"/>
          </p:nvPr>
        </p:nvSpPr>
        <p:spPr>
          <a:xfrm>
            <a:off x="1935163" y="138114"/>
            <a:ext cx="7772400" cy="871537"/>
          </a:xfrm>
        </p:spPr>
        <p:txBody>
          <a:bodyPr/>
          <a:lstStyle/>
          <a:p>
            <a:r>
              <a:rPr lang="en-US">
                <a:latin typeface="Gill Sans MT" charset="0"/>
              </a:rPr>
              <a:t>Pure </a:t>
            </a:r>
            <a:r>
              <a:rPr lang="en-US" sz="4000">
                <a:latin typeface="Gill Sans MT" charset="0"/>
              </a:rPr>
              <a:t>P2P</a:t>
            </a:r>
            <a:r>
              <a:rPr lang="en-US">
                <a:latin typeface="Gill Sans MT" charset="0"/>
              </a:rPr>
              <a:t> architecture</a:t>
            </a:r>
          </a:p>
        </p:txBody>
      </p:sp>
      <p:sp>
        <p:nvSpPr>
          <p:cNvPr id="21504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1997075" y="1408113"/>
            <a:ext cx="4706938" cy="4648200"/>
          </a:xfrm>
        </p:spPr>
        <p:txBody>
          <a:bodyPr>
            <a:normAutofit lnSpcReduction="10000"/>
          </a:bodyPr>
          <a:lstStyle/>
          <a:p>
            <a:pPr>
              <a:defRPr/>
            </a:pPr>
            <a:r>
              <a:rPr lang="en-US" i="1" dirty="0">
                <a:latin typeface="Calibri"/>
                <a:cs typeface="Calibri"/>
              </a:rPr>
              <a:t>no</a:t>
            </a:r>
            <a:r>
              <a:rPr lang="en-US" dirty="0">
                <a:latin typeface="Calibri"/>
                <a:cs typeface="Calibri"/>
              </a:rPr>
              <a:t> always-on server</a:t>
            </a:r>
          </a:p>
          <a:p>
            <a:pPr>
              <a:defRPr/>
            </a:pPr>
            <a:r>
              <a:rPr lang="en-US" dirty="0">
                <a:latin typeface="Calibri"/>
                <a:cs typeface="Calibri"/>
              </a:rPr>
              <a:t>arbitrary end systems directly communicate</a:t>
            </a:r>
          </a:p>
          <a:p>
            <a:pPr>
              <a:defRPr/>
            </a:pPr>
            <a:r>
              <a:rPr lang="en-US" dirty="0">
                <a:latin typeface="Calibri"/>
                <a:cs typeface="Calibri"/>
              </a:rPr>
              <a:t>peers are intermittently connected and change IP addresses</a:t>
            </a:r>
            <a:endParaRPr lang="en-US" sz="3200" i="1" dirty="0">
              <a:solidFill>
                <a:srgbClr val="000099"/>
              </a:solidFill>
              <a:latin typeface="Calibri"/>
              <a:cs typeface="Calibri"/>
            </a:endParaRPr>
          </a:p>
          <a:p>
            <a:pPr marL="0" indent="0">
              <a:buNone/>
              <a:defRPr/>
            </a:pPr>
            <a:r>
              <a:rPr lang="en-US" i="1" dirty="0">
                <a:solidFill>
                  <a:srgbClr val="000099"/>
                </a:solidFill>
                <a:latin typeface="Calibri"/>
                <a:cs typeface="Calibri"/>
              </a:rPr>
              <a:t>Examples:</a:t>
            </a:r>
            <a:endParaRPr lang="en-US" dirty="0">
              <a:latin typeface="Calibri"/>
              <a:cs typeface="Calibri"/>
            </a:endParaRPr>
          </a:p>
          <a:p>
            <a:pPr lvl="1">
              <a:defRPr/>
            </a:pPr>
            <a:r>
              <a:rPr lang="en-US" sz="2800" dirty="0" err="1">
                <a:latin typeface="Calibri"/>
                <a:cs typeface="Calibri"/>
              </a:rPr>
              <a:t>BitTorrent</a:t>
            </a:r>
            <a:r>
              <a:rPr lang="en-US" sz="2800" dirty="0">
                <a:latin typeface="Calibri"/>
                <a:cs typeface="Calibri"/>
              </a:rPr>
              <a:t>, Skype (VoIP) </a:t>
            </a:r>
          </a:p>
          <a:p>
            <a:pPr>
              <a:spcBef>
                <a:spcPct val="60000"/>
              </a:spcBef>
              <a:buFont typeface="Wingdings" charset="0"/>
              <a:buNone/>
              <a:defRPr/>
            </a:pPr>
            <a:r>
              <a:rPr lang="en-US" sz="3200" i="1" u="sng" dirty="0">
                <a:solidFill>
                  <a:srgbClr val="000099"/>
                </a:solidFill>
                <a:latin typeface="Calibri"/>
                <a:cs typeface="Calibri"/>
              </a:rPr>
              <a:t>One Topic:</a:t>
            </a:r>
            <a:endParaRPr lang="en-US" sz="3200" u="sng" dirty="0">
              <a:latin typeface="Calibri"/>
              <a:cs typeface="Calibri"/>
            </a:endParaRPr>
          </a:p>
          <a:p>
            <a:pPr lvl="1">
              <a:defRPr/>
            </a:pPr>
            <a:r>
              <a:rPr lang="en-US" sz="3200" dirty="0">
                <a:latin typeface="Calibri"/>
                <a:cs typeface="Calibri"/>
              </a:rPr>
              <a:t>File distribution</a:t>
            </a:r>
          </a:p>
          <a:p>
            <a:pPr lvl="1">
              <a:defRPr/>
            </a:pPr>
            <a:endParaRPr lang="en-US" dirty="0">
              <a:latin typeface="Gill Sans MT" charset="0"/>
            </a:endParaRPr>
          </a:p>
          <a:p>
            <a:pPr>
              <a:buFont typeface="Wingdings" charset="0"/>
              <a:buNone/>
              <a:defRPr/>
            </a:pPr>
            <a:endParaRPr lang="en-US" sz="2400" dirty="0">
              <a:latin typeface="Gill Sans MT" charset="0"/>
            </a:endParaRPr>
          </a:p>
          <a:p>
            <a:pPr>
              <a:defRPr/>
            </a:pPr>
            <a:endParaRPr lang="en-US" sz="2400" dirty="0">
              <a:latin typeface="Gill Sans MT" charset="0"/>
            </a:endParaRPr>
          </a:p>
        </p:txBody>
      </p:sp>
      <p:grpSp>
        <p:nvGrpSpPr>
          <p:cNvPr id="181251" name="Group 564"/>
          <p:cNvGrpSpPr>
            <a:grpSpLocks/>
          </p:cNvGrpSpPr>
          <p:nvPr/>
        </p:nvGrpSpPr>
        <p:grpSpPr bwMode="auto">
          <a:xfrm>
            <a:off x="6648451" y="1257301"/>
            <a:ext cx="3540125" cy="4545013"/>
            <a:chOff x="3277" y="974"/>
            <a:chExt cx="2230" cy="2863"/>
          </a:xfrm>
        </p:grpSpPr>
        <p:sp>
          <p:nvSpPr>
            <p:cNvPr id="181258" name="Freeform 565"/>
            <p:cNvSpPr>
              <a:spLocks/>
            </p:cNvSpPr>
            <p:nvPr/>
          </p:nvSpPr>
          <p:spPr bwMode="auto">
            <a:xfrm>
              <a:off x="3277" y="1079"/>
              <a:ext cx="1094" cy="675"/>
            </a:xfrm>
            <a:custGeom>
              <a:avLst/>
              <a:gdLst>
                <a:gd name="T0" fmla="*/ 2148 w 1036"/>
                <a:gd name="T1" fmla="*/ 11 h 675"/>
                <a:gd name="T2" fmla="*/ 1293 w 1036"/>
                <a:gd name="T3" fmla="*/ 53 h 675"/>
                <a:gd name="T4" fmla="*/ 684 w 1036"/>
                <a:gd name="T5" fmla="*/ 129 h 675"/>
                <a:gd name="T6" fmla="*/ 507 w 1036"/>
                <a:gd name="T7" fmla="*/ 229 h 675"/>
                <a:gd name="T8" fmla="*/ 71 w 1036"/>
                <a:gd name="T9" fmla="*/ 297 h 675"/>
                <a:gd name="T10" fmla="*/ 57 w 1036"/>
                <a:gd name="T11" fmla="*/ 459 h 675"/>
                <a:gd name="T12" fmla="*/ 438 w 1036"/>
                <a:gd name="T13" fmla="*/ 489 h 675"/>
                <a:gd name="T14" fmla="*/ 1520 w 1036"/>
                <a:gd name="T15" fmla="*/ 489 h 675"/>
                <a:gd name="T16" fmla="*/ 1980 w 1036"/>
                <a:gd name="T17" fmla="*/ 555 h 675"/>
                <a:gd name="T18" fmla="*/ 2491 w 1036"/>
                <a:gd name="T19" fmla="*/ 657 h 675"/>
                <a:gd name="T20" fmla="*/ 2883 w 1036"/>
                <a:gd name="T21" fmla="*/ 661 h 675"/>
                <a:gd name="T22" fmla="*/ 3152 w 1036"/>
                <a:gd name="T23" fmla="*/ 603 h 675"/>
                <a:gd name="T24" fmla="*/ 3289 w 1036"/>
                <a:gd name="T25" fmla="*/ 445 h 675"/>
                <a:gd name="T26" fmla="*/ 3374 w 1036"/>
                <a:gd name="T27" fmla="*/ 291 h 675"/>
                <a:gd name="T28" fmla="*/ 3384 w 1036"/>
                <a:gd name="T29" fmla="*/ 107 h 675"/>
                <a:gd name="T30" fmla="*/ 3093 w 1036"/>
                <a:gd name="T31" fmla="*/ 17 h 675"/>
                <a:gd name="T32" fmla="*/ 2570 w 1036"/>
                <a:gd name="T33" fmla="*/ 3 h 675"/>
                <a:gd name="T34" fmla="*/ 2148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1259" name="Group 566"/>
            <p:cNvGrpSpPr>
              <a:grpSpLocks/>
            </p:cNvGrpSpPr>
            <p:nvPr/>
          </p:nvGrpSpPr>
          <p:grpSpPr bwMode="auto">
            <a:xfrm>
              <a:off x="3383" y="1920"/>
              <a:ext cx="919" cy="588"/>
              <a:chOff x="2889" y="1631"/>
              <a:chExt cx="980" cy="743"/>
            </a:xfrm>
          </p:grpSpPr>
          <p:sp>
            <p:nvSpPr>
              <p:cNvPr id="181632" name="Rectangle 567"/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81633" name="AutoShape 568"/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solidFill>
                    <a:srgbClr val="00CCFF"/>
                  </a:solidFill>
                </a:endParaRPr>
              </a:p>
            </p:txBody>
          </p:sp>
        </p:grpSp>
        <p:sp>
          <p:nvSpPr>
            <p:cNvPr id="181260" name="Freeform 569"/>
            <p:cNvSpPr>
              <a:spLocks/>
            </p:cNvSpPr>
            <p:nvPr/>
          </p:nvSpPr>
          <p:spPr bwMode="auto">
            <a:xfrm>
              <a:off x="3379" y="2788"/>
              <a:ext cx="2032" cy="1049"/>
            </a:xfrm>
            <a:custGeom>
              <a:avLst/>
              <a:gdLst>
                <a:gd name="T0" fmla="*/ 1044 w 2032"/>
                <a:gd name="T1" fmla="*/ 26 h 1049"/>
                <a:gd name="T2" fmla="*/ 847 w 2032"/>
                <a:gd name="T3" fmla="*/ 125 h 1049"/>
                <a:gd name="T4" fmla="*/ 580 w 2032"/>
                <a:gd name="T5" fmla="*/ 68 h 1049"/>
                <a:gd name="T6" fmla="*/ 143 w 2032"/>
                <a:gd name="T7" fmla="*/ 170 h 1049"/>
                <a:gd name="T8" fmla="*/ 48 w 2032"/>
                <a:gd name="T9" fmla="*/ 374 h 1049"/>
                <a:gd name="T10" fmla="*/ 41 w 2032"/>
                <a:gd name="T11" fmla="*/ 680 h 1049"/>
                <a:gd name="T12" fmla="*/ 294 w 2032"/>
                <a:gd name="T13" fmla="*/ 744 h 1049"/>
                <a:gd name="T14" fmla="*/ 660 w 2032"/>
                <a:gd name="T15" fmla="*/ 893 h 1049"/>
                <a:gd name="T16" fmla="*/ 1088 w 2032"/>
                <a:gd name="T17" fmla="*/ 1014 h 1049"/>
                <a:gd name="T18" fmla="*/ 1525 w 2032"/>
                <a:gd name="T19" fmla="*/ 1031 h 1049"/>
                <a:gd name="T20" fmla="*/ 1831 w 2032"/>
                <a:gd name="T21" fmla="*/ 907 h 1049"/>
                <a:gd name="T22" fmla="*/ 2015 w 2032"/>
                <a:gd name="T23" fmla="*/ 714 h 1049"/>
                <a:gd name="T24" fmla="*/ 1931 w 2032"/>
                <a:gd name="T25" fmla="*/ 251 h 1049"/>
                <a:gd name="T26" fmla="*/ 1658 w 2032"/>
                <a:gd name="T27" fmla="*/ 114 h 1049"/>
                <a:gd name="T28" fmla="*/ 1355 w 2032"/>
                <a:gd name="T29" fmla="*/ 15 h 1049"/>
                <a:gd name="T30" fmla="*/ 1044 w 2032"/>
                <a:gd name="T31" fmla="*/ 2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61" name="Line 570"/>
            <p:cNvSpPr>
              <a:spLocks noChangeShapeType="1"/>
            </p:cNvSpPr>
            <p:nvPr/>
          </p:nvSpPr>
          <p:spPr bwMode="auto">
            <a:xfrm rot="-5400000">
              <a:off x="4924" y="3318"/>
              <a:ext cx="282" cy="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1262" name="Line 571"/>
            <p:cNvSpPr>
              <a:spLocks noChangeShapeType="1"/>
            </p:cNvSpPr>
            <p:nvPr/>
          </p:nvSpPr>
          <p:spPr bwMode="auto">
            <a:xfrm rot="5400000" flipV="1">
              <a:off x="5034" y="3429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1263" name="Line 572"/>
            <p:cNvSpPr>
              <a:spLocks noChangeShapeType="1"/>
            </p:cNvSpPr>
            <p:nvPr/>
          </p:nvSpPr>
          <p:spPr bwMode="auto">
            <a:xfrm rot="16200000" flipH="1">
              <a:off x="5110" y="3185"/>
              <a:ext cx="82" cy="71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1264" name="Line 574"/>
            <p:cNvSpPr>
              <a:spLocks noChangeShapeType="1"/>
            </p:cNvSpPr>
            <p:nvPr/>
          </p:nvSpPr>
          <p:spPr bwMode="auto">
            <a:xfrm>
              <a:off x="3843" y="3009"/>
              <a:ext cx="115" cy="6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65" name="Line 575"/>
            <p:cNvSpPr>
              <a:spLocks noChangeShapeType="1"/>
            </p:cNvSpPr>
            <p:nvPr/>
          </p:nvSpPr>
          <p:spPr bwMode="auto">
            <a:xfrm flipV="1">
              <a:off x="3680" y="3164"/>
              <a:ext cx="257" cy="5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66" name="Line 578"/>
            <p:cNvSpPr>
              <a:spLocks noChangeShapeType="1"/>
            </p:cNvSpPr>
            <p:nvPr/>
          </p:nvSpPr>
          <p:spPr bwMode="auto">
            <a:xfrm flipH="1">
              <a:off x="3948" y="3206"/>
              <a:ext cx="91" cy="11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67" name="Line 579"/>
            <p:cNvSpPr>
              <a:spLocks noChangeShapeType="1"/>
            </p:cNvSpPr>
            <p:nvPr/>
          </p:nvSpPr>
          <p:spPr bwMode="auto">
            <a:xfrm flipH="1" flipV="1">
              <a:off x="4144" y="3212"/>
              <a:ext cx="53" cy="11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68" name="Line 580"/>
            <p:cNvSpPr>
              <a:spLocks noChangeShapeType="1"/>
            </p:cNvSpPr>
            <p:nvPr/>
          </p:nvSpPr>
          <p:spPr bwMode="auto">
            <a:xfrm>
              <a:off x="4248" y="3185"/>
              <a:ext cx="317" cy="17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69" name="Line 582"/>
            <p:cNvSpPr>
              <a:spLocks noChangeShapeType="1"/>
            </p:cNvSpPr>
            <p:nvPr/>
          </p:nvSpPr>
          <p:spPr bwMode="auto">
            <a:xfrm>
              <a:off x="3809" y="2257"/>
              <a:ext cx="148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70" name="Line 583"/>
            <p:cNvSpPr>
              <a:spLocks noChangeShapeType="1"/>
            </p:cNvSpPr>
            <p:nvPr/>
          </p:nvSpPr>
          <p:spPr bwMode="auto">
            <a:xfrm flipV="1">
              <a:off x="3711" y="2354"/>
              <a:ext cx="106" cy="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1271" name="Group 584"/>
            <p:cNvGrpSpPr>
              <a:grpSpLocks/>
            </p:cNvGrpSpPr>
            <p:nvPr/>
          </p:nvGrpSpPr>
          <p:grpSpPr bwMode="auto">
            <a:xfrm>
              <a:off x="3535" y="2207"/>
              <a:ext cx="319" cy="222"/>
              <a:chOff x="2967" y="478"/>
              <a:chExt cx="788" cy="625"/>
            </a:xfrm>
          </p:grpSpPr>
          <p:pic>
            <p:nvPicPr>
              <p:cNvPr id="181630" name="Picture 585" descr="access_point_stylized_small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631" name="Picture 586" descr="antenna_radiation_stylize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181272" name="Freeform 587"/>
            <p:cNvSpPr>
              <a:spLocks/>
            </p:cNvSpPr>
            <p:nvPr/>
          </p:nvSpPr>
          <p:spPr bwMode="auto">
            <a:xfrm>
              <a:off x="4419" y="2224"/>
              <a:ext cx="828" cy="425"/>
            </a:xfrm>
            <a:custGeom>
              <a:avLst/>
              <a:gdLst>
                <a:gd name="T0" fmla="*/ 382 w 828"/>
                <a:gd name="T1" fmla="*/ 30 h 425"/>
                <a:gd name="T2" fmla="*/ 370 w 828"/>
                <a:gd name="T3" fmla="*/ 30 h 425"/>
                <a:gd name="T4" fmla="*/ 126 w 828"/>
                <a:gd name="T5" fmla="*/ 32 h 425"/>
                <a:gd name="T6" fmla="*/ 6 w 828"/>
                <a:gd name="T7" fmla="*/ 126 h 425"/>
                <a:gd name="T8" fmla="*/ 92 w 828"/>
                <a:gd name="T9" fmla="*/ 274 h 425"/>
                <a:gd name="T10" fmla="*/ 292 w 828"/>
                <a:gd name="T11" fmla="*/ 384 h 425"/>
                <a:gd name="T12" fmla="*/ 540 w 828"/>
                <a:gd name="T13" fmla="*/ 416 h 425"/>
                <a:gd name="T14" fmla="*/ 698 w 828"/>
                <a:gd name="T15" fmla="*/ 330 h 425"/>
                <a:gd name="T16" fmla="*/ 776 w 828"/>
                <a:gd name="T17" fmla="*/ 170 h 425"/>
                <a:gd name="T18" fmla="*/ 792 w 828"/>
                <a:gd name="T19" fmla="*/ 22 h 425"/>
                <a:gd name="T20" fmla="*/ 560 w 828"/>
                <a:gd name="T21" fmla="*/ 38 h 425"/>
                <a:gd name="T22" fmla="*/ 382 w 828"/>
                <a:gd name="T23" fmla="*/ 30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73" name="Freeform 588"/>
            <p:cNvSpPr>
              <a:spLocks/>
            </p:cNvSpPr>
            <p:nvPr/>
          </p:nvSpPr>
          <p:spPr bwMode="auto">
            <a:xfrm>
              <a:off x="4417" y="1263"/>
              <a:ext cx="1090" cy="709"/>
            </a:xfrm>
            <a:custGeom>
              <a:avLst/>
              <a:gdLst>
                <a:gd name="T0" fmla="*/ 1024091 w 765"/>
                <a:gd name="T1" fmla="*/ 140833 h 459"/>
                <a:gd name="T2" fmla="*/ 693989 w 765"/>
                <a:gd name="T3" fmla="*/ 1000022 h 459"/>
                <a:gd name="T4" fmla="*/ 232163 w 765"/>
                <a:gd name="T5" fmla="*/ 1423273 h 459"/>
                <a:gd name="T6" fmla="*/ 33174 w 765"/>
                <a:gd name="T7" fmla="*/ 4796095 h 459"/>
                <a:gd name="T8" fmla="*/ 434226 w 765"/>
                <a:gd name="T9" fmla="*/ 6336977 h 459"/>
                <a:gd name="T10" fmla="*/ 834718 w 765"/>
                <a:gd name="T11" fmla="*/ 6074043 h 459"/>
                <a:gd name="T12" fmla="*/ 1408908 w 765"/>
                <a:gd name="T13" fmla="*/ 6336977 h 459"/>
                <a:gd name="T14" fmla="*/ 1685972 w 765"/>
                <a:gd name="T15" fmla="*/ 6189884 h 459"/>
                <a:gd name="T16" fmla="*/ 1814796 w 765"/>
                <a:gd name="T17" fmla="*/ 5310856 h 459"/>
                <a:gd name="T18" fmla="*/ 1811608 w 765"/>
                <a:gd name="T19" fmla="*/ 2254262 h 459"/>
                <a:gd name="T20" fmla="*/ 1598832 w 765"/>
                <a:gd name="T21" fmla="*/ 491743 h 459"/>
                <a:gd name="T22" fmla="*/ 1024091 w 765"/>
                <a:gd name="T23" fmla="*/ 140833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74" name="Line 589"/>
            <p:cNvSpPr>
              <a:spLocks noChangeShapeType="1"/>
            </p:cNvSpPr>
            <p:nvPr/>
          </p:nvSpPr>
          <p:spPr bwMode="auto">
            <a:xfrm>
              <a:off x="4659" y="2404"/>
              <a:ext cx="103" cy="7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75" name="Line 590"/>
            <p:cNvSpPr>
              <a:spLocks noChangeShapeType="1"/>
            </p:cNvSpPr>
            <p:nvPr/>
          </p:nvSpPr>
          <p:spPr bwMode="auto">
            <a:xfrm>
              <a:off x="4720" y="2354"/>
              <a:ext cx="176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76" name="Line 591"/>
            <p:cNvSpPr>
              <a:spLocks noChangeShapeType="1"/>
            </p:cNvSpPr>
            <p:nvPr/>
          </p:nvSpPr>
          <p:spPr bwMode="auto">
            <a:xfrm flipV="1">
              <a:off x="4869" y="2408"/>
              <a:ext cx="85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77" name="Line 592"/>
            <p:cNvSpPr>
              <a:spLocks noChangeShapeType="1"/>
            </p:cNvSpPr>
            <p:nvPr/>
          </p:nvSpPr>
          <p:spPr bwMode="auto">
            <a:xfrm>
              <a:off x="4235" y="1632"/>
              <a:ext cx="321" cy="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78" name="Line 593"/>
            <p:cNvSpPr>
              <a:spLocks noChangeShapeType="1"/>
            </p:cNvSpPr>
            <p:nvPr/>
          </p:nvSpPr>
          <p:spPr bwMode="auto">
            <a:xfrm>
              <a:off x="4635" y="2961"/>
              <a:ext cx="246" cy="11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79" name="Line 594"/>
            <p:cNvSpPr>
              <a:spLocks noChangeShapeType="1"/>
            </p:cNvSpPr>
            <p:nvPr/>
          </p:nvSpPr>
          <p:spPr bwMode="auto">
            <a:xfrm flipV="1">
              <a:off x="4244" y="2953"/>
              <a:ext cx="203" cy="1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80" name="Line 595"/>
            <p:cNvSpPr>
              <a:spLocks noChangeShapeType="1"/>
            </p:cNvSpPr>
            <p:nvPr/>
          </p:nvSpPr>
          <p:spPr bwMode="auto">
            <a:xfrm flipV="1">
              <a:off x="4271" y="3137"/>
              <a:ext cx="6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81" name="Line 596"/>
            <p:cNvSpPr>
              <a:spLocks noChangeShapeType="1"/>
            </p:cNvSpPr>
            <p:nvPr/>
          </p:nvSpPr>
          <p:spPr bwMode="auto">
            <a:xfrm flipV="1">
              <a:off x="4773" y="1572"/>
              <a:ext cx="78" cy="5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82" name="Line 597"/>
            <p:cNvSpPr>
              <a:spLocks noChangeShapeType="1"/>
            </p:cNvSpPr>
            <p:nvPr/>
          </p:nvSpPr>
          <p:spPr bwMode="auto">
            <a:xfrm>
              <a:off x="4665" y="1681"/>
              <a:ext cx="0" cy="5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83" name="Line 598"/>
            <p:cNvSpPr>
              <a:spLocks noChangeShapeType="1"/>
            </p:cNvSpPr>
            <p:nvPr/>
          </p:nvSpPr>
          <p:spPr bwMode="auto">
            <a:xfrm flipV="1">
              <a:off x="4773" y="1616"/>
              <a:ext cx="166" cy="18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84" name="Line 599"/>
            <p:cNvSpPr>
              <a:spLocks noChangeShapeType="1"/>
            </p:cNvSpPr>
            <p:nvPr/>
          </p:nvSpPr>
          <p:spPr bwMode="auto">
            <a:xfrm>
              <a:off x="5003" y="1615"/>
              <a:ext cx="0" cy="12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85" name="Line 600"/>
            <p:cNvSpPr>
              <a:spLocks noChangeShapeType="1"/>
            </p:cNvSpPr>
            <p:nvPr/>
          </p:nvSpPr>
          <p:spPr bwMode="auto">
            <a:xfrm>
              <a:off x="4785" y="1808"/>
              <a:ext cx="119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86" name="Line 601"/>
            <p:cNvSpPr>
              <a:spLocks noChangeShapeType="1"/>
            </p:cNvSpPr>
            <p:nvPr/>
          </p:nvSpPr>
          <p:spPr bwMode="auto">
            <a:xfrm>
              <a:off x="5134" y="1802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87" name="Line 602"/>
            <p:cNvSpPr>
              <a:spLocks noChangeShapeType="1"/>
            </p:cNvSpPr>
            <p:nvPr/>
          </p:nvSpPr>
          <p:spPr bwMode="auto">
            <a:xfrm flipH="1">
              <a:off x="4596" y="1850"/>
              <a:ext cx="62" cy="444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88" name="Line 603"/>
            <p:cNvSpPr>
              <a:spLocks noChangeShapeType="1"/>
            </p:cNvSpPr>
            <p:nvPr/>
          </p:nvSpPr>
          <p:spPr bwMode="auto">
            <a:xfrm flipH="1">
              <a:off x="4969" y="1850"/>
              <a:ext cx="70" cy="45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89" name="Line 604"/>
            <p:cNvSpPr>
              <a:spLocks noChangeShapeType="1"/>
            </p:cNvSpPr>
            <p:nvPr/>
          </p:nvSpPr>
          <p:spPr bwMode="auto">
            <a:xfrm flipV="1">
              <a:off x="4581" y="2569"/>
              <a:ext cx="143" cy="2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90" name="Line 605"/>
            <p:cNvSpPr>
              <a:spLocks noChangeShapeType="1"/>
            </p:cNvSpPr>
            <p:nvPr/>
          </p:nvSpPr>
          <p:spPr bwMode="auto">
            <a:xfrm>
              <a:off x="5257" y="1801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1291" name="Group 606"/>
            <p:cNvGrpSpPr>
              <a:grpSpLocks/>
            </p:cNvGrpSpPr>
            <p:nvPr/>
          </p:nvGrpSpPr>
          <p:grpSpPr bwMode="auto">
            <a:xfrm>
              <a:off x="3813" y="1163"/>
              <a:ext cx="295" cy="391"/>
              <a:chOff x="1653" y="3023"/>
              <a:chExt cx="622" cy="911"/>
            </a:xfrm>
          </p:grpSpPr>
          <p:sp>
            <p:nvSpPr>
              <p:cNvPr id="181613" name="Line 270"/>
              <p:cNvSpPr>
                <a:spLocks noChangeShapeType="1"/>
              </p:cNvSpPr>
              <p:nvPr/>
            </p:nvSpPr>
            <p:spPr bwMode="auto">
              <a:xfrm flipH="1">
                <a:off x="1766" y="3287"/>
                <a:ext cx="188" cy="5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81614" name="Line 271"/>
              <p:cNvSpPr>
                <a:spLocks noChangeShapeType="1"/>
              </p:cNvSpPr>
              <p:nvPr/>
            </p:nvSpPr>
            <p:spPr bwMode="auto">
              <a:xfrm>
                <a:off x="1954" y="3287"/>
                <a:ext cx="188" cy="58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81615" name="Line 272"/>
              <p:cNvSpPr>
                <a:spLocks noChangeShapeType="1"/>
              </p:cNvSpPr>
              <p:nvPr/>
            </p:nvSpPr>
            <p:spPr bwMode="auto">
              <a:xfrm>
                <a:off x="1766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81616" name="Line 273"/>
              <p:cNvSpPr>
                <a:spLocks noChangeShapeType="1"/>
              </p:cNvSpPr>
              <p:nvPr/>
            </p:nvSpPr>
            <p:spPr bwMode="auto">
              <a:xfrm flipH="1">
                <a:off x="1954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81617" name="Line 274"/>
              <p:cNvSpPr>
                <a:spLocks noChangeShapeType="1"/>
              </p:cNvSpPr>
              <p:nvPr/>
            </p:nvSpPr>
            <p:spPr bwMode="auto">
              <a:xfrm>
                <a:off x="1954" y="3300"/>
                <a:ext cx="0" cy="63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81618" name="Line 275"/>
              <p:cNvSpPr>
                <a:spLocks noChangeShapeType="1"/>
              </p:cNvSpPr>
              <p:nvPr/>
            </p:nvSpPr>
            <p:spPr bwMode="auto">
              <a:xfrm flipV="1">
                <a:off x="1766" y="3810"/>
                <a:ext cx="188" cy="6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81619" name="Line 276"/>
              <p:cNvSpPr>
                <a:spLocks noChangeShapeType="1"/>
              </p:cNvSpPr>
              <p:nvPr/>
            </p:nvSpPr>
            <p:spPr bwMode="auto">
              <a:xfrm flipH="1" flipV="1">
                <a:off x="1954" y="3810"/>
                <a:ext cx="188" cy="6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81620" name="Line 277"/>
              <p:cNvSpPr>
                <a:spLocks noChangeShapeType="1"/>
              </p:cNvSpPr>
              <p:nvPr/>
            </p:nvSpPr>
            <p:spPr bwMode="auto">
              <a:xfrm>
                <a:off x="1846" y="3618"/>
                <a:ext cx="108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81621" name="Line 278"/>
              <p:cNvSpPr>
                <a:spLocks noChangeShapeType="1"/>
              </p:cNvSpPr>
              <p:nvPr/>
            </p:nvSpPr>
            <p:spPr bwMode="auto">
              <a:xfrm flipV="1">
                <a:off x="1954" y="3618"/>
                <a:ext cx="114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81622" name="Line 279"/>
              <p:cNvSpPr>
                <a:spLocks noChangeShapeType="1"/>
              </p:cNvSpPr>
              <p:nvPr/>
            </p:nvSpPr>
            <p:spPr bwMode="auto">
              <a:xfrm>
                <a:off x="1810" y="3704"/>
                <a:ext cx="139" cy="65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81623" name="Line 280"/>
              <p:cNvSpPr>
                <a:spLocks noChangeShapeType="1"/>
              </p:cNvSpPr>
              <p:nvPr/>
            </p:nvSpPr>
            <p:spPr bwMode="auto">
              <a:xfrm flipV="1">
                <a:off x="1954" y="3717"/>
                <a:ext cx="14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81624" name="Line 281"/>
              <p:cNvSpPr>
                <a:spLocks noChangeShapeType="1"/>
              </p:cNvSpPr>
              <p:nvPr/>
            </p:nvSpPr>
            <p:spPr bwMode="auto">
              <a:xfrm flipV="1">
                <a:off x="1954" y="3530"/>
                <a:ext cx="72" cy="2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81625" name="Line 282"/>
              <p:cNvSpPr>
                <a:spLocks noChangeShapeType="1"/>
              </p:cNvSpPr>
              <p:nvPr/>
            </p:nvSpPr>
            <p:spPr bwMode="auto">
              <a:xfrm flipV="1">
                <a:off x="1954" y="3409"/>
                <a:ext cx="45" cy="1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81626" name="Line 283"/>
              <p:cNvSpPr>
                <a:spLocks noChangeShapeType="1"/>
              </p:cNvSpPr>
              <p:nvPr/>
            </p:nvSpPr>
            <p:spPr bwMode="auto">
              <a:xfrm>
                <a:off x="1873" y="3522"/>
                <a:ext cx="87" cy="32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81627" name="Line 284"/>
              <p:cNvSpPr>
                <a:spLocks noChangeShapeType="1"/>
              </p:cNvSpPr>
              <p:nvPr/>
            </p:nvSpPr>
            <p:spPr bwMode="auto">
              <a:xfrm>
                <a:off x="1912" y="3404"/>
                <a:ext cx="50" cy="31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81628" name="Oval 622"/>
              <p:cNvSpPr>
                <a:spLocks noChangeArrowheads="1"/>
              </p:cNvSpPr>
              <p:nvPr/>
            </p:nvSpPr>
            <p:spPr bwMode="auto">
              <a:xfrm>
                <a:off x="1921" y="3233"/>
                <a:ext cx="63" cy="68"/>
              </a:xfrm>
              <a:prstGeom prst="ellipse">
                <a:avLst/>
              </a:prstGeom>
              <a:solidFill>
                <a:srgbClr val="808080"/>
              </a:solidFill>
              <a:ln w="9525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pic>
            <p:nvPicPr>
              <p:cNvPr id="181629" name="Picture 623" descr="cell_tower_radiation_gray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3" y="3023"/>
                <a:ext cx="622" cy="5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81292" name="Group 624"/>
            <p:cNvGrpSpPr>
              <a:grpSpLocks/>
            </p:cNvGrpSpPr>
            <p:nvPr/>
          </p:nvGrpSpPr>
          <p:grpSpPr bwMode="auto">
            <a:xfrm>
              <a:off x="3962" y="1516"/>
              <a:ext cx="286" cy="160"/>
              <a:chOff x="3843" y="1516"/>
              <a:chExt cx="286" cy="160"/>
            </a:xfrm>
          </p:grpSpPr>
          <p:sp>
            <p:nvSpPr>
              <p:cNvPr id="181604" name="Line 625"/>
              <p:cNvSpPr>
                <a:spLocks noChangeShapeType="1"/>
              </p:cNvSpPr>
              <p:nvPr/>
            </p:nvSpPr>
            <p:spPr bwMode="auto">
              <a:xfrm>
                <a:off x="3843" y="1516"/>
                <a:ext cx="96" cy="60"/>
              </a:xfrm>
              <a:prstGeom prst="line">
                <a:avLst/>
              </a:prstGeom>
              <a:noFill/>
              <a:ln w="952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05" name="Oval 407"/>
              <p:cNvSpPr>
                <a:spLocks noChangeArrowheads="1"/>
              </p:cNvSpPr>
              <p:nvPr/>
            </p:nvSpPr>
            <p:spPr bwMode="auto">
              <a:xfrm>
                <a:off x="3884" y="1616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sp>
            <p:nvSpPr>
              <p:cNvPr id="181606" name="Rectangle 410"/>
              <p:cNvSpPr>
                <a:spLocks noChangeArrowheads="1"/>
              </p:cNvSpPr>
              <p:nvPr/>
            </p:nvSpPr>
            <p:spPr bwMode="auto">
              <a:xfrm>
                <a:off x="3884" y="1610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sp>
            <p:nvSpPr>
              <p:cNvPr id="181607" name="Oval 411"/>
              <p:cNvSpPr>
                <a:spLocks noChangeArrowheads="1"/>
              </p:cNvSpPr>
              <p:nvPr/>
            </p:nvSpPr>
            <p:spPr bwMode="auto">
              <a:xfrm>
                <a:off x="3883" y="1569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grpSp>
            <p:nvGrpSpPr>
              <p:cNvPr id="181608" name="Group 629"/>
              <p:cNvGrpSpPr>
                <a:grpSpLocks/>
              </p:cNvGrpSpPr>
              <p:nvPr/>
            </p:nvGrpSpPr>
            <p:grpSpPr bwMode="auto">
              <a:xfrm>
                <a:off x="3932" y="1587"/>
                <a:ext cx="138" cy="33"/>
                <a:chOff x="2468" y="1332"/>
                <a:chExt cx="310" cy="60"/>
              </a:xfrm>
            </p:grpSpPr>
            <p:sp>
              <p:nvSpPr>
                <p:cNvPr id="181611" name="Freeform 630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612" name="Freeform 631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81609" name="Line 632"/>
              <p:cNvSpPr>
                <a:spLocks noChangeShapeType="1"/>
              </p:cNvSpPr>
              <p:nvPr/>
            </p:nvSpPr>
            <p:spPr bwMode="auto">
              <a:xfrm>
                <a:off x="3884" y="1602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10" name="Line 633"/>
              <p:cNvSpPr>
                <a:spLocks noChangeShapeType="1"/>
              </p:cNvSpPr>
              <p:nvPr/>
            </p:nvSpPr>
            <p:spPr bwMode="auto">
              <a:xfrm>
                <a:off x="4127" y="1604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1293" name="Group 634"/>
            <p:cNvGrpSpPr>
              <a:grpSpLocks/>
            </p:cNvGrpSpPr>
            <p:nvPr/>
          </p:nvGrpSpPr>
          <p:grpSpPr bwMode="auto">
            <a:xfrm>
              <a:off x="4537" y="1571"/>
              <a:ext cx="246" cy="110"/>
              <a:chOff x="4334" y="1470"/>
              <a:chExt cx="246" cy="107"/>
            </a:xfrm>
          </p:grpSpPr>
          <p:sp>
            <p:nvSpPr>
              <p:cNvPr id="181596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sp>
            <p:nvSpPr>
              <p:cNvPr id="181597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sp>
            <p:nvSpPr>
              <p:cNvPr id="181598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grpSp>
            <p:nvGrpSpPr>
              <p:cNvPr id="181599" name="Group 638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81602" name="Freeform 639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603" name="Freeform 640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81600" name="Line 641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01" name="Line 642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1294" name="Group 643"/>
            <p:cNvGrpSpPr>
              <a:grpSpLocks/>
            </p:cNvGrpSpPr>
            <p:nvPr/>
          </p:nvGrpSpPr>
          <p:grpSpPr bwMode="auto">
            <a:xfrm>
              <a:off x="4544" y="1737"/>
              <a:ext cx="246" cy="110"/>
              <a:chOff x="4334" y="1470"/>
              <a:chExt cx="246" cy="107"/>
            </a:xfrm>
          </p:grpSpPr>
          <p:sp>
            <p:nvSpPr>
              <p:cNvPr id="181588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sp>
            <p:nvSpPr>
              <p:cNvPr id="181589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sp>
            <p:nvSpPr>
              <p:cNvPr id="181590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grpSp>
            <p:nvGrpSpPr>
              <p:cNvPr id="181591" name="Group 647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81594" name="Freeform 64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595" name="Freeform 64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81592" name="Line 650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93" name="Line 651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1295" name="Group 652"/>
            <p:cNvGrpSpPr>
              <a:grpSpLocks/>
            </p:cNvGrpSpPr>
            <p:nvPr/>
          </p:nvGrpSpPr>
          <p:grpSpPr bwMode="auto">
            <a:xfrm>
              <a:off x="4890" y="1738"/>
              <a:ext cx="246" cy="110"/>
              <a:chOff x="4334" y="1470"/>
              <a:chExt cx="246" cy="107"/>
            </a:xfrm>
          </p:grpSpPr>
          <p:sp>
            <p:nvSpPr>
              <p:cNvPr id="181580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sp>
            <p:nvSpPr>
              <p:cNvPr id="181581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sp>
            <p:nvSpPr>
              <p:cNvPr id="181582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grpSp>
            <p:nvGrpSpPr>
              <p:cNvPr id="181583" name="Group 656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81586" name="Freeform 657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587" name="Freeform 658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81584" name="Line 659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85" name="Line 660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1296" name="Group 661"/>
            <p:cNvGrpSpPr>
              <a:grpSpLocks/>
            </p:cNvGrpSpPr>
            <p:nvPr/>
          </p:nvGrpSpPr>
          <p:grpSpPr bwMode="auto">
            <a:xfrm>
              <a:off x="4844" y="1508"/>
              <a:ext cx="246" cy="110"/>
              <a:chOff x="4334" y="1470"/>
              <a:chExt cx="246" cy="107"/>
            </a:xfrm>
          </p:grpSpPr>
          <p:sp>
            <p:nvSpPr>
              <p:cNvPr id="181572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sp>
            <p:nvSpPr>
              <p:cNvPr id="181573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sp>
            <p:nvSpPr>
              <p:cNvPr id="181574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grpSp>
            <p:nvGrpSpPr>
              <p:cNvPr id="181575" name="Group 665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81578" name="Freeform 666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579" name="Freeform 667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81576" name="Line 668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77" name="Line 669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1297" name="Group 670"/>
            <p:cNvGrpSpPr>
              <a:grpSpLocks/>
            </p:cNvGrpSpPr>
            <p:nvPr/>
          </p:nvGrpSpPr>
          <p:grpSpPr bwMode="auto">
            <a:xfrm>
              <a:off x="4874" y="2296"/>
              <a:ext cx="310" cy="130"/>
              <a:chOff x="4334" y="1470"/>
              <a:chExt cx="246" cy="107"/>
            </a:xfrm>
          </p:grpSpPr>
          <p:sp>
            <p:nvSpPr>
              <p:cNvPr id="181564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sp>
            <p:nvSpPr>
              <p:cNvPr id="181565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sp>
            <p:nvSpPr>
              <p:cNvPr id="181566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grpSp>
            <p:nvGrpSpPr>
              <p:cNvPr id="181567" name="Group 674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81570" name="Freeform 675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571" name="Freeform 676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81568" name="Line 677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69" name="Line 678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81298" name="Line 679"/>
            <p:cNvSpPr>
              <a:spLocks noChangeShapeType="1"/>
            </p:cNvSpPr>
            <p:nvPr/>
          </p:nvSpPr>
          <p:spPr bwMode="auto">
            <a:xfrm>
              <a:off x="4049" y="2358"/>
              <a:ext cx="42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1299" name="Group 680"/>
            <p:cNvGrpSpPr>
              <a:grpSpLocks/>
            </p:cNvGrpSpPr>
            <p:nvPr/>
          </p:nvGrpSpPr>
          <p:grpSpPr bwMode="auto">
            <a:xfrm>
              <a:off x="4464" y="2288"/>
              <a:ext cx="310" cy="130"/>
              <a:chOff x="4334" y="1470"/>
              <a:chExt cx="246" cy="107"/>
            </a:xfrm>
          </p:grpSpPr>
          <p:sp>
            <p:nvSpPr>
              <p:cNvPr id="181556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sp>
            <p:nvSpPr>
              <p:cNvPr id="181557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sp>
            <p:nvSpPr>
              <p:cNvPr id="181558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grpSp>
            <p:nvGrpSpPr>
              <p:cNvPr id="181559" name="Group 684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81562" name="Freeform 685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563" name="Freeform 686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81560" name="Line 687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61" name="Line 688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1300" name="Group 689"/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181548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sp>
            <p:nvSpPr>
              <p:cNvPr id="181549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sp>
            <p:nvSpPr>
              <p:cNvPr id="181550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grpSp>
            <p:nvGrpSpPr>
              <p:cNvPr id="181551" name="Group 693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81554" name="Freeform 694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555" name="Freeform 695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81552" name="Line 696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53" name="Line 697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1301" name="Group 698"/>
            <p:cNvGrpSpPr>
              <a:grpSpLocks/>
            </p:cNvGrpSpPr>
            <p:nvPr/>
          </p:nvGrpSpPr>
          <p:grpSpPr bwMode="auto">
            <a:xfrm>
              <a:off x="4782" y="3028"/>
              <a:ext cx="392" cy="154"/>
              <a:chOff x="4334" y="1470"/>
              <a:chExt cx="246" cy="107"/>
            </a:xfrm>
          </p:grpSpPr>
          <p:sp>
            <p:nvSpPr>
              <p:cNvPr id="181540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sp>
            <p:nvSpPr>
              <p:cNvPr id="181541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sp>
            <p:nvSpPr>
              <p:cNvPr id="181542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grpSp>
            <p:nvGrpSpPr>
              <p:cNvPr id="181543" name="Group 702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81546" name="Freeform 703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547" name="Freeform 704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81544" name="Line 705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45" name="Line 706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1302" name="Group 707"/>
            <p:cNvGrpSpPr>
              <a:grpSpLocks/>
            </p:cNvGrpSpPr>
            <p:nvPr/>
          </p:nvGrpSpPr>
          <p:grpSpPr bwMode="auto">
            <a:xfrm>
              <a:off x="4388" y="2840"/>
              <a:ext cx="392" cy="154"/>
              <a:chOff x="4334" y="1470"/>
              <a:chExt cx="246" cy="107"/>
            </a:xfrm>
          </p:grpSpPr>
          <p:sp>
            <p:nvSpPr>
              <p:cNvPr id="181532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sp>
            <p:nvSpPr>
              <p:cNvPr id="181533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sp>
            <p:nvSpPr>
              <p:cNvPr id="181534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grpSp>
            <p:nvGrpSpPr>
              <p:cNvPr id="181535" name="Group 711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81538" name="Freeform 712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539" name="Freeform 713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81536" name="Line 714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37" name="Line 715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1303" name="Group 716"/>
            <p:cNvGrpSpPr>
              <a:grpSpLocks/>
            </p:cNvGrpSpPr>
            <p:nvPr/>
          </p:nvGrpSpPr>
          <p:grpSpPr bwMode="auto">
            <a:xfrm>
              <a:off x="3932" y="3056"/>
              <a:ext cx="392" cy="154"/>
              <a:chOff x="4334" y="1470"/>
              <a:chExt cx="246" cy="107"/>
            </a:xfrm>
          </p:grpSpPr>
          <p:sp>
            <p:nvSpPr>
              <p:cNvPr id="181525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sp>
            <p:nvSpPr>
              <p:cNvPr id="181526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sp>
            <p:nvSpPr>
              <p:cNvPr id="181527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grpSp>
            <p:nvGrpSpPr>
              <p:cNvPr id="181528" name="Group 720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81530" name="Freeform 721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531" name="Freeform 722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81529" name="Line 724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1304" name="Group 725"/>
            <p:cNvGrpSpPr>
              <a:grpSpLocks/>
            </p:cNvGrpSpPr>
            <p:nvPr/>
          </p:nvGrpSpPr>
          <p:grpSpPr bwMode="auto">
            <a:xfrm>
              <a:off x="3812" y="2296"/>
              <a:ext cx="246" cy="108"/>
              <a:chOff x="4334" y="1470"/>
              <a:chExt cx="246" cy="107"/>
            </a:xfrm>
          </p:grpSpPr>
          <p:sp>
            <p:nvSpPr>
              <p:cNvPr id="181517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sp>
            <p:nvSpPr>
              <p:cNvPr id="181518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sp>
            <p:nvSpPr>
              <p:cNvPr id="181519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sz="2400">
                  <a:latin typeface="Times New Roman" charset="0"/>
                  <a:cs typeface="Arial" charset="0"/>
                </a:endParaRPr>
              </a:p>
            </p:txBody>
          </p:sp>
          <p:grpSp>
            <p:nvGrpSpPr>
              <p:cNvPr id="181520" name="Group 729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81523" name="Freeform 730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524" name="Freeform 731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81521" name="Line 732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22" name="Line 733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1305" name="Group 734"/>
            <p:cNvGrpSpPr>
              <a:grpSpLocks/>
            </p:cNvGrpSpPr>
            <p:nvPr/>
          </p:nvGrpSpPr>
          <p:grpSpPr bwMode="auto">
            <a:xfrm>
              <a:off x="4511" y="3153"/>
              <a:ext cx="281" cy="266"/>
              <a:chOff x="5072" y="3611"/>
              <a:chExt cx="459" cy="380"/>
            </a:xfrm>
          </p:grpSpPr>
          <p:grpSp>
            <p:nvGrpSpPr>
              <p:cNvPr id="181503" name="Group 735"/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181505" name="Freeform 736"/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506" name="Freeform 737"/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507" name="Freeform 738"/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508" name="Freeform 739"/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509" name="Freeform 740"/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510" name="Freeform 741"/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511" name="Freeform 742"/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512" name="Freeform 743"/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513" name="Freeform 744"/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514" name="Freeform 745"/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515" name="Freeform 746"/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516" name="Freeform 747"/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181504" name="Picture 748" descr="access_point_stylized_gray_small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81306" name="Group 749"/>
            <p:cNvGrpSpPr>
              <a:grpSpLocks/>
            </p:cNvGrpSpPr>
            <p:nvPr/>
          </p:nvGrpSpPr>
          <p:grpSpPr bwMode="auto">
            <a:xfrm>
              <a:off x="3552" y="2211"/>
              <a:ext cx="251" cy="226"/>
              <a:chOff x="5072" y="3611"/>
              <a:chExt cx="459" cy="380"/>
            </a:xfrm>
          </p:grpSpPr>
          <p:grpSp>
            <p:nvGrpSpPr>
              <p:cNvPr id="181489" name="Group 750"/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181491" name="Freeform 751"/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492" name="Freeform 752"/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493" name="Freeform 753"/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494" name="Freeform 754"/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495" name="Freeform 755"/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496" name="Freeform 756"/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497" name="Freeform 757"/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498" name="Freeform 758"/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499" name="Freeform 759"/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500" name="Freeform 760"/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501" name="Freeform 761"/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502" name="Freeform 762"/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181490" name="Picture 763" descr="access_point_stylized_gray_small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181307" name="Line 764"/>
            <p:cNvSpPr>
              <a:spLocks noChangeShapeType="1"/>
            </p:cNvSpPr>
            <p:nvPr/>
          </p:nvSpPr>
          <p:spPr bwMode="auto">
            <a:xfrm rot="5400000" flipV="1">
              <a:off x="5034" y="3427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81308" name="Group 765"/>
            <p:cNvGrpSpPr>
              <a:grpSpLocks/>
            </p:cNvGrpSpPr>
            <p:nvPr/>
          </p:nvGrpSpPr>
          <p:grpSpPr bwMode="auto">
            <a:xfrm flipH="1">
              <a:off x="3638" y="2856"/>
              <a:ext cx="261" cy="235"/>
              <a:chOff x="2839" y="3501"/>
              <a:chExt cx="755" cy="803"/>
            </a:xfrm>
          </p:grpSpPr>
          <p:pic>
            <p:nvPicPr>
              <p:cNvPr id="181487" name="Picture 766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1488" name="Freeform 767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181309" name="Group 768"/>
            <p:cNvGrpSpPr>
              <a:grpSpLocks/>
            </p:cNvGrpSpPr>
            <p:nvPr/>
          </p:nvGrpSpPr>
          <p:grpSpPr bwMode="auto">
            <a:xfrm flipH="1">
              <a:off x="3438" y="3121"/>
              <a:ext cx="304" cy="256"/>
              <a:chOff x="2839" y="3501"/>
              <a:chExt cx="755" cy="803"/>
            </a:xfrm>
          </p:grpSpPr>
          <p:pic>
            <p:nvPicPr>
              <p:cNvPr id="181485" name="Picture 769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1486" name="Freeform 770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181310" name="Group 771"/>
            <p:cNvGrpSpPr>
              <a:grpSpLocks/>
            </p:cNvGrpSpPr>
            <p:nvPr/>
          </p:nvGrpSpPr>
          <p:grpSpPr bwMode="auto">
            <a:xfrm flipH="1">
              <a:off x="3739" y="3311"/>
              <a:ext cx="269" cy="220"/>
              <a:chOff x="2839" y="3501"/>
              <a:chExt cx="755" cy="803"/>
            </a:xfrm>
          </p:grpSpPr>
          <p:pic>
            <p:nvPicPr>
              <p:cNvPr id="181483" name="Picture 772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1484" name="Freeform 773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181311" name="Group 774"/>
            <p:cNvGrpSpPr>
              <a:grpSpLocks/>
            </p:cNvGrpSpPr>
            <p:nvPr/>
          </p:nvGrpSpPr>
          <p:grpSpPr bwMode="auto">
            <a:xfrm>
              <a:off x="4126" y="3300"/>
              <a:ext cx="269" cy="221"/>
              <a:chOff x="2839" y="3501"/>
              <a:chExt cx="755" cy="803"/>
            </a:xfrm>
          </p:grpSpPr>
          <p:pic>
            <p:nvPicPr>
              <p:cNvPr id="181481" name="Picture 775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1482" name="Freeform 776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181312" name="Picture 777" descr="car_icon_small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95" y="1084"/>
              <a:ext cx="535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81313" name="Group 778"/>
            <p:cNvGrpSpPr>
              <a:grpSpLocks/>
            </p:cNvGrpSpPr>
            <p:nvPr/>
          </p:nvGrpSpPr>
          <p:grpSpPr bwMode="auto">
            <a:xfrm>
              <a:off x="3536" y="974"/>
              <a:ext cx="262" cy="243"/>
              <a:chOff x="2751" y="1851"/>
              <a:chExt cx="462" cy="478"/>
            </a:xfrm>
          </p:grpSpPr>
          <p:pic>
            <p:nvPicPr>
              <p:cNvPr id="181479" name="Picture 779" descr="iphone_stylized_small"/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480" name="Picture 780" descr="antenna_radiation_stylized"/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81314" name="Group 781"/>
            <p:cNvGrpSpPr>
              <a:grpSpLocks/>
            </p:cNvGrpSpPr>
            <p:nvPr/>
          </p:nvGrpSpPr>
          <p:grpSpPr bwMode="auto">
            <a:xfrm>
              <a:off x="5191" y="3151"/>
              <a:ext cx="143" cy="303"/>
              <a:chOff x="4140" y="429"/>
              <a:chExt cx="1425" cy="2396"/>
            </a:xfrm>
          </p:grpSpPr>
          <p:sp>
            <p:nvSpPr>
              <p:cNvPr id="181447" name="Freeform 782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2 w 354"/>
                  <a:gd name="T3" fmla="*/ 7 h 2742"/>
                  <a:gd name="T4" fmla="*/ 2 w 354"/>
                  <a:gd name="T5" fmla="*/ 48 h 2742"/>
                  <a:gd name="T6" fmla="*/ 0 w 354"/>
                  <a:gd name="T7" fmla="*/ 50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48" name="Rectangle 783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81449" name="Freeform 784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 w 211"/>
                  <a:gd name="T3" fmla="*/ 5 h 2537"/>
                  <a:gd name="T4" fmla="*/ 2 w 211"/>
                  <a:gd name="T5" fmla="*/ 4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50" name="Freeform 785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 w 328"/>
                  <a:gd name="T3" fmla="*/ 3 h 226"/>
                  <a:gd name="T4" fmla="*/ 2 w 328"/>
                  <a:gd name="T5" fmla="*/ 5 h 226"/>
                  <a:gd name="T6" fmla="*/ 0 w 328"/>
                  <a:gd name="T7" fmla="*/ 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51" name="Rectangle 786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81452" name="Group 787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81477" name="AutoShape 788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81478" name="AutoShape 789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181453" name="Rectangle 790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81454" name="Group 791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81475" name="AutoShape 792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81476" name="AutoShape 793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181455" name="Rectangle 794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81456" name="Rectangle 795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81457" name="Group 796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81473" name="AutoShape 797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81474" name="AutoShape 798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181458" name="Freeform 799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 w 328"/>
                  <a:gd name="T3" fmla="*/ 2 h 226"/>
                  <a:gd name="T4" fmla="*/ 2 w 328"/>
                  <a:gd name="T5" fmla="*/ 4 h 226"/>
                  <a:gd name="T6" fmla="*/ 0 w 328"/>
                  <a:gd name="T7" fmla="*/ 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81459" name="Group 800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81471" name="AutoShape 801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81472" name="AutoShape 802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181460" name="Rectangle 803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81461" name="Freeform 804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 w 296"/>
                  <a:gd name="T3" fmla="*/ 2 h 256"/>
                  <a:gd name="T4" fmla="*/ 2 w 296"/>
                  <a:gd name="T5" fmla="*/ 4 h 256"/>
                  <a:gd name="T6" fmla="*/ 0 w 296"/>
                  <a:gd name="T7" fmla="*/ 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62" name="Freeform 805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 w 304"/>
                  <a:gd name="T3" fmla="*/ 3 h 288"/>
                  <a:gd name="T4" fmla="*/ 2 w 304"/>
                  <a:gd name="T5" fmla="*/ 6 h 288"/>
                  <a:gd name="T6" fmla="*/ 2 w 304"/>
                  <a:gd name="T7" fmla="*/ 3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63" name="Oval 806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81464" name="Freeform 807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 h 240"/>
                  <a:gd name="T2" fmla="*/ 2 w 306"/>
                  <a:gd name="T3" fmla="*/ 5 h 240"/>
                  <a:gd name="T4" fmla="*/ 2 w 306"/>
                  <a:gd name="T5" fmla="*/ 3 h 240"/>
                  <a:gd name="T6" fmla="*/ 2 w 306"/>
                  <a:gd name="T7" fmla="*/ 0 h 240"/>
                  <a:gd name="T8" fmla="*/ 0 w 306"/>
                  <a:gd name="T9" fmla="*/ 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65" name="AutoShape 808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81466" name="AutoShape 809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81467" name="Oval 810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81468" name="Oval 811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>
                  <a:solidFill>
                    <a:srgbClr val="FF0000"/>
                  </a:solidFill>
                  <a:cs typeface="Arial" charset="0"/>
                </a:endParaRPr>
              </a:p>
            </p:txBody>
          </p:sp>
          <p:sp>
            <p:nvSpPr>
              <p:cNvPr id="181469" name="Oval 812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81470" name="Rectangle 813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181315" name="Group 814"/>
            <p:cNvGrpSpPr>
              <a:grpSpLocks/>
            </p:cNvGrpSpPr>
            <p:nvPr/>
          </p:nvGrpSpPr>
          <p:grpSpPr bwMode="auto">
            <a:xfrm>
              <a:off x="4992" y="3341"/>
              <a:ext cx="143" cy="303"/>
              <a:chOff x="4140" y="429"/>
              <a:chExt cx="1425" cy="2396"/>
            </a:xfrm>
          </p:grpSpPr>
          <p:sp>
            <p:nvSpPr>
              <p:cNvPr id="181415" name="Freeform 815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2 w 354"/>
                  <a:gd name="T3" fmla="*/ 7 h 2742"/>
                  <a:gd name="T4" fmla="*/ 2 w 354"/>
                  <a:gd name="T5" fmla="*/ 48 h 2742"/>
                  <a:gd name="T6" fmla="*/ 0 w 354"/>
                  <a:gd name="T7" fmla="*/ 50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16" name="Rectangle 816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81417" name="Freeform 817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 w 211"/>
                  <a:gd name="T3" fmla="*/ 5 h 2537"/>
                  <a:gd name="T4" fmla="*/ 2 w 211"/>
                  <a:gd name="T5" fmla="*/ 4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18" name="Freeform 818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 w 328"/>
                  <a:gd name="T3" fmla="*/ 3 h 226"/>
                  <a:gd name="T4" fmla="*/ 2 w 328"/>
                  <a:gd name="T5" fmla="*/ 5 h 226"/>
                  <a:gd name="T6" fmla="*/ 0 w 328"/>
                  <a:gd name="T7" fmla="*/ 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19" name="Rectangle 819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81420" name="Group 820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81445" name="AutoShape 821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81446" name="AutoShape 822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181421" name="Rectangle 823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81422" name="Group 824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81443" name="AutoShape 825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81444" name="AutoShape 826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181423" name="Rectangle 827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81424" name="Rectangle 828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81425" name="Group 829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81441" name="AutoShape 830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81442" name="AutoShape 831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181426" name="Freeform 832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 w 328"/>
                  <a:gd name="T3" fmla="*/ 2 h 226"/>
                  <a:gd name="T4" fmla="*/ 2 w 328"/>
                  <a:gd name="T5" fmla="*/ 4 h 226"/>
                  <a:gd name="T6" fmla="*/ 0 w 328"/>
                  <a:gd name="T7" fmla="*/ 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81427" name="Group 833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81439" name="AutoShape 834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81440" name="AutoShape 835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181428" name="Rectangle 836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81429" name="Freeform 837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 w 296"/>
                  <a:gd name="T3" fmla="*/ 2 h 256"/>
                  <a:gd name="T4" fmla="*/ 2 w 296"/>
                  <a:gd name="T5" fmla="*/ 4 h 256"/>
                  <a:gd name="T6" fmla="*/ 0 w 296"/>
                  <a:gd name="T7" fmla="*/ 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30" name="Freeform 838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 w 304"/>
                  <a:gd name="T3" fmla="*/ 3 h 288"/>
                  <a:gd name="T4" fmla="*/ 2 w 304"/>
                  <a:gd name="T5" fmla="*/ 6 h 288"/>
                  <a:gd name="T6" fmla="*/ 2 w 304"/>
                  <a:gd name="T7" fmla="*/ 3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31" name="Oval 839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81432" name="Freeform 840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 h 240"/>
                  <a:gd name="T2" fmla="*/ 2 w 306"/>
                  <a:gd name="T3" fmla="*/ 5 h 240"/>
                  <a:gd name="T4" fmla="*/ 2 w 306"/>
                  <a:gd name="T5" fmla="*/ 3 h 240"/>
                  <a:gd name="T6" fmla="*/ 2 w 306"/>
                  <a:gd name="T7" fmla="*/ 0 h 240"/>
                  <a:gd name="T8" fmla="*/ 0 w 306"/>
                  <a:gd name="T9" fmla="*/ 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33" name="AutoShape 841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81434" name="AutoShape 842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81435" name="Oval 843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81436" name="Oval 844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>
                  <a:solidFill>
                    <a:srgbClr val="FF0000"/>
                  </a:solidFill>
                  <a:cs typeface="Arial" charset="0"/>
                </a:endParaRPr>
              </a:p>
            </p:txBody>
          </p:sp>
          <p:sp>
            <p:nvSpPr>
              <p:cNvPr id="181437" name="Oval 845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81438" name="Rectangle 846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181316" name="Group 847"/>
            <p:cNvGrpSpPr>
              <a:grpSpLocks/>
            </p:cNvGrpSpPr>
            <p:nvPr/>
          </p:nvGrpSpPr>
          <p:grpSpPr bwMode="auto">
            <a:xfrm>
              <a:off x="3340" y="1287"/>
              <a:ext cx="337" cy="257"/>
              <a:chOff x="877" y="1008"/>
              <a:chExt cx="2747" cy="2591"/>
            </a:xfrm>
          </p:grpSpPr>
          <p:pic>
            <p:nvPicPr>
              <p:cNvPr id="181392" name="Picture 848" descr="antenna_stylized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393" name="Picture 849" descr="laptop_keyboard"/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1394" name="Freeform 850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181395" name="Picture 851" descr="screen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1396" name="Freeform 852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97" name="Freeform 853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98" name="Freeform 854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99" name="Freeform 855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00" name="Freeform 856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 h 1659"/>
                  <a:gd name="T6" fmla="*/ 0 w 637"/>
                  <a:gd name="T7" fmla="*/ 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01" name="Freeform 857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1 w 2216"/>
                  <a:gd name="T5" fmla="*/ 1 h 550"/>
                  <a:gd name="T6" fmla="*/ 1 w 2216"/>
                  <a:gd name="T7" fmla="*/ 1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81402" name="Group 858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81409" name="Freeform 859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410" name="Freeform 860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411" name="Freeform 861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412" name="Freeform 862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413" name="Freeform 863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414" name="Freeform 864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81403" name="Freeform 865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04" name="Freeform 866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05" name="Freeform 867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06" name="Freeform 868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07" name="Freeform 869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08" name="Freeform 870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1317" name="Group 871"/>
            <p:cNvGrpSpPr>
              <a:grpSpLocks/>
            </p:cNvGrpSpPr>
            <p:nvPr/>
          </p:nvGrpSpPr>
          <p:grpSpPr bwMode="auto">
            <a:xfrm>
              <a:off x="4329" y="3456"/>
              <a:ext cx="299" cy="257"/>
              <a:chOff x="877" y="1008"/>
              <a:chExt cx="2747" cy="2591"/>
            </a:xfrm>
          </p:grpSpPr>
          <p:pic>
            <p:nvPicPr>
              <p:cNvPr id="181369" name="Picture 872" descr="antenna_stylized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370" name="Picture 873" descr="laptop_keyboard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1371" name="Freeform 874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181372" name="Picture 875" descr="screen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1373" name="Freeform 876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74" name="Freeform 877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75" name="Freeform 878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76" name="Freeform 879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77" name="Freeform 880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 h 1659"/>
                  <a:gd name="T6" fmla="*/ 0 w 637"/>
                  <a:gd name="T7" fmla="*/ 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78" name="Freeform 881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1 w 2216"/>
                  <a:gd name="T5" fmla="*/ 1 h 550"/>
                  <a:gd name="T6" fmla="*/ 1 w 2216"/>
                  <a:gd name="T7" fmla="*/ 1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81379" name="Group 882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81386" name="Freeform 883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387" name="Freeform 884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388" name="Freeform 885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389" name="Freeform 886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390" name="Freeform 887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391" name="Freeform 888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81380" name="Freeform 889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81" name="Freeform 890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82" name="Freeform 891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83" name="Freeform 892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84" name="Freeform 893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85" name="Freeform 894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1318" name="Group 895"/>
            <p:cNvGrpSpPr>
              <a:grpSpLocks/>
            </p:cNvGrpSpPr>
            <p:nvPr/>
          </p:nvGrpSpPr>
          <p:grpSpPr bwMode="auto">
            <a:xfrm>
              <a:off x="3503" y="1916"/>
              <a:ext cx="280" cy="257"/>
              <a:chOff x="877" y="1008"/>
              <a:chExt cx="2747" cy="2591"/>
            </a:xfrm>
          </p:grpSpPr>
          <p:pic>
            <p:nvPicPr>
              <p:cNvPr id="181346" name="Picture 896" descr="antenna_stylized"/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347" name="Picture 897" descr="laptop_keyboard"/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1348" name="Freeform 898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181349" name="Picture 899" descr="screen"/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1350" name="Freeform 900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51" name="Freeform 901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52" name="Freeform 902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53" name="Freeform 903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54" name="Freeform 904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 h 1659"/>
                  <a:gd name="T6" fmla="*/ 0 w 637"/>
                  <a:gd name="T7" fmla="*/ 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55" name="Freeform 905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1 w 2216"/>
                  <a:gd name="T5" fmla="*/ 1 h 550"/>
                  <a:gd name="T6" fmla="*/ 1 w 2216"/>
                  <a:gd name="T7" fmla="*/ 1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81356" name="Group 906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81363" name="Freeform 907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364" name="Freeform 908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365" name="Freeform 909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366" name="Freeform 910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367" name="Freeform 911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368" name="Freeform 912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81357" name="Freeform 913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58" name="Freeform 914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59" name="Freeform 915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60" name="Freeform 916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61" name="Freeform 917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62" name="Freeform 918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1319" name="Group 919"/>
            <p:cNvGrpSpPr>
              <a:grpSpLocks/>
            </p:cNvGrpSpPr>
            <p:nvPr/>
          </p:nvGrpSpPr>
          <p:grpSpPr bwMode="auto">
            <a:xfrm flipH="1">
              <a:off x="3742" y="2030"/>
              <a:ext cx="261" cy="235"/>
              <a:chOff x="2839" y="3501"/>
              <a:chExt cx="755" cy="803"/>
            </a:xfrm>
          </p:grpSpPr>
          <p:pic>
            <p:nvPicPr>
              <p:cNvPr id="181344" name="Picture 920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1345" name="Freeform 921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181320" name="Group 922"/>
            <p:cNvGrpSpPr>
              <a:grpSpLocks/>
            </p:cNvGrpSpPr>
            <p:nvPr/>
          </p:nvGrpSpPr>
          <p:grpSpPr bwMode="auto">
            <a:xfrm>
              <a:off x="4603" y="3416"/>
              <a:ext cx="299" cy="257"/>
              <a:chOff x="877" y="1008"/>
              <a:chExt cx="2747" cy="2591"/>
            </a:xfrm>
          </p:grpSpPr>
          <p:pic>
            <p:nvPicPr>
              <p:cNvPr id="181321" name="Picture 923" descr="antenna_stylized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322" name="Picture 924" descr="laptop_keyboard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1323" name="Freeform 925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181324" name="Picture 926" descr="screen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1325" name="Freeform 927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26" name="Freeform 928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27" name="Freeform 929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28" name="Freeform 930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29" name="Freeform 931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 h 1659"/>
                  <a:gd name="T6" fmla="*/ 0 w 637"/>
                  <a:gd name="T7" fmla="*/ 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30" name="Freeform 932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1 w 2216"/>
                  <a:gd name="T5" fmla="*/ 1 h 550"/>
                  <a:gd name="T6" fmla="*/ 1 w 2216"/>
                  <a:gd name="T7" fmla="*/ 1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81331" name="Group 933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81338" name="Freeform 934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339" name="Freeform 935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340" name="Freeform 936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341" name="Freeform 937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342" name="Freeform 938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343" name="Freeform 939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81332" name="Freeform 940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33" name="Freeform 941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34" name="Freeform 942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35" name="Freeform 943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36" name="Freeform 944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37" name="Freeform 945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81254" name="Line 1034"/>
          <p:cNvSpPr>
            <a:spLocks noChangeShapeType="1"/>
          </p:cNvSpPr>
          <p:nvPr/>
        </p:nvSpPr>
        <p:spPr bwMode="auto">
          <a:xfrm flipH="1">
            <a:off x="7307264" y="1597026"/>
            <a:ext cx="828675" cy="1203325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1255" name="Line 1035"/>
          <p:cNvSpPr>
            <a:spLocks noChangeShapeType="1"/>
          </p:cNvSpPr>
          <p:nvPr/>
        </p:nvSpPr>
        <p:spPr bwMode="auto">
          <a:xfrm>
            <a:off x="7181851" y="3160713"/>
            <a:ext cx="30163" cy="1555750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1256" name="Line 1036"/>
          <p:cNvSpPr>
            <a:spLocks noChangeShapeType="1"/>
          </p:cNvSpPr>
          <p:nvPr/>
        </p:nvSpPr>
        <p:spPr bwMode="auto">
          <a:xfrm>
            <a:off x="7642225" y="3260725"/>
            <a:ext cx="1296988" cy="2038350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CF84EA7-69D2-DD4E-9680-C972F7B54C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F5170A0-52D5-1B41-B29A-4B6C4813F48B}" type="slidenum">
              <a:rPr lang="en-US" smtClean="0"/>
              <a:pPr>
                <a:defRPr/>
              </a:pPr>
              <a:t>94</a:t>
            </a:fld>
            <a:endParaRPr lang="en-US" dirty="0"/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99" name="Rectangle 2"/>
          <p:cNvSpPr>
            <a:spLocks noGrp="1" noChangeArrowheads="1"/>
          </p:cNvSpPr>
          <p:nvPr>
            <p:ph type="title"/>
          </p:nvPr>
        </p:nvSpPr>
        <p:spPr>
          <a:xfrm>
            <a:off x="1822451" y="153988"/>
            <a:ext cx="8520113" cy="773112"/>
          </a:xfrm>
        </p:spPr>
        <p:txBody>
          <a:bodyPr/>
          <a:lstStyle/>
          <a:p>
            <a:r>
              <a:rPr lang="en-US" sz="3600" dirty="0">
                <a:latin typeface="Gill Sans MT" charset="0"/>
              </a:rPr>
              <a:t>File distribution: client-server vs. P2P</a:t>
            </a:r>
          </a:p>
        </p:txBody>
      </p:sp>
      <p:sp>
        <p:nvSpPr>
          <p:cNvPr id="183300" name="Rectangle 3"/>
          <p:cNvSpPr>
            <a:spLocks noGrp="1" noChangeArrowheads="1"/>
          </p:cNvSpPr>
          <p:nvPr>
            <p:ph idx="1"/>
          </p:nvPr>
        </p:nvSpPr>
        <p:spPr>
          <a:xfrm>
            <a:off x="1989139" y="1227138"/>
            <a:ext cx="8258175" cy="882650"/>
          </a:xfrm>
        </p:spPr>
        <p:txBody>
          <a:bodyPr>
            <a:normAutofit fontScale="77500" lnSpcReduction="20000"/>
          </a:bodyPr>
          <a:lstStyle/>
          <a:p>
            <a:pPr>
              <a:buFont typeface="Wingdings" charset="0"/>
              <a:buNone/>
            </a:pPr>
            <a:r>
              <a:rPr lang="en-US" i="1" u="sng">
                <a:solidFill>
                  <a:srgbClr val="CC0000"/>
                </a:solidFill>
                <a:latin typeface="Gill Sans MT" charset="0"/>
              </a:rPr>
              <a:t>Question</a:t>
            </a:r>
            <a:r>
              <a:rPr lang="en-US" i="1">
                <a:solidFill>
                  <a:srgbClr val="CC0000"/>
                </a:solidFill>
                <a:latin typeface="Gill Sans MT" charset="0"/>
              </a:rPr>
              <a:t>:</a:t>
            </a:r>
            <a:r>
              <a:rPr lang="en-US">
                <a:latin typeface="Gill Sans MT" charset="0"/>
              </a:rPr>
              <a:t> how much time to distribute file (size </a:t>
            </a:r>
            <a:r>
              <a:rPr lang="en-US" i="1">
                <a:latin typeface="Gill Sans MT" charset="0"/>
              </a:rPr>
              <a:t>F</a:t>
            </a:r>
            <a:r>
              <a:rPr lang="en-US">
                <a:latin typeface="Gill Sans MT" charset="0"/>
              </a:rPr>
              <a:t>) from one server to </a:t>
            </a:r>
            <a:r>
              <a:rPr lang="en-US" i="1">
                <a:latin typeface="Gill Sans MT" charset="0"/>
              </a:rPr>
              <a:t>N  peers</a:t>
            </a:r>
            <a:r>
              <a:rPr lang="en-US">
                <a:latin typeface="Gill Sans MT" charset="0"/>
              </a:rPr>
              <a:t>?</a:t>
            </a:r>
          </a:p>
          <a:p>
            <a:pPr lvl="1"/>
            <a:r>
              <a:rPr lang="en-US">
                <a:latin typeface="Gill Sans MT" charset="0"/>
              </a:rPr>
              <a:t>peer upload/download capacity is limited resource</a:t>
            </a:r>
          </a:p>
        </p:txBody>
      </p:sp>
      <p:sp>
        <p:nvSpPr>
          <p:cNvPr id="183301" name="Freeform 4"/>
          <p:cNvSpPr>
            <a:spLocks/>
          </p:cNvSpPr>
          <p:nvPr/>
        </p:nvSpPr>
        <p:spPr bwMode="auto">
          <a:xfrm>
            <a:off x="3808414" y="4087814"/>
            <a:ext cx="3775075" cy="1755775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3302" name="Line 14"/>
          <p:cNvSpPr>
            <a:spLocks noChangeShapeType="1"/>
          </p:cNvSpPr>
          <p:nvPr/>
        </p:nvSpPr>
        <p:spPr bwMode="auto">
          <a:xfrm>
            <a:off x="3343276" y="4051300"/>
            <a:ext cx="803275" cy="311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3303" name="Text Box 15"/>
          <p:cNvSpPr txBox="1">
            <a:spLocks noChangeArrowheads="1"/>
          </p:cNvSpPr>
          <p:nvPr/>
        </p:nvSpPr>
        <p:spPr bwMode="auto">
          <a:xfrm>
            <a:off x="3627438" y="3849688"/>
            <a:ext cx="3873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sz="1800" i="1"/>
              <a:t>u</a:t>
            </a:r>
            <a:r>
              <a:rPr lang="en-US" sz="1800" i="1" baseline="-25000"/>
              <a:t>s</a:t>
            </a:r>
          </a:p>
        </p:txBody>
      </p:sp>
      <p:sp>
        <p:nvSpPr>
          <p:cNvPr id="183304" name="Line 39"/>
          <p:cNvSpPr>
            <a:spLocks noChangeShapeType="1"/>
          </p:cNvSpPr>
          <p:nvPr/>
        </p:nvSpPr>
        <p:spPr bwMode="auto">
          <a:xfrm>
            <a:off x="2900363" y="4962525"/>
            <a:ext cx="1016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3305" name="Line 40"/>
          <p:cNvSpPr>
            <a:spLocks noChangeShapeType="1"/>
          </p:cNvSpPr>
          <p:nvPr/>
        </p:nvSpPr>
        <p:spPr bwMode="auto">
          <a:xfrm flipH="1">
            <a:off x="2955925" y="5110163"/>
            <a:ext cx="1003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3306" name="Text Box 41"/>
          <p:cNvSpPr txBox="1">
            <a:spLocks noChangeArrowheads="1"/>
          </p:cNvSpPr>
          <p:nvPr/>
        </p:nvSpPr>
        <p:spPr bwMode="auto">
          <a:xfrm>
            <a:off x="3189288" y="4573588"/>
            <a:ext cx="6096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sz="1800" i="1"/>
              <a:t>u</a:t>
            </a:r>
            <a:r>
              <a:rPr lang="en-US" sz="1800" i="1" baseline="-25000"/>
              <a:t>N</a:t>
            </a:r>
          </a:p>
        </p:txBody>
      </p:sp>
      <p:sp>
        <p:nvSpPr>
          <p:cNvPr id="183307" name="Text Box 42"/>
          <p:cNvSpPr txBox="1">
            <a:spLocks noChangeArrowheads="1"/>
          </p:cNvSpPr>
          <p:nvPr/>
        </p:nvSpPr>
        <p:spPr bwMode="auto">
          <a:xfrm>
            <a:off x="3170238" y="5087938"/>
            <a:ext cx="6096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sz="1800" i="1"/>
              <a:t>d</a:t>
            </a:r>
            <a:r>
              <a:rPr lang="en-US" sz="1800" i="1" baseline="-25000"/>
              <a:t>N</a:t>
            </a:r>
          </a:p>
        </p:txBody>
      </p:sp>
      <p:sp>
        <p:nvSpPr>
          <p:cNvPr id="183308" name="Text Box 43"/>
          <p:cNvSpPr txBox="1">
            <a:spLocks noChangeArrowheads="1"/>
          </p:cNvSpPr>
          <p:nvPr/>
        </p:nvSpPr>
        <p:spPr bwMode="auto">
          <a:xfrm>
            <a:off x="2670176" y="4071938"/>
            <a:ext cx="11731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sz="1800"/>
              <a:t>server</a:t>
            </a:r>
            <a:endParaRPr lang="en-US" sz="1800" baseline="-25000"/>
          </a:p>
        </p:txBody>
      </p:sp>
      <p:sp>
        <p:nvSpPr>
          <p:cNvPr id="183309" name="Text Box 44"/>
          <p:cNvSpPr txBox="1">
            <a:spLocks noChangeArrowheads="1"/>
          </p:cNvSpPr>
          <p:nvPr/>
        </p:nvSpPr>
        <p:spPr bwMode="auto">
          <a:xfrm>
            <a:off x="4349750" y="4598988"/>
            <a:ext cx="2546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sz="1800">
                <a:solidFill>
                  <a:schemeClr val="bg1"/>
                </a:solidFill>
              </a:rPr>
              <a:t>network (with abundant</a:t>
            </a:r>
          </a:p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sz="1800">
                <a:solidFill>
                  <a:schemeClr val="bg1"/>
                </a:solidFill>
              </a:rPr>
              <a:t> bandwidth)</a:t>
            </a:r>
          </a:p>
        </p:txBody>
      </p:sp>
      <p:sp>
        <p:nvSpPr>
          <p:cNvPr id="183310" name="Text Box 47"/>
          <p:cNvSpPr txBox="1">
            <a:spLocks noChangeArrowheads="1"/>
          </p:cNvSpPr>
          <p:nvPr/>
        </p:nvSpPr>
        <p:spPr bwMode="auto">
          <a:xfrm>
            <a:off x="1778000" y="3824288"/>
            <a:ext cx="13970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sz="1600" i="1"/>
              <a:t>file, size F</a:t>
            </a:r>
            <a:endParaRPr lang="en-US" sz="1600" i="1" baseline="-25000"/>
          </a:p>
        </p:txBody>
      </p:sp>
      <p:sp>
        <p:nvSpPr>
          <p:cNvPr id="183311" name="Text Box 49"/>
          <p:cNvSpPr txBox="1">
            <a:spLocks noChangeArrowheads="1"/>
          </p:cNvSpPr>
          <p:nvPr/>
        </p:nvSpPr>
        <p:spPr bwMode="auto">
          <a:xfrm>
            <a:off x="3016250" y="2725738"/>
            <a:ext cx="2014538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800" b="1" i="1">
                <a:solidFill>
                  <a:srgbClr val="CC0000"/>
                </a:solidFill>
              </a:rPr>
              <a:t>u</a:t>
            </a:r>
            <a:r>
              <a:rPr lang="en-US" sz="1800" b="1" i="1" baseline="-25000">
                <a:solidFill>
                  <a:srgbClr val="CC0000"/>
                </a:solidFill>
              </a:rPr>
              <a:t>s</a:t>
            </a:r>
            <a:r>
              <a:rPr lang="en-US" sz="1800" b="1" i="1">
                <a:solidFill>
                  <a:srgbClr val="CC0000"/>
                </a:solidFill>
              </a:rPr>
              <a:t>:</a:t>
            </a:r>
            <a:r>
              <a:rPr lang="en-US" sz="1800"/>
              <a:t> server upload capacity</a:t>
            </a:r>
          </a:p>
        </p:txBody>
      </p:sp>
      <p:sp>
        <p:nvSpPr>
          <p:cNvPr id="183312" name="Text Box 50"/>
          <p:cNvSpPr txBox="1">
            <a:spLocks noChangeArrowheads="1"/>
          </p:cNvSpPr>
          <p:nvPr/>
        </p:nvSpPr>
        <p:spPr bwMode="auto">
          <a:xfrm>
            <a:off x="7800975" y="5491163"/>
            <a:ext cx="2590800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800" b="1" i="1">
                <a:solidFill>
                  <a:srgbClr val="CC0000"/>
                </a:solidFill>
              </a:rPr>
              <a:t>u</a:t>
            </a:r>
            <a:r>
              <a:rPr lang="en-US" sz="1800" b="1" i="1" baseline="-25000">
                <a:solidFill>
                  <a:srgbClr val="CC0000"/>
                </a:solidFill>
              </a:rPr>
              <a:t>i</a:t>
            </a:r>
            <a:r>
              <a:rPr lang="en-US" sz="1800" b="1" i="1">
                <a:solidFill>
                  <a:srgbClr val="CC0000"/>
                </a:solidFill>
              </a:rPr>
              <a:t>:</a:t>
            </a:r>
            <a:r>
              <a:rPr lang="en-US" sz="1800"/>
              <a:t> peer i upload capacity</a:t>
            </a:r>
          </a:p>
        </p:txBody>
      </p:sp>
      <p:sp>
        <p:nvSpPr>
          <p:cNvPr id="183313" name="Text Box 51"/>
          <p:cNvSpPr txBox="1">
            <a:spLocks noChangeArrowheads="1"/>
          </p:cNvSpPr>
          <p:nvPr/>
        </p:nvSpPr>
        <p:spPr bwMode="auto">
          <a:xfrm>
            <a:off x="7881939" y="3622675"/>
            <a:ext cx="2122487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sz="1800" b="1" i="1">
                <a:solidFill>
                  <a:srgbClr val="CC0000"/>
                </a:solidFill>
              </a:rPr>
              <a:t>d</a:t>
            </a:r>
            <a:r>
              <a:rPr lang="en-US" sz="1800" b="1" i="1" baseline="-25000">
                <a:solidFill>
                  <a:srgbClr val="CC0000"/>
                </a:solidFill>
              </a:rPr>
              <a:t>i</a:t>
            </a:r>
            <a:r>
              <a:rPr lang="en-US" sz="1800" b="1" i="1">
                <a:solidFill>
                  <a:srgbClr val="CC0000"/>
                </a:solidFill>
              </a:rPr>
              <a:t>:</a:t>
            </a:r>
            <a:r>
              <a:rPr lang="en-US" sz="1800"/>
              <a:t> peer i download capacity</a:t>
            </a:r>
          </a:p>
        </p:txBody>
      </p:sp>
      <p:sp>
        <p:nvSpPr>
          <p:cNvPr id="183315" name="AutoShape 327"/>
          <p:cNvSpPr>
            <a:spLocks noChangeArrowheads="1"/>
          </p:cNvSpPr>
          <p:nvPr/>
        </p:nvSpPr>
        <p:spPr bwMode="auto">
          <a:xfrm>
            <a:off x="2287589" y="3270251"/>
            <a:ext cx="592137" cy="581025"/>
          </a:xfrm>
          <a:prstGeom prst="can">
            <a:avLst>
              <a:gd name="adj" fmla="val 2021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sz="2400">
              <a:latin typeface="Times New Roman" charset="0"/>
              <a:cs typeface="Arial" charset="0"/>
            </a:endParaRPr>
          </a:p>
        </p:txBody>
      </p:sp>
      <p:grpSp>
        <p:nvGrpSpPr>
          <p:cNvPr id="183316" name="Group 76"/>
          <p:cNvGrpSpPr>
            <a:grpSpLocks/>
          </p:cNvGrpSpPr>
          <p:nvPr/>
        </p:nvGrpSpPr>
        <p:grpSpPr bwMode="auto">
          <a:xfrm>
            <a:off x="5022851" y="3548064"/>
            <a:ext cx="2138363" cy="903287"/>
            <a:chOff x="2204" y="2030"/>
            <a:chExt cx="1347" cy="774"/>
          </a:xfrm>
        </p:grpSpPr>
        <p:sp>
          <p:nvSpPr>
            <p:cNvPr id="183369" name="Text Box 19"/>
            <p:cNvSpPr txBox="1">
              <a:spLocks noChangeArrowheads="1"/>
            </p:cNvSpPr>
            <p:nvPr/>
          </p:nvSpPr>
          <p:spPr bwMode="auto">
            <a:xfrm>
              <a:off x="2856" y="2271"/>
              <a:ext cx="384" cy="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800" i="1"/>
                <a:t>u</a:t>
              </a:r>
              <a:r>
                <a:rPr lang="en-US" sz="1800" i="1" baseline="-25000"/>
                <a:t>2</a:t>
              </a:r>
            </a:p>
          </p:txBody>
        </p:sp>
        <p:sp>
          <p:nvSpPr>
            <p:cNvPr id="183370" name="Line 22"/>
            <p:cNvSpPr>
              <a:spLocks noChangeShapeType="1"/>
            </p:cNvSpPr>
            <p:nvPr/>
          </p:nvSpPr>
          <p:spPr bwMode="auto">
            <a:xfrm flipV="1">
              <a:off x="2997" y="2133"/>
              <a:ext cx="200" cy="6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71" name="Line 23"/>
            <p:cNvSpPr>
              <a:spLocks noChangeShapeType="1"/>
            </p:cNvSpPr>
            <p:nvPr/>
          </p:nvSpPr>
          <p:spPr bwMode="auto">
            <a:xfrm flipH="1">
              <a:off x="3082" y="2141"/>
              <a:ext cx="208" cy="6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72" name="Text Box 24"/>
            <p:cNvSpPr txBox="1">
              <a:spLocks noChangeArrowheads="1"/>
            </p:cNvSpPr>
            <p:nvPr/>
          </p:nvSpPr>
          <p:spPr bwMode="auto">
            <a:xfrm>
              <a:off x="3167" y="2332"/>
              <a:ext cx="384" cy="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800" i="1"/>
                <a:t>d</a:t>
              </a:r>
              <a:r>
                <a:rPr lang="en-US" sz="1800" i="1" baseline="-25000"/>
                <a:t>2</a:t>
              </a:r>
            </a:p>
          </p:txBody>
        </p:sp>
        <p:sp>
          <p:nvSpPr>
            <p:cNvPr id="183373" name="Text Box 19"/>
            <p:cNvSpPr txBox="1">
              <a:spLocks noChangeArrowheads="1"/>
            </p:cNvSpPr>
            <p:nvPr/>
          </p:nvSpPr>
          <p:spPr bwMode="auto">
            <a:xfrm>
              <a:off x="2204" y="2167"/>
              <a:ext cx="384" cy="3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800" i="1"/>
                <a:t>u</a:t>
              </a:r>
              <a:r>
                <a:rPr lang="en-US" sz="1800" i="1" baseline="-25000"/>
                <a:t>1</a:t>
              </a:r>
            </a:p>
          </p:txBody>
        </p:sp>
        <p:sp>
          <p:nvSpPr>
            <p:cNvPr id="183374" name="Line 22"/>
            <p:cNvSpPr>
              <a:spLocks noChangeShapeType="1"/>
            </p:cNvSpPr>
            <p:nvPr/>
          </p:nvSpPr>
          <p:spPr bwMode="auto">
            <a:xfrm flipV="1">
              <a:off x="2345" y="2030"/>
              <a:ext cx="200" cy="6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75" name="Line 23"/>
            <p:cNvSpPr>
              <a:spLocks noChangeShapeType="1"/>
            </p:cNvSpPr>
            <p:nvPr/>
          </p:nvSpPr>
          <p:spPr bwMode="auto">
            <a:xfrm flipH="1">
              <a:off x="2430" y="2038"/>
              <a:ext cx="208" cy="6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76" name="Text Box 24"/>
            <p:cNvSpPr txBox="1">
              <a:spLocks noChangeArrowheads="1"/>
            </p:cNvSpPr>
            <p:nvPr/>
          </p:nvSpPr>
          <p:spPr bwMode="auto">
            <a:xfrm>
              <a:off x="2515" y="2229"/>
              <a:ext cx="384" cy="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800" i="1"/>
                <a:t>d</a:t>
              </a:r>
              <a:r>
                <a:rPr lang="en-US" sz="1800" i="1" baseline="-25000"/>
                <a:t>1</a:t>
              </a:r>
            </a:p>
          </p:txBody>
        </p:sp>
      </p:grpSp>
      <p:sp>
        <p:nvSpPr>
          <p:cNvPr id="183317" name="Line 72"/>
          <p:cNvSpPr>
            <a:spLocks noChangeShapeType="1"/>
          </p:cNvSpPr>
          <p:nvPr/>
        </p:nvSpPr>
        <p:spPr bwMode="auto">
          <a:xfrm>
            <a:off x="7554914" y="4767263"/>
            <a:ext cx="116522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3318" name="Line 73"/>
          <p:cNvSpPr>
            <a:spLocks noChangeShapeType="1"/>
          </p:cNvSpPr>
          <p:nvPr/>
        </p:nvSpPr>
        <p:spPr bwMode="auto">
          <a:xfrm>
            <a:off x="7562851" y="4919663"/>
            <a:ext cx="116522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3319" name="Text Box 41"/>
          <p:cNvSpPr txBox="1">
            <a:spLocks noChangeArrowheads="1"/>
          </p:cNvSpPr>
          <p:nvPr/>
        </p:nvSpPr>
        <p:spPr bwMode="auto">
          <a:xfrm>
            <a:off x="7715250" y="4356101"/>
            <a:ext cx="609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sz="1800" i="1"/>
              <a:t>d</a:t>
            </a:r>
            <a:r>
              <a:rPr lang="en-US" sz="1800" i="1" baseline="-25000"/>
              <a:t>i</a:t>
            </a:r>
          </a:p>
        </p:txBody>
      </p:sp>
      <p:sp>
        <p:nvSpPr>
          <p:cNvPr id="183320" name="Text Box 41"/>
          <p:cNvSpPr txBox="1">
            <a:spLocks noChangeArrowheads="1"/>
          </p:cNvSpPr>
          <p:nvPr/>
        </p:nvSpPr>
        <p:spPr bwMode="auto">
          <a:xfrm>
            <a:off x="7739063" y="4889501"/>
            <a:ext cx="609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sz="1800" i="1"/>
              <a:t>u</a:t>
            </a:r>
            <a:r>
              <a:rPr lang="en-US" sz="1800" i="1" baseline="-25000"/>
              <a:t>i</a:t>
            </a:r>
          </a:p>
        </p:txBody>
      </p:sp>
      <p:sp>
        <p:nvSpPr>
          <p:cNvPr id="183321" name="Line 77"/>
          <p:cNvSpPr>
            <a:spLocks noChangeShapeType="1"/>
          </p:cNvSpPr>
          <p:nvPr/>
        </p:nvSpPr>
        <p:spPr bwMode="auto">
          <a:xfrm>
            <a:off x="3789363" y="3232151"/>
            <a:ext cx="0" cy="6635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3322" name="Line 78"/>
          <p:cNvSpPr>
            <a:spLocks noChangeShapeType="1"/>
          </p:cNvSpPr>
          <p:nvPr/>
        </p:nvSpPr>
        <p:spPr bwMode="auto">
          <a:xfrm flipH="1">
            <a:off x="8002589" y="4146550"/>
            <a:ext cx="369887" cy="414338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3323" name="Line 79"/>
          <p:cNvSpPr>
            <a:spLocks noChangeShapeType="1"/>
          </p:cNvSpPr>
          <p:nvPr/>
        </p:nvSpPr>
        <p:spPr bwMode="auto">
          <a:xfrm flipH="1" flipV="1">
            <a:off x="8032750" y="5092700"/>
            <a:ext cx="369888" cy="414338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83324" name="Group 81"/>
          <p:cNvGrpSpPr>
            <a:grpSpLocks/>
          </p:cNvGrpSpPr>
          <p:nvPr/>
        </p:nvGrpSpPr>
        <p:grpSpPr bwMode="auto">
          <a:xfrm>
            <a:off x="3059114" y="3332164"/>
            <a:ext cx="465137" cy="803275"/>
            <a:chOff x="4140" y="429"/>
            <a:chExt cx="1425" cy="2396"/>
          </a:xfrm>
        </p:grpSpPr>
        <p:sp>
          <p:nvSpPr>
            <p:cNvPr id="183337" name="Freeform 82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7 h 2742"/>
                <a:gd name="T4" fmla="*/ 2 w 354"/>
                <a:gd name="T5" fmla="*/ 48 h 2742"/>
                <a:gd name="T6" fmla="*/ 0 w 354"/>
                <a:gd name="T7" fmla="*/ 50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38" name="Rectangle 83"/>
            <p:cNvSpPr>
              <a:spLocks noChangeArrowheads="1"/>
            </p:cNvSpPr>
            <p:nvPr/>
          </p:nvSpPr>
          <p:spPr bwMode="auto">
            <a:xfrm>
              <a:off x="4208" y="429"/>
              <a:ext cx="1046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3339" name="Freeform 84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5 h 2537"/>
                <a:gd name="T4" fmla="*/ 2 w 211"/>
                <a:gd name="T5" fmla="*/ 4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40" name="Freeform 85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5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41" name="Rectangle 86"/>
            <p:cNvSpPr>
              <a:spLocks noChangeArrowheads="1"/>
            </p:cNvSpPr>
            <p:nvPr/>
          </p:nvSpPr>
          <p:spPr bwMode="auto">
            <a:xfrm>
              <a:off x="4213" y="694"/>
              <a:ext cx="593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83342" name="Group 87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83367" name="AutoShape 88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8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83368" name="AutoShape 89"/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2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83343" name="Rectangle 90"/>
            <p:cNvSpPr>
              <a:spLocks noChangeArrowheads="1"/>
            </p:cNvSpPr>
            <p:nvPr/>
          </p:nvSpPr>
          <p:spPr bwMode="auto">
            <a:xfrm>
              <a:off x="4223" y="1021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83344" name="Group 91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83365" name="AutoShape 92"/>
              <p:cNvSpPr>
                <a:spLocks noChangeArrowheads="1"/>
              </p:cNvSpPr>
              <p:nvPr/>
            </p:nvSpPr>
            <p:spPr bwMode="auto">
              <a:xfrm>
                <a:off x="615" y="2566"/>
                <a:ext cx="722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83366" name="AutoShape 93"/>
              <p:cNvSpPr>
                <a:spLocks noChangeArrowheads="1"/>
              </p:cNvSpPr>
              <p:nvPr/>
            </p:nvSpPr>
            <p:spPr bwMode="auto">
              <a:xfrm>
                <a:off x="633" y="2581"/>
                <a:ext cx="68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83345" name="Rectangle 94"/>
            <p:cNvSpPr>
              <a:spLocks noChangeArrowheads="1"/>
            </p:cNvSpPr>
            <p:nvPr/>
          </p:nvSpPr>
          <p:spPr bwMode="auto">
            <a:xfrm>
              <a:off x="4218" y="1357"/>
              <a:ext cx="593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3346" name="Rectangle 95"/>
            <p:cNvSpPr>
              <a:spLocks noChangeArrowheads="1"/>
            </p:cNvSpPr>
            <p:nvPr/>
          </p:nvSpPr>
          <p:spPr bwMode="auto">
            <a:xfrm>
              <a:off x="4228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83347" name="Group 96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83363" name="AutoShape 97"/>
              <p:cNvSpPr>
                <a:spLocks noChangeArrowheads="1"/>
              </p:cNvSpPr>
              <p:nvPr/>
            </p:nvSpPr>
            <p:spPr bwMode="auto">
              <a:xfrm>
                <a:off x="612" y="2568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83364" name="AutoShape 98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83348" name="Freeform 99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4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3349" name="Group 100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83361" name="AutoShape 101"/>
              <p:cNvSpPr>
                <a:spLocks noChangeArrowheads="1"/>
              </p:cNvSpPr>
              <p:nvPr/>
            </p:nvSpPr>
            <p:spPr bwMode="auto">
              <a:xfrm>
                <a:off x="613" y="2570"/>
                <a:ext cx="727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83362" name="AutoShape 102"/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83350" name="Rectangle 103"/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3351" name="Freeform 104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4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52" name="Freeform 105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3 h 288"/>
                <a:gd name="T4" fmla="*/ 2 w 304"/>
                <a:gd name="T5" fmla="*/ 6 h 288"/>
                <a:gd name="T6" fmla="*/ 2 w 304"/>
                <a:gd name="T7" fmla="*/ 3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53" name="Oval 106"/>
            <p:cNvSpPr>
              <a:spLocks noChangeArrowheads="1"/>
            </p:cNvSpPr>
            <p:nvPr/>
          </p:nvSpPr>
          <p:spPr bwMode="auto">
            <a:xfrm>
              <a:off x="5516" y="2612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3354" name="Freeform 107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5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55" name="AutoShape 108"/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3356" name="AutoShape 109"/>
            <p:cNvSpPr>
              <a:spLocks noChangeArrowheads="1"/>
            </p:cNvSpPr>
            <p:nvPr/>
          </p:nvSpPr>
          <p:spPr bwMode="auto">
            <a:xfrm>
              <a:off x="4208" y="2711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3357" name="Oval 110"/>
            <p:cNvSpPr>
              <a:spLocks noChangeArrowheads="1"/>
            </p:cNvSpPr>
            <p:nvPr/>
          </p:nvSpPr>
          <p:spPr bwMode="auto">
            <a:xfrm>
              <a:off x="4310" y="2385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3358" name="Oval 111"/>
            <p:cNvSpPr>
              <a:spLocks noChangeArrowheads="1"/>
            </p:cNvSpPr>
            <p:nvPr/>
          </p:nvSpPr>
          <p:spPr bwMode="auto">
            <a:xfrm>
              <a:off x="4485" y="2385"/>
              <a:ext cx="160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>
                <a:solidFill>
                  <a:srgbClr val="FF0000"/>
                </a:solidFill>
                <a:cs typeface="Arial" charset="0"/>
              </a:endParaRPr>
            </a:p>
          </p:txBody>
        </p:sp>
        <p:sp>
          <p:nvSpPr>
            <p:cNvPr id="183359" name="Oval 112"/>
            <p:cNvSpPr>
              <a:spLocks noChangeArrowheads="1"/>
            </p:cNvSpPr>
            <p:nvPr/>
          </p:nvSpPr>
          <p:spPr bwMode="auto">
            <a:xfrm>
              <a:off x="4660" y="2380"/>
              <a:ext cx="160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3360" name="Rectangle 113"/>
            <p:cNvSpPr>
              <a:spLocks noChangeArrowheads="1"/>
            </p:cNvSpPr>
            <p:nvPr/>
          </p:nvSpPr>
          <p:spPr bwMode="auto">
            <a:xfrm>
              <a:off x="5064" y="1835"/>
              <a:ext cx="83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83325" name="Group 114"/>
          <p:cNvGrpSpPr>
            <a:grpSpLocks/>
          </p:cNvGrpSpPr>
          <p:nvPr/>
        </p:nvGrpSpPr>
        <p:grpSpPr bwMode="auto">
          <a:xfrm>
            <a:off x="1968501" y="4635500"/>
            <a:ext cx="925513" cy="795338"/>
            <a:chOff x="-44" y="1473"/>
            <a:chExt cx="981" cy="1105"/>
          </a:xfrm>
        </p:grpSpPr>
        <p:pic>
          <p:nvPicPr>
            <p:cNvPr id="183335" name="Picture 115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3336" name="Freeform 11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7350 w 356"/>
                <a:gd name="T3" fmla="*/ 15593 h 368"/>
                <a:gd name="T4" fmla="*/ 222251 w 356"/>
                <a:gd name="T5" fmla="*/ 324849 h 368"/>
                <a:gd name="T6" fmla="*/ 48981 w 356"/>
                <a:gd name="T7" fmla="*/ 40626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3326" name="Group 117"/>
          <p:cNvGrpSpPr>
            <a:grpSpLocks/>
          </p:cNvGrpSpPr>
          <p:nvPr/>
        </p:nvGrpSpPr>
        <p:grpSpPr bwMode="auto">
          <a:xfrm>
            <a:off x="5189538" y="2816225"/>
            <a:ext cx="925512" cy="795338"/>
            <a:chOff x="-44" y="1473"/>
            <a:chExt cx="981" cy="1105"/>
          </a:xfrm>
        </p:grpSpPr>
        <p:pic>
          <p:nvPicPr>
            <p:cNvPr id="183333" name="Picture 118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3334" name="Freeform 119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7350 w 356"/>
                <a:gd name="T3" fmla="*/ 15593 h 368"/>
                <a:gd name="T4" fmla="*/ 222251 w 356"/>
                <a:gd name="T5" fmla="*/ 324849 h 368"/>
                <a:gd name="T6" fmla="*/ 48981 w 356"/>
                <a:gd name="T7" fmla="*/ 40626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3327" name="Group 120"/>
          <p:cNvGrpSpPr>
            <a:grpSpLocks/>
          </p:cNvGrpSpPr>
          <p:nvPr/>
        </p:nvGrpSpPr>
        <p:grpSpPr bwMode="auto">
          <a:xfrm>
            <a:off x="6234113" y="2957514"/>
            <a:ext cx="925512" cy="795337"/>
            <a:chOff x="-44" y="1473"/>
            <a:chExt cx="981" cy="1105"/>
          </a:xfrm>
        </p:grpSpPr>
        <p:pic>
          <p:nvPicPr>
            <p:cNvPr id="183331" name="Picture 12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3332" name="Freeform 12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7350 w 356"/>
                <a:gd name="T3" fmla="*/ 15593 h 368"/>
                <a:gd name="T4" fmla="*/ 222251 w 356"/>
                <a:gd name="T5" fmla="*/ 324849 h 368"/>
                <a:gd name="T6" fmla="*/ 48981 w 356"/>
                <a:gd name="T7" fmla="*/ 40626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3328" name="Group 123"/>
          <p:cNvGrpSpPr>
            <a:grpSpLocks/>
          </p:cNvGrpSpPr>
          <p:nvPr/>
        </p:nvGrpSpPr>
        <p:grpSpPr bwMode="auto">
          <a:xfrm flipH="1">
            <a:off x="8704263" y="4405314"/>
            <a:ext cx="925512" cy="795337"/>
            <a:chOff x="-44" y="1473"/>
            <a:chExt cx="981" cy="1105"/>
          </a:xfrm>
        </p:grpSpPr>
        <p:pic>
          <p:nvPicPr>
            <p:cNvPr id="183329" name="Picture 124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3330" name="Freeform 12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7350 w 356"/>
                <a:gd name="T3" fmla="*/ 15593 h 368"/>
                <a:gd name="T4" fmla="*/ 222251 w 356"/>
                <a:gd name="T5" fmla="*/ 324849 h 368"/>
                <a:gd name="T6" fmla="*/ 48981 w 356"/>
                <a:gd name="T7" fmla="*/ 40626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D889DBE-65D5-F84E-9396-847D899E5B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sz="1200" kern="1200">
                <a:solidFill>
                  <a:schemeClr val="tx1"/>
                </a:solidFill>
                <a:latin typeface="Tahoma" charset="0"/>
                <a:ea typeface="ＭＳ Ｐゴシック" charset="0"/>
                <a:cs typeface="ＭＳ Ｐゴシック" charset="0"/>
              </a:defRPr>
            </a:lvl1pPr>
            <a:lvl2pPr marL="4572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2pPr>
            <a:lvl3pPr marL="9144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3pPr>
            <a:lvl4pPr marL="1371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4pPr>
            <a:lvl5pPr marL="18288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9pPr>
          </a:lstStyle>
          <a:p>
            <a:pPr>
              <a:defRPr/>
            </a:pPr>
            <a:endParaRPr lang="en-US"/>
          </a:p>
          <a:p>
            <a:pPr>
              <a:defRPr/>
            </a:pPr>
            <a:fld id="{EA4DE36C-4767-D04B-8BF6-480838CCF4A8}" type="slidenum">
              <a:rPr lang="en-US" smtClean="0"/>
              <a:pPr>
                <a:defRPr/>
              </a:pPr>
              <a:t>95</a:t>
            </a:fld>
            <a:endParaRPr lang="en-US" dirty="0"/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7" name="Rectangle 2"/>
          <p:cNvSpPr>
            <a:spLocks noGrp="1" noChangeArrowheads="1"/>
          </p:cNvSpPr>
          <p:nvPr>
            <p:ph type="title"/>
          </p:nvPr>
        </p:nvSpPr>
        <p:spPr>
          <a:xfrm>
            <a:off x="1822451" y="61913"/>
            <a:ext cx="8520113" cy="1143000"/>
          </a:xfrm>
        </p:spPr>
        <p:txBody>
          <a:bodyPr/>
          <a:lstStyle/>
          <a:p>
            <a:r>
              <a:rPr lang="en-US" sz="3600">
                <a:latin typeface="Gill Sans MT" charset="0"/>
              </a:rPr>
              <a:t>File distribution time: client-server</a:t>
            </a:r>
          </a:p>
        </p:txBody>
      </p:sp>
      <p:sp>
        <p:nvSpPr>
          <p:cNvPr id="185348" name="Rectangle 47"/>
          <p:cNvSpPr>
            <a:spLocks noGrp="1" noChangeArrowheads="1"/>
          </p:cNvSpPr>
          <p:nvPr>
            <p:ph idx="1"/>
          </p:nvPr>
        </p:nvSpPr>
        <p:spPr>
          <a:xfrm>
            <a:off x="1532198" y="1115989"/>
            <a:ext cx="4771203" cy="2014537"/>
          </a:xfrm>
        </p:spPr>
        <p:txBody>
          <a:bodyPr>
            <a:normAutofit lnSpcReduction="10000"/>
          </a:bodyPr>
          <a:lstStyle/>
          <a:p>
            <a:r>
              <a:rPr lang="en-US" i="1" dirty="0">
                <a:solidFill>
                  <a:srgbClr val="CC0000"/>
                </a:solidFill>
                <a:latin typeface="Calibri"/>
                <a:cs typeface="Calibri"/>
              </a:rPr>
              <a:t>server transmission: </a:t>
            </a:r>
            <a:r>
              <a:rPr lang="en-US" dirty="0">
                <a:latin typeface="Calibri"/>
                <a:cs typeface="Calibri"/>
              </a:rPr>
              <a:t>must</a:t>
            </a:r>
            <a:r>
              <a:rPr lang="en-US" i="1" dirty="0">
                <a:solidFill>
                  <a:srgbClr val="CC0000"/>
                </a:solidFill>
                <a:latin typeface="Calibri"/>
                <a:cs typeface="Calibri"/>
              </a:rPr>
              <a:t> </a:t>
            </a:r>
            <a:r>
              <a:rPr lang="en-US" dirty="0">
                <a:latin typeface="Calibri"/>
                <a:cs typeface="Calibri"/>
              </a:rPr>
              <a:t>sequentially send (upload) </a:t>
            </a:r>
            <a:r>
              <a:rPr lang="en-US" i="1" dirty="0">
                <a:latin typeface="Calibri"/>
                <a:cs typeface="Calibri"/>
              </a:rPr>
              <a:t>N </a:t>
            </a:r>
            <a:r>
              <a:rPr lang="en-US" dirty="0">
                <a:latin typeface="Calibri"/>
                <a:cs typeface="Calibri"/>
              </a:rPr>
              <a:t>file</a:t>
            </a:r>
            <a:r>
              <a:rPr lang="en-US" i="1" dirty="0">
                <a:latin typeface="Calibri"/>
                <a:cs typeface="Calibri"/>
              </a:rPr>
              <a:t> </a:t>
            </a:r>
            <a:r>
              <a:rPr lang="en-US" dirty="0">
                <a:latin typeface="Calibri"/>
                <a:cs typeface="Calibri"/>
              </a:rPr>
              <a:t>copies:</a:t>
            </a:r>
          </a:p>
          <a:p>
            <a:pPr lvl="1">
              <a:lnSpc>
                <a:spcPct val="100000"/>
              </a:lnSpc>
              <a:buSzPct val="85000"/>
            </a:pPr>
            <a:r>
              <a:rPr lang="en-US" dirty="0">
                <a:latin typeface="Calibri"/>
                <a:cs typeface="Calibri"/>
              </a:rPr>
              <a:t>time to send one copy: </a:t>
            </a:r>
            <a:r>
              <a:rPr lang="en-US" i="1" dirty="0">
                <a:latin typeface="Calibri"/>
                <a:cs typeface="Calibri"/>
              </a:rPr>
              <a:t>F/u</a:t>
            </a:r>
            <a:r>
              <a:rPr lang="en-US" i="1" baseline="-25000" dirty="0">
                <a:latin typeface="Calibri"/>
                <a:cs typeface="Calibri"/>
              </a:rPr>
              <a:t>s </a:t>
            </a:r>
            <a:endParaRPr lang="en-US" dirty="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buSzPct val="85000"/>
            </a:pPr>
            <a:r>
              <a:rPr lang="en-US" dirty="0">
                <a:latin typeface="Calibri"/>
                <a:cs typeface="Calibri"/>
              </a:rPr>
              <a:t>time to send N copies: </a:t>
            </a:r>
            <a:r>
              <a:rPr lang="en-US" i="1" dirty="0">
                <a:latin typeface="Calibri"/>
                <a:cs typeface="Calibri"/>
              </a:rPr>
              <a:t>NF/u</a:t>
            </a:r>
            <a:r>
              <a:rPr lang="en-US" i="1" baseline="-25000" dirty="0">
                <a:latin typeface="Calibri"/>
                <a:cs typeface="Calibri"/>
              </a:rPr>
              <a:t>s</a:t>
            </a:r>
            <a:endParaRPr lang="en-US" dirty="0">
              <a:latin typeface="Calibri"/>
              <a:cs typeface="Calibri"/>
            </a:endParaRPr>
          </a:p>
        </p:txBody>
      </p:sp>
      <p:sp>
        <p:nvSpPr>
          <p:cNvPr id="245813" name="Line 53"/>
          <p:cNvSpPr>
            <a:spLocks noChangeShapeType="1"/>
          </p:cNvSpPr>
          <p:nvPr/>
        </p:nvSpPr>
        <p:spPr bwMode="auto">
          <a:xfrm flipV="1">
            <a:off x="7379991" y="5655680"/>
            <a:ext cx="430213" cy="69215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814" name="Text Box 54"/>
          <p:cNvSpPr txBox="1">
            <a:spLocks noChangeArrowheads="1"/>
          </p:cNvSpPr>
          <p:nvPr/>
        </p:nvSpPr>
        <p:spPr bwMode="auto">
          <a:xfrm>
            <a:off x="7118054" y="6309730"/>
            <a:ext cx="26701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en-US"/>
              <a:t>increases linearly in N</a:t>
            </a:r>
          </a:p>
        </p:txBody>
      </p:sp>
      <p:sp>
        <p:nvSpPr>
          <p:cNvPr id="185351" name="Text Box 51"/>
          <p:cNvSpPr txBox="1">
            <a:spLocks noChangeArrowheads="1"/>
          </p:cNvSpPr>
          <p:nvPr/>
        </p:nvSpPr>
        <p:spPr bwMode="auto">
          <a:xfrm>
            <a:off x="2856677" y="4949243"/>
            <a:ext cx="2811988" cy="88364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>
              <a:lnSpc>
                <a:spcPct val="80000"/>
              </a:lnSpc>
            </a:pPr>
            <a:r>
              <a:rPr lang="en-US" i="1"/>
              <a:t>time to  distribute F </a:t>
            </a:r>
          </a:p>
          <a:p>
            <a:pPr algn="r">
              <a:lnSpc>
                <a:spcPct val="80000"/>
              </a:lnSpc>
            </a:pPr>
            <a:r>
              <a:rPr lang="en-US" i="1"/>
              <a:t>to N clients using </a:t>
            </a:r>
          </a:p>
          <a:p>
            <a:pPr algn="r">
              <a:lnSpc>
                <a:spcPct val="80000"/>
              </a:lnSpc>
            </a:pPr>
            <a:r>
              <a:rPr lang="en-US" i="1"/>
              <a:t>client-server approach</a:t>
            </a:r>
            <a:r>
              <a:rPr lang="en-US" sz="2400">
                <a:latin typeface="Comic Sans MS" charset="0"/>
              </a:rPr>
              <a:t> </a:t>
            </a:r>
            <a:endParaRPr lang="en-US" sz="2800">
              <a:latin typeface="Comic Sans MS" charset="0"/>
            </a:endParaRPr>
          </a:p>
        </p:txBody>
      </p:sp>
      <p:sp>
        <p:nvSpPr>
          <p:cNvPr id="185352" name="Rectangle 55"/>
          <p:cNvSpPr>
            <a:spLocks noChangeArrowheads="1"/>
          </p:cNvSpPr>
          <p:nvPr/>
        </p:nvSpPr>
        <p:spPr bwMode="auto">
          <a:xfrm>
            <a:off x="2790529" y="4877806"/>
            <a:ext cx="7032625" cy="1235075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 sz="2400">
              <a:latin typeface="Comic Sans MS" charset="0"/>
            </a:endParaRPr>
          </a:p>
        </p:txBody>
      </p:sp>
      <p:sp>
        <p:nvSpPr>
          <p:cNvPr id="185354" name="Text Box 96"/>
          <p:cNvSpPr txBox="1">
            <a:spLocks noChangeArrowheads="1"/>
          </p:cNvSpPr>
          <p:nvPr/>
        </p:nvSpPr>
        <p:spPr bwMode="auto">
          <a:xfrm>
            <a:off x="5579766" y="5192130"/>
            <a:ext cx="430117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2800" i="1" dirty="0"/>
              <a:t> D</a:t>
            </a:r>
            <a:r>
              <a:rPr lang="en-US" sz="2800" i="1" baseline="-25000" dirty="0"/>
              <a:t>c-s</a:t>
            </a:r>
            <a:r>
              <a:rPr lang="en-US" sz="2800" i="1" dirty="0"/>
              <a:t> </a:t>
            </a:r>
            <a:r>
              <a:rPr lang="en-US" sz="2800" i="1" dirty="0">
                <a:latin typeface="Calibri"/>
                <a:cs typeface="Calibri"/>
              </a:rPr>
              <a:t>≧ </a:t>
            </a:r>
            <a:r>
              <a:rPr lang="en-US" sz="2800" i="1" dirty="0"/>
              <a:t>max{NF/</a:t>
            </a:r>
            <a:r>
              <a:rPr lang="en-US" sz="2800" i="1" dirty="0" err="1"/>
              <a:t>u</a:t>
            </a:r>
            <a:r>
              <a:rPr lang="en-US" sz="2800" i="1" baseline="-25000" dirty="0" err="1"/>
              <a:t>s,</a:t>
            </a:r>
            <a:r>
              <a:rPr lang="en-US" sz="2800" i="1" dirty="0" err="1"/>
              <a:t>,F</a:t>
            </a:r>
            <a:r>
              <a:rPr lang="en-US" sz="2800" i="1" dirty="0"/>
              <a:t>/</a:t>
            </a:r>
            <a:r>
              <a:rPr lang="en-US" sz="2800" i="1" dirty="0" err="1"/>
              <a:t>d</a:t>
            </a:r>
            <a:r>
              <a:rPr lang="en-US" sz="2800" i="1" baseline="-25000" dirty="0" err="1"/>
              <a:t>min</a:t>
            </a:r>
            <a:r>
              <a:rPr lang="en-US" sz="2800" i="1" dirty="0"/>
              <a:t>}</a:t>
            </a:r>
            <a:r>
              <a:rPr lang="en-US" sz="2800" i="1" dirty="0">
                <a:solidFill>
                  <a:srgbClr val="CC0000"/>
                </a:solidFill>
              </a:rPr>
              <a:t> </a:t>
            </a:r>
          </a:p>
        </p:txBody>
      </p:sp>
      <p:sp>
        <p:nvSpPr>
          <p:cNvPr id="185355" name="Rectangle 47"/>
          <p:cNvSpPr>
            <a:spLocks noChangeArrowheads="1"/>
          </p:cNvSpPr>
          <p:nvPr/>
        </p:nvSpPr>
        <p:spPr bwMode="auto">
          <a:xfrm>
            <a:off x="1532508" y="3135959"/>
            <a:ext cx="5412698" cy="2014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buClr>
                <a:srgbClr val="000099"/>
              </a:buClr>
              <a:buSzPct val="65000"/>
              <a:buFont typeface="Wingdings" charset="0"/>
              <a:buChar char="v"/>
            </a:pPr>
            <a:r>
              <a:rPr lang="en-US" sz="2800" i="1" dirty="0">
                <a:solidFill>
                  <a:srgbClr val="CC0000"/>
                </a:solidFill>
                <a:latin typeface="Calibri"/>
                <a:cs typeface="Calibri"/>
              </a:rPr>
              <a:t>client: </a:t>
            </a:r>
            <a:r>
              <a:rPr lang="en-US" sz="2800" dirty="0">
                <a:latin typeface="Calibri"/>
                <a:cs typeface="Calibri"/>
              </a:rPr>
              <a:t>each client must download file copy</a:t>
            </a:r>
          </a:p>
          <a:p>
            <a:pPr marL="742950" lvl="1" indent="-285750">
              <a:lnSpc>
                <a:spcPct val="85000"/>
              </a:lnSpc>
              <a:buClr>
                <a:srgbClr val="000099"/>
              </a:buClr>
              <a:buFont typeface="Wingdings" charset="0"/>
              <a:buChar char="§"/>
            </a:pPr>
            <a:r>
              <a:rPr lang="en-US" sz="2400" dirty="0" err="1">
                <a:latin typeface="Calibri"/>
                <a:cs typeface="Calibri"/>
              </a:rPr>
              <a:t>d</a:t>
            </a:r>
            <a:r>
              <a:rPr lang="en-US" sz="2400" baseline="-25000" dirty="0" err="1">
                <a:latin typeface="Calibri"/>
                <a:cs typeface="Calibri"/>
              </a:rPr>
              <a:t>min</a:t>
            </a:r>
            <a:r>
              <a:rPr lang="en-US" sz="2400" dirty="0">
                <a:latin typeface="Calibri"/>
                <a:cs typeface="Calibri"/>
              </a:rPr>
              <a:t> = min client download rate</a:t>
            </a:r>
          </a:p>
          <a:p>
            <a:pPr marL="742950" lvl="1" indent="-285750">
              <a:lnSpc>
                <a:spcPct val="85000"/>
              </a:lnSpc>
              <a:buClr>
                <a:srgbClr val="000099"/>
              </a:buClr>
              <a:buFont typeface="Wingdings" charset="0"/>
              <a:buChar char="§"/>
            </a:pPr>
            <a:r>
              <a:rPr lang="en-US" sz="2400" dirty="0">
                <a:latin typeface="Calibri"/>
                <a:cs typeface="Calibri"/>
              </a:rPr>
              <a:t>min client download time: F/</a:t>
            </a:r>
            <a:r>
              <a:rPr lang="en-US" sz="2400" dirty="0" err="1">
                <a:latin typeface="Calibri"/>
                <a:cs typeface="Calibri"/>
              </a:rPr>
              <a:t>d</a:t>
            </a:r>
            <a:r>
              <a:rPr lang="en-US" sz="2400" baseline="-25000" dirty="0" err="1">
                <a:latin typeface="Calibri"/>
                <a:cs typeface="Calibri"/>
              </a:rPr>
              <a:t>min</a:t>
            </a:r>
            <a:r>
              <a:rPr lang="en-US" sz="2400" i="1" dirty="0">
                <a:solidFill>
                  <a:srgbClr val="CC0000"/>
                </a:solidFill>
                <a:latin typeface="Calibri"/>
                <a:cs typeface="Calibri"/>
              </a:rPr>
              <a:t> </a:t>
            </a:r>
            <a:endParaRPr lang="en-US" sz="2400" dirty="0">
              <a:latin typeface="Calibri"/>
              <a:cs typeface="Calibri"/>
            </a:endParaRPr>
          </a:p>
        </p:txBody>
      </p:sp>
      <p:sp>
        <p:nvSpPr>
          <p:cNvPr id="185357" name="Freeform 4"/>
          <p:cNvSpPr>
            <a:spLocks/>
          </p:cNvSpPr>
          <p:nvPr/>
        </p:nvSpPr>
        <p:spPr bwMode="auto">
          <a:xfrm>
            <a:off x="7124701" y="2111376"/>
            <a:ext cx="2136775" cy="1209675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358" name="Line 14"/>
          <p:cNvSpPr>
            <a:spLocks noChangeShapeType="1"/>
          </p:cNvSpPr>
          <p:nvPr/>
        </p:nvSpPr>
        <p:spPr bwMode="auto">
          <a:xfrm>
            <a:off x="6862763" y="2085976"/>
            <a:ext cx="455612" cy="2143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59" name="Text Box 15"/>
          <p:cNvSpPr txBox="1">
            <a:spLocks noChangeArrowheads="1"/>
          </p:cNvSpPr>
          <p:nvPr/>
        </p:nvSpPr>
        <p:spPr bwMode="auto">
          <a:xfrm>
            <a:off x="6888163" y="1763713"/>
            <a:ext cx="3667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sz="1600" i="1"/>
              <a:t>u</a:t>
            </a:r>
            <a:r>
              <a:rPr lang="en-US" sz="1600" i="1" baseline="-25000"/>
              <a:t>s</a:t>
            </a:r>
          </a:p>
        </p:txBody>
      </p:sp>
      <p:sp>
        <p:nvSpPr>
          <p:cNvPr id="185360" name="Line 39"/>
          <p:cNvSpPr>
            <a:spLocks noChangeShapeType="1"/>
          </p:cNvSpPr>
          <p:nvPr/>
        </p:nvSpPr>
        <p:spPr bwMode="auto">
          <a:xfrm>
            <a:off x="6613526" y="2713038"/>
            <a:ext cx="5746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61" name="Line 40"/>
          <p:cNvSpPr>
            <a:spLocks noChangeShapeType="1"/>
          </p:cNvSpPr>
          <p:nvPr/>
        </p:nvSpPr>
        <p:spPr bwMode="auto">
          <a:xfrm flipH="1">
            <a:off x="6643689" y="2814638"/>
            <a:ext cx="5667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62" name="Text Box 44"/>
          <p:cNvSpPr txBox="1">
            <a:spLocks noChangeArrowheads="1"/>
          </p:cNvSpPr>
          <p:nvPr/>
        </p:nvSpPr>
        <p:spPr bwMode="auto">
          <a:xfrm>
            <a:off x="7707313" y="2460625"/>
            <a:ext cx="8953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sz="1600">
                <a:solidFill>
                  <a:schemeClr val="bg1"/>
                </a:solidFill>
              </a:rPr>
              <a:t>network</a:t>
            </a:r>
          </a:p>
        </p:txBody>
      </p:sp>
      <p:sp>
        <p:nvSpPr>
          <p:cNvPr id="185363" name="AutoShape 327"/>
          <p:cNvSpPr>
            <a:spLocks noChangeArrowheads="1"/>
          </p:cNvSpPr>
          <p:nvPr/>
        </p:nvSpPr>
        <p:spPr bwMode="auto">
          <a:xfrm>
            <a:off x="6264276" y="1562100"/>
            <a:ext cx="334963" cy="401638"/>
          </a:xfrm>
          <a:prstGeom prst="can">
            <a:avLst>
              <a:gd name="adj" fmla="val 24242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sz="800">
              <a:cs typeface="Arial" charset="0"/>
            </a:endParaRPr>
          </a:p>
        </p:txBody>
      </p:sp>
      <p:sp>
        <p:nvSpPr>
          <p:cNvPr id="185364" name="Line 22"/>
          <p:cNvSpPr>
            <a:spLocks noChangeShapeType="1"/>
          </p:cNvSpPr>
          <p:nvPr/>
        </p:nvSpPr>
        <p:spPr bwMode="auto">
          <a:xfrm flipV="1">
            <a:off x="8524876" y="1819276"/>
            <a:ext cx="180975" cy="530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65" name="Line 23"/>
          <p:cNvSpPr>
            <a:spLocks noChangeShapeType="1"/>
          </p:cNvSpPr>
          <p:nvPr/>
        </p:nvSpPr>
        <p:spPr bwMode="auto">
          <a:xfrm flipH="1">
            <a:off x="8602664" y="1825625"/>
            <a:ext cx="187325" cy="534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66" name="Line 22"/>
          <p:cNvSpPr>
            <a:spLocks noChangeShapeType="1"/>
          </p:cNvSpPr>
          <p:nvPr/>
        </p:nvSpPr>
        <p:spPr bwMode="auto">
          <a:xfrm flipV="1">
            <a:off x="7940675" y="1736726"/>
            <a:ext cx="179388" cy="530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67" name="Line 23"/>
          <p:cNvSpPr>
            <a:spLocks noChangeShapeType="1"/>
          </p:cNvSpPr>
          <p:nvPr/>
        </p:nvSpPr>
        <p:spPr bwMode="auto">
          <a:xfrm flipH="1">
            <a:off x="8016875" y="1743075"/>
            <a:ext cx="185738" cy="534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68" name="Line 138"/>
          <p:cNvSpPr>
            <a:spLocks noChangeShapeType="1"/>
          </p:cNvSpPr>
          <p:nvPr/>
        </p:nvSpPr>
        <p:spPr bwMode="auto">
          <a:xfrm>
            <a:off x="9247188" y="2579688"/>
            <a:ext cx="65881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69" name="Line 139"/>
          <p:cNvSpPr>
            <a:spLocks noChangeShapeType="1"/>
          </p:cNvSpPr>
          <p:nvPr/>
        </p:nvSpPr>
        <p:spPr bwMode="auto">
          <a:xfrm>
            <a:off x="9250363" y="2682875"/>
            <a:ext cx="6604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70" name="Text Box 41"/>
          <p:cNvSpPr txBox="1">
            <a:spLocks noChangeArrowheads="1"/>
          </p:cNvSpPr>
          <p:nvPr/>
        </p:nvSpPr>
        <p:spPr bwMode="auto">
          <a:xfrm>
            <a:off x="9337675" y="2146300"/>
            <a:ext cx="450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sz="1600" i="1"/>
              <a:t>d</a:t>
            </a:r>
            <a:r>
              <a:rPr lang="en-US" sz="1600" i="1" baseline="-25000"/>
              <a:t>i</a:t>
            </a:r>
          </a:p>
        </p:txBody>
      </p:sp>
      <p:sp>
        <p:nvSpPr>
          <p:cNvPr id="185371" name="Text Box 41"/>
          <p:cNvSpPr txBox="1">
            <a:spLocks noChangeArrowheads="1"/>
          </p:cNvSpPr>
          <p:nvPr/>
        </p:nvSpPr>
        <p:spPr bwMode="auto">
          <a:xfrm>
            <a:off x="9353551" y="2663825"/>
            <a:ext cx="5064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sz="1600" i="1"/>
              <a:t>u</a:t>
            </a:r>
            <a:r>
              <a:rPr lang="en-US" sz="1600" i="1" baseline="-25000"/>
              <a:t>i</a:t>
            </a:r>
          </a:p>
        </p:txBody>
      </p:sp>
      <p:sp>
        <p:nvSpPr>
          <p:cNvPr id="185372" name="Text Box 47"/>
          <p:cNvSpPr txBox="1">
            <a:spLocks noChangeArrowheads="1"/>
          </p:cNvSpPr>
          <p:nvPr/>
        </p:nvSpPr>
        <p:spPr bwMode="auto">
          <a:xfrm>
            <a:off x="6022976" y="1616076"/>
            <a:ext cx="79057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sz="1400" i="1"/>
              <a:t>F</a:t>
            </a:r>
            <a:endParaRPr lang="en-US" sz="1400" i="1" baseline="-25000"/>
          </a:p>
        </p:txBody>
      </p:sp>
      <p:grpSp>
        <p:nvGrpSpPr>
          <p:cNvPr id="185373" name="Group 143"/>
          <p:cNvGrpSpPr>
            <a:grpSpLocks/>
          </p:cNvGrpSpPr>
          <p:nvPr/>
        </p:nvGrpSpPr>
        <p:grpSpPr bwMode="auto">
          <a:xfrm>
            <a:off x="6638925" y="1690689"/>
            <a:ext cx="292100" cy="517525"/>
            <a:chOff x="4140" y="429"/>
            <a:chExt cx="1425" cy="2396"/>
          </a:xfrm>
        </p:grpSpPr>
        <p:sp>
          <p:nvSpPr>
            <p:cNvPr id="185386" name="Freeform 144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7 h 2742"/>
                <a:gd name="T4" fmla="*/ 2 w 354"/>
                <a:gd name="T5" fmla="*/ 48 h 2742"/>
                <a:gd name="T6" fmla="*/ 0 w 354"/>
                <a:gd name="T7" fmla="*/ 50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87" name="Rectangle 14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5388" name="Freeform 146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5 h 2537"/>
                <a:gd name="T4" fmla="*/ 2 w 211"/>
                <a:gd name="T5" fmla="*/ 4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89" name="Freeform 147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5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90" name="Rectangle 148"/>
            <p:cNvSpPr>
              <a:spLocks noChangeArrowheads="1"/>
            </p:cNvSpPr>
            <p:nvPr/>
          </p:nvSpPr>
          <p:spPr bwMode="auto">
            <a:xfrm>
              <a:off x="4210" y="694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85391" name="Group 149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85416" name="AutoShape 150"/>
              <p:cNvSpPr>
                <a:spLocks noChangeArrowheads="1"/>
              </p:cNvSpPr>
              <p:nvPr/>
            </p:nvSpPr>
            <p:spPr bwMode="auto">
              <a:xfrm>
                <a:off x="618" y="2571"/>
                <a:ext cx="725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85417" name="AutoShape 151"/>
              <p:cNvSpPr>
                <a:spLocks noChangeArrowheads="1"/>
              </p:cNvSpPr>
              <p:nvPr/>
            </p:nvSpPr>
            <p:spPr bwMode="auto">
              <a:xfrm>
                <a:off x="637" y="2585"/>
                <a:ext cx="686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85392" name="Rectangle 152"/>
            <p:cNvSpPr>
              <a:spLocks noChangeArrowheads="1"/>
            </p:cNvSpPr>
            <p:nvPr/>
          </p:nvSpPr>
          <p:spPr bwMode="auto">
            <a:xfrm>
              <a:off x="4225" y="1017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85393" name="Group 153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85414" name="AutoShape 154"/>
              <p:cNvSpPr>
                <a:spLocks noChangeArrowheads="1"/>
              </p:cNvSpPr>
              <p:nvPr/>
            </p:nvSpPr>
            <p:spPr bwMode="auto">
              <a:xfrm>
                <a:off x="610" y="2569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85415" name="AutoShape 155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85394" name="Rectangle 156"/>
            <p:cNvSpPr>
              <a:spLocks noChangeArrowheads="1"/>
            </p:cNvSpPr>
            <p:nvPr/>
          </p:nvSpPr>
          <p:spPr bwMode="auto">
            <a:xfrm>
              <a:off x="4217" y="1355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5395" name="Rectangle 157"/>
            <p:cNvSpPr>
              <a:spLocks noChangeArrowheads="1"/>
            </p:cNvSpPr>
            <p:nvPr/>
          </p:nvSpPr>
          <p:spPr bwMode="auto">
            <a:xfrm>
              <a:off x="4225" y="1656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85396" name="Group 158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85412" name="AutoShape 159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4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85413" name="AutoShape 160"/>
              <p:cNvSpPr>
                <a:spLocks noChangeArrowheads="1"/>
              </p:cNvSpPr>
              <p:nvPr/>
            </p:nvSpPr>
            <p:spPr bwMode="auto">
              <a:xfrm>
                <a:off x="635" y="2582"/>
                <a:ext cx="68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85397" name="Freeform 161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4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5398" name="Group 162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85410" name="AutoShape 163"/>
              <p:cNvSpPr>
                <a:spLocks noChangeArrowheads="1"/>
              </p:cNvSpPr>
              <p:nvPr/>
            </p:nvSpPr>
            <p:spPr bwMode="auto">
              <a:xfrm>
                <a:off x="611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85411" name="AutoShape 164"/>
              <p:cNvSpPr>
                <a:spLocks noChangeArrowheads="1"/>
              </p:cNvSpPr>
              <p:nvPr/>
            </p:nvSpPr>
            <p:spPr bwMode="auto">
              <a:xfrm>
                <a:off x="630" y="2581"/>
                <a:ext cx="68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85399" name="Rectangle 165"/>
            <p:cNvSpPr>
              <a:spLocks noChangeArrowheads="1"/>
            </p:cNvSpPr>
            <p:nvPr/>
          </p:nvSpPr>
          <p:spPr bwMode="auto">
            <a:xfrm>
              <a:off x="5247" y="429"/>
              <a:ext cx="70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5400" name="Freeform 166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4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01" name="Freeform 167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3 h 288"/>
                <a:gd name="T4" fmla="*/ 2 w 304"/>
                <a:gd name="T5" fmla="*/ 6 h 288"/>
                <a:gd name="T6" fmla="*/ 2 w 304"/>
                <a:gd name="T7" fmla="*/ 3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02" name="Oval 168"/>
            <p:cNvSpPr>
              <a:spLocks noChangeArrowheads="1"/>
            </p:cNvSpPr>
            <p:nvPr/>
          </p:nvSpPr>
          <p:spPr bwMode="auto">
            <a:xfrm>
              <a:off x="5519" y="2612"/>
              <a:ext cx="46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5403" name="Freeform 169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5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04" name="AutoShape 170"/>
            <p:cNvSpPr>
              <a:spLocks noChangeArrowheads="1"/>
            </p:cNvSpPr>
            <p:nvPr/>
          </p:nvSpPr>
          <p:spPr bwMode="auto">
            <a:xfrm>
              <a:off x="4140" y="2678"/>
              <a:ext cx="1200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5405" name="AutoShape 171"/>
            <p:cNvSpPr>
              <a:spLocks noChangeArrowheads="1"/>
            </p:cNvSpPr>
            <p:nvPr/>
          </p:nvSpPr>
          <p:spPr bwMode="auto">
            <a:xfrm>
              <a:off x="4210" y="2707"/>
              <a:ext cx="1069" cy="8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5406" name="Oval 172"/>
            <p:cNvSpPr>
              <a:spLocks noChangeArrowheads="1"/>
            </p:cNvSpPr>
            <p:nvPr/>
          </p:nvSpPr>
          <p:spPr bwMode="auto">
            <a:xfrm>
              <a:off x="4310" y="2384"/>
              <a:ext cx="155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5407" name="Oval 173"/>
            <p:cNvSpPr>
              <a:spLocks noChangeArrowheads="1"/>
            </p:cNvSpPr>
            <p:nvPr/>
          </p:nvSpPr>
          <p:spPr bwMode="auto">
            <a:xfrm>
              <a:off x="4489" y="2384"/>
              <a:ext cx="155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>
                <a:solidFill>
                  <a:srgbClr val="FF0000"/>
                </a:solidFill>
                <a:cs typeface="Arial" charset="0"/>
              </a:endParaRPr>
            </a:p>
          </p:txBody>
        </p:sp>
        <p:sp>
          <p:nvSpPr>
            <p:cNvPr id="185408" name="Oval 174"/>
            <p:cNvSpPr>
              <a:spLocks noChangeArrowheads="1"/>
            </p:cNvSpPr>
            <p:nvPr/>
          </p:nvSpPr>
          <p:spPr bwMode="auto">
            <a:xfrm>
              <a:off x="4659" y="2384"/>
              <a:ext cx="163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5409" name="Rectangle 175"/>
            <p:cNvSpPr>
              <a:spLocks noChangeArrowheads="1"/>
            </p:cNvSpPr>
            <p:nvPr/>
          </p:nvSpPr>
          <p:spPr bwMode="auto">
            <a:xfrm>
              <a:off x="5062" y="1833"/>
              <a:ext cx="85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85374" name="Group 176"/>
          <p:cNvGrpSpPr>
            <a:grpSpLocks/>
          </p:cNvGrpSpPr>
          <p:nvPr/>
        </p:nvGrpSpPr>
        <p:grpSpPr bwMode="auto">
          <a:xfrm>
            <a:off x="5995988" y="2492376"/>
            <a:ext cx="620712" cy="512763"/>
            <a:chOff x="-44" y="1473"/>
            <a:chExt cx="981" cy="1105"/>
          </a:xfrm>
        </p:grpSpPr>
        <p:pic>
          <p:nvPicPr>
            <p:cNvPr id="185384" name="Picture 177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5385" name="Freeform 178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7350 w 356"/>
                <a:gd name="T3" fmla="*/ 15593 h 368"/>
                <a:gd name="T4" fmla="*/ 222251 w 356"/>
                <a:gd name="T5" fmla="*/ 324849 h 368"/>
                <a:gd name="T6" fmla="*/ 48981 w 356"/>
                <a:gd name="T7" fmla="*/ 40626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5375" name="Group 179"/>
          <p:cNvGrpSpPr>
            <a:grpSpLocks/>
          </p:cNvGrpSpPr>
          <p:nvPr/>
        </p:nvGrpSpPr>
        <p:grpSpPr bwMode="auto">
          <a:xfrm>
            <a:off x="7824788" y="1284288"/>
            <a:ext cx="620712" cy="512762"/>
            <a:chOff x="-44" y="1473"/>
            <a:chExt cx="981" cy="1105"/>
          </a:xfrm>
        </p:grpSpPr>
        <p:pic>
          <p:nvPicPr>
            <p:cNvPr id="185382" name="Picture 180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5383" name="Freeform 181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7350 w 356"/>
                <a:gd name="T3" fmla="*/ 15593 h 368"/>
                <a:gd name="T4" fmla="*/ 222251 w 356"/>
                <a:gd name="T5" fmla="*/ 324849 h 368"/>
                <a:gd name="T6" fmla="*/ 48981 w 356"/>
                <a:gd name="T7" fmla="*/ 40626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5376" name="Group 182"/>
          <p:cNvGrpSpPr>
            <a:grpSpLocks/>
          </p:cNvGrpSpPr>
          <p:nvPr/>
        </p:nvGrpSpPr>
        <p:grpSpPr bwMode="auto">
          <a:xfrm>
            <a:off x="8434388" y="1360488"/>
            <a:ext cx="620712" cy="512762"/>
            <a:chOff x="-44" y="1473"/>
            <a:chExt cx="981" cy="1105"/>
          </a:xfrm>
        </p:grpSpPr>
        <p:pic>
          <p:nvPicPr>
            <p:cNvPr id="185380" name="Picture 183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5381" name="Freeform 184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7350 w 356"/>
                <a:gd name="T3" fmla="*/ 15593 h 368"/>
                <a:gd name="T4" fmla="*/ 222251 w 356"/>
                <a:gd name="T5" fmla="*/ 324849 h 368"/>
                <a:gd name="T6" fmla="*/ 48981 w 356"/>
                <a:gd name="T7" fmla="*/ 40626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5377" name="Group 185"/>
          <p:cNvGrpSpPr>
            <a:grpSpLocks/>
          </p:cNvGrpSpPr>
          <p:nvPr/>
        </p:nvGrpSpPr>
        <p:grpSpPr bwMode="auto">
          <a:xfrm flipH="1">
            <a:off x="9893301" y="2362201"/>
            <a:ext cx="620713" cy="512763"/>
            <a:chOff x="-44" y="1473"/>
            <a:chExt cx="981" cy="1105"/>
          </a:xfrm>
        </p:grpSpPr>
        <p:pic>
          <p:nvPicPr>
            <p:cNvPr id="185378" name="Picture 186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5379" name="Freeform 187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7350 w 356"/>
                <a:gd name="T3" fmla="*/ 15593 h 368"/>
                <a:gd name="T4" fmla="*/ 222251 w 356"/>
                <a:gd name="T5" fmla="*/ 324849 h 368"/>
                <a:gd name="T6" fmla="*/ 48981 w 356"/>
                <a:gd name="T7" fmla="*/ 40626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6B2FD345-8840-584A-B858-F982F67E81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sz="1200" kern="1200">
                <a:solidFill>
                  <a:schemeClr val="tx1"/>
                </a:solidFill>
                <a:latin typeface="Tahoma" charset="0"/>
                <a:ea typeface="ＭＳ Ｐゴシック" charset="0"/>
                <a:cs typeface="ＭＳ Ｐゴシック" charset="0"/>
              </a:defRPr>
            </a:lvl1pPr>
            <a:lvl2pPr marL="4572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2pPr>
            <a:lvl3pPr marL="9144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3pPr>
            <a:lvl4pPr marL="1371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4pPr>
            <a:lvl5pPr marL="18288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9pPr>
          </a:lstStyle>
          <a:p>
            <a:pPr>
              <a:defRPr/>
            </a:pPr>
            <a:endParaRPr lang="en-US"/>
          </a:p>
          <a:p>
            <a:pPr>
              <a:defRPr/>
            </a:pPr>
            <a:fld id="{EA4DE36C-4767-D04B-8BF6-480838CCF4A8}" type="slidenum">
              <a:rPr lang="en-US" smtClean="0"/>
              <a:pPr>
                <a:defRPr/>
              </a:pPr>
              <a:t>96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5813" grpId="0" animBg="1"/>
      <p:bldP spid="245814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95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524001" y="61913"/>
            <a:ext cx="8520113" cy="1143000"/>
          </a:xfrm>
        </p:spPr>
        <p:txBody>
          <a:bodyPr/>
          <a:lstStyle/>
          <a:p>
            <a:r>
              <a:rPr lang="en-US" sz="4000" dirty="0">
                <a:latin typeface="Calibri"/>
                <a:cs typeface="Calibri"/>
              </a:rPr>
              <a:t>File distribution time: P2P</a:t>
            </a:r>
          </a:p>
        </p:txBody>
      </p:sp>
      <p:sp>
        <p:nvSpPr>
          <p:cNvPr id="187396" name="Rectangle 47"/>
          <p:cNvSpPr>
            <a:spLocks noGrp="1" noChangeArrowheads="1"/>
          </p:cNvSpPr>
          <p:nvPr>
            <p:ph type="body" idx="4294967295"/>
          </p:nvPr>
        </p:nvSpPr>
        <p:spPr>
          <a:xfrm>
            <a:off x="1524001" y="1252539"/>
            <a:ext cx="4834013" cy="2014537"/>
          </a:xfrm>
        </p:spPr>
        <p:txBody>
          <a:bodyPr/>
          <a:lstStyle/>
          <a:p>
            <a:r>
              <a:rPr lang="en-US" i="1" dirty="0">
                <a:solidFill>
                  <a:srgbClr val="CC0000"/>
                </a:solidFill>
                <a:latin typeface="Calibri"/>
                <a:cs typeface="Calibri"/>
              </a:rPr>
              <a:t>server transmission: </a:t>
            </a:r>
            <a:r>
              <a:rPr lang="en-US" dirty="0">
                <a:latin typeface="Calibri"/>
                <a:cs typeface="Calibri"/>
              </a:rPr>
              <a:t>must</a:t>
            </a:r>
            <a:r>
              <a:rPr lang="en-US" i="1" dirty="0">
                <a:solidFill>
                  <a:srgbClr val="CC0000"/>
                </a:solidFill>
                <a:latin typeface="Calibri"/>
                <a:cs typeface="Calibri"/>
              </a:rPr>
              <a:t> </a:t>
            </a:r>
            <a:r>
              <a:rPr lang="en-US" dirty="0">
                <a:latin typeface="Calibri"/>
                <a:cs typeface="Calibri"/>
              </a:rPr>
              <a:t>upload at least one</a:t>
            </a:r>
            <a:r>
              <a:rPr lang="en-US" i="1" dirty="0">
                <a:latin typeface="Calibri"/>
                <a:cs typeface="Calibri"/>
              </a:rPr>
              <a:t> </a:t>
            </a:r>
            <a:r>
              <a:rPr lang="en-US" dirty="0">
                <a:latin typeface="Calibri"/>
                <a:cs typeface="Calibri"/>
              </a:rPr>
              <a:t>copy</a:t>
            </a:r>
          </a:p>
          <a:p>
            <a:pPr lvl="1">
              <a:lnSpc>
                <a:spcPct val="100000"/>
              </a:lnSpc>
              <a:buSzPct val="85000"/>
            </a:pPr>
            <a:r>
              <a:rPr lang="en-US" dirty="0">
                <a:latin typeface="Calibri"/>
                <a:cs typeface="Calibri"/>
              </a:rPr>
              <a:t>time to send one copy: </a:t>
            </a:r>
            <a:r>
              <a:rPr lang="en-US" i="1" dirty="0">
                <a:latin typeface="Calibri"/>
                <a:cs typeface="Calibri"/>
              </a:rPr>
              <a:t>F/u</a:t>
            </a:r>
            <a:r>
              <a:rPr lang="en-US" i="1" baseline="-25000" dirty="0">
                <a:latin typeface="Calibri"/>
                <a:cs typeface="Calibri"/>
              </a:rPr>
              <a:t>s </a:t>
            </a:r>
            <a:endParaRPr lang="en-US" dirty="0">
              <a:latin typeface="Calibri"/>
              <a:cs typeface="Calibri"/>
            </a:endParaRPr>
          </a:p>
        </p:txBody>
      </p:sp>
      <p:sp>
        <p:nvSpPr>
          <p:cNvPr id="187397" name="Text Box 51"/>
          <p:cNvSpPr txBox="1">
            <a:spLocks noChangeArrowheads="1"/>
          </p:cNvSpPr>
          <p:nvPr/>
        </p:nvSpPr>
        <p:spPr bwMode="auto">
          <a:xfrm>
            <a:off x="1584431" y="4709840"/>
            <a:ext cx="2681183" cy="10365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>
              <a:lnSpc>
                <a:spcPct val="80000"/>
              </a:lnSpc>
            </a:pPr>
            <a:r>
              <a:rPr lang="en-US" sz="2400" i="1">
                <a:latin typeface="Calibri"/>
                <a:cs typeface="Calibri"/>
              </a:rPr>
              <a:t>time to  distribute F </a:t>
            </a:r>
          </a:p>
          <a:p>
            <a:pPr algn="r">
              <a:lnSpc>
                <a:spcPct val="80000"/>
              </a:lnSpc>
            </a:pPr>
            <a:r>
              <a:rPr lang="en-US" sz="2400" i="1">
                <a:latin typeface="Calibri"/>
                <a:cs typeface="Calibri"/>
              </a:rPr>
              <a:t>to N clients using </a:t>
            </a:r>
          </a:p>
          <a:p>
            <a:pPr algn="r">
              <a:lnSpc>
                <a:spcPct val="80000"/>
              </a:lnSpc>
            </a:pPr>
            <a:r>
              <a:rPr lang="en-US" sz="2400" i="1">
                <a:latin typeface="Calibri"/>
                <a:cs typeface="Calibri"/>
              </a:rPr>
              <a:t>P2P approach</a:t>
            </a:r>
            <a:r>
              <a:rPr lang="en-US" sz="2800">
                <a:latin typeface="Calibri"/>
                <a:cs typeface="Calibri"/>
              </a:rPr>
              <a:t> </a:t>
            </a:r>
            <a:endParaRPr lang="en-US" sz="3200">
              <a:latin typeface="Calibri"/>
              <a:cs typeface="Calibri"/>
            </a:endParaRPr>
          </a:p>
        </p:txBody>
      </p:sp>
      <p:sp>
        <p:nvSpPr>
          <p:cNvPr id="187398" name="Rectangle 55"/>
          <p:cNvSpPr>
            <a:spLocks noChangeArrowheads="1"/>
          </p:cNvSpPr>
          <p:nvPr/>
        </p:nvSpPr>
        <p:spPr bwMode="auto">
          <a:xfrm>
            <a:off x="1741489" y="4617766"/>
            <a:ext cx="8726487" cy="1235075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 sz="2800">
              <a:latin typeface="Calibri"/>
              <a:cs typeface="Calibri"/>
            </a:endParaRPr>
          </a:p>
        </p:txBody>
      </p:sp>
      <p:sp>
        <p:nvSpPr>
          <p:cNvPr id="187400" name="Freeform 4"/>
          <p:cNvSpPr>
            <a:spLocks/>
          </p:cNvSpPr>
          <p:nvPr/>
        </p:nvSpPr>
        <p:spPr bwMode="auto">
          <a:xfrm>
            <a:off x="7124701" y="2111376"/>
            <a:ext cx="2136775" cy="1209675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2400">
              <a:latin typeface="Calibri"/>
              <a:cs typeface="Calibri"/>
            </a:endParaRPr>
          </a:p>
        </p:txBody>
      </p:sp>
      <p:sp>
        <p:nvSpPr>
          <p:cNvPr id="187401" name="Line 14"/>
          <p:cNvSpPr>
            <a:spLocks noChangeShapeType="1"/>
          </p:cNvSpPr>
          <p:nvPr/>
        </p:nvSpPr>
        <p:spPr bwMode="auto">
          <a:xfrm>
            <a:off x="6862763" y="2085976"/>
            <a:ext cx="455612" cy="2143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>
              <a:latin typeface="Calibri"/>
              <a:cs typeface="Calibri"/>
            </a:endParaRPr>
          </a:p>
        </p:txBody>
      </p:sp>
      <p:sp>
        <p:nvSpPr>
          <p:cNvPr id="187402" name="Text Box 15"/>
          <p:cNvSpPr txBox="1">
            <a:spLocks noChangeArrowheads="1"/>
          </p:cNvSpPr>
          <p:nvPr/>
        </p:nvSpPr>
        <p:spPr bwMode="auto">
          <a:xfrm>
            <a:off x="6888163" y="1763713"/>
            <a:ext cx="3626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sz="1800" i="1">
                <a:latin typeface="Calibri"/>
                <a:cs typeface="Calibri"/>
              </a:rPr>
              <a:t>u</a:t>
            </a:r>
            <a:r>
              <a:rPr lang="en-US" sz="1800" i="1" baseline="-25000">
                <a:latin typeface="Calibri"/>
                <a:cs typeface="Calibri"/>
              </a:rPr>
              <a:t>s</a:t>
            </a:r>
          </a:p>
        </p:txBody>
      </p:sp>
      <p:sp>
        <p:nvSpPr>
          <p:cNvPr id="187403" name="Line 39"/>
          <p:cNvSpPr>
            <a:spLocks noChangeShapeType="1"/>
          </p:cNvSpPr>
          <p:nvPr/>
        </p:nvSpPr>
        <p:spPr bwMode="auto">
          <a:xfrm>
            <a:off x="6613526" y="2713038"/>
            <a:ext cx="5746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>
              <a:latin typeface="Calibri"/>
              <a:cs typeface="Calibri"/>
            </a:endParaRPr>
          </a:p>
        </p:txBody>
      </p:sp>
      <p:sp>
        <p:nvSpPr>
          <p:cNvPr id="187404" name="Line 40"/>
          <p:cNvSpPr>
            <a:spLocks noChangeShapeType="1"/>
          </p:cNvSpPr>
          <p:nvPr/>
        </p:nvSpPr>
        <p:spPr bwMode="auto">
          <a:xfrm flipH="1">
            <a:off x="6643689" y="2814638"/>
            <a:ext cx="5667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>
              <a:latin typeface="Calibri"/>
              <a:cs typeface="Calibri"/>
            </a:endParaRPr>
          </a:p>
        </p:txBody>
      </p:sp>
      <p:sp>
        <p:nvSpPr>
          <p:cNvPr id="187405" name="Text Box 44"/>
          <p:cNvSpPr txBox="1">
            <a:spLocks noChangeArrowheads="1"/>
          </p:cNvSpPr>
          <p:nvPr/>
        </p:nvSpPr>
        <p:spPr bwMode="auto">
          <a:xfrm>
            <a:off x="7669858" y="2460625"/>
            <a:ext cx="97026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sz="1800">
                <a:solidFill>
                  <a:schemeClr val="bg1"/>
                </a:solidFill>
                <a:latin typeface="Calibri"/>
                <a:cs typeface="Calibri"/>
              </a:rPr>
              <a:t>network</a:t>
            </a:r>
          </a:p>
        </p:txBody>
      </p:sp>
      <p:sp>
        <p:nvSpPr>
          <p:cNvPr id="187406" name="AutoShape 327"/>
          <p:cNvSpPr>
            <a:spLocks noChangeArrowheads="1"/>
          </p:cNvSpPr>
          <p:nvPr/>
        </p:nvSpPr>
        <p:spPr bwMode="auto">
          <a:xfrm>
            <a:off x="6264276" y="1562100"/>
            <a:ext cx="334963" cy="401638"/>
          </a:xfrm>
          <a:prstGeom prst="can">
            <a:avLst>
              <a:gd name="adj" fmla="val 24242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sz="900">
              <a:latin typeface="Calibri"/>
              <a:cs typeface="Calibri"/>
            </a:endParaRPr>
          </a:p>
        </p:txBody>
      </p:sp>
      <p:sp>
        <p:nvSpPr>
          <p:cNvPr id="187407" name="Line 22"/>
          <p:cNvSpPr>
            <a:spLocks noChangeShapeType="1"/>
          </p:cNvSpPr>
          <p:nvPr/>
        </p:nvSpPr>
        <p:spPr bwMode="auto">
          <a:xfrm flipV="1">
            <a:off x="8524876" y="1819276"/>
            <a:ext cx="180975" cy="530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>
              <a:latin typeface="Calibri"/>
              <a:cs typeface="Calibri"/>
            </a:endParaRPr>
          </a:p>
        </p:txBody>
      </p:sp>
      <p:sp>
        <p:nvSpPr>
          <p:cNvPr id="187408" name="Line 23"/>
          <p:cNvSpPr>
            <a:spLocks noChangeShapeType="1"/>
          </p:cNvSpPr>
          <p:nvPr/>
        </p:nvSpPr>
        <p:spPr bwMode="auto">
          <a:xfrm flipH="1">
            <a:off x="8602664" y="1825625"/>
            <a:ext cx="187325" cy="534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>
              <a:latin typeface="Calibri"/>
              <a:cs typeface="Calibri"/>
            </a:endParaRPr>
          </a:p>
        </p:txBody>
      </p:sp>
      <p:sp>
        <p:nvSpPr>
          <p:cNvPr id="187409" name="Line 22"/>
          <p:cNvSpPr>
            <a:spLocks noChangeShapeType="1"/>
          </p:cNvSpPr>
          <p:nvPr/>
        </p:nvSpPr>
        <p:spPr bwMode="auto">
          <a:xfrm flipV="1">
            <a:off x="7940675" y="1736726"/>
            <a:ext cx="179388" cy="530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>
              <a:latin typeface="Calibri"/>
              <a:cs typeface="Calibri"/>
            </a:endParaRPr>
          </a:p>
        </p:txBody>
      </p:sp>
      <p:sp>
        <p:nvSpPr>
          <p:cNvPr id="187410" name="Line 23"/>
          <p:cNvSpPr>
            <a:spLocks noChangeShapeType="1"/>
          </p:cNvSpPr>
          <p:nvPr/>
        </p:nvSpPr>
        <p:spPr bwMode="auto">
          <a:xfrm flipH="1">
            <a:off x="8016875" y="1743075"/>
            <a:ext cx="185738" cy="534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>
              <a:latin typeface="Calibri"/>
              <a:cs typeface="Calibri"/>
            </a:endParaRPr>
          </a:p>
        </p:txBody>
      </p:sp>
      <p:sp>
        <p:nvSpPr>
          <p:cNvPr id="187411" name="Line 26"/>
          <p:cNvSpPr>
            <a:spLocks noChangeShapeType="1"/>
          </p:cNvSpPr>
          <p:nvPr/>
        </p:nvSpPr>
        <p:spPr bwMode="auto">
          <a:xfrm>
            <a:off x="9247188" y="2579688"/>
            <a:ext cx="65881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>
              <a:latin typeface="Calibri"/>
              <a:cs typeface="Calibri"/>
            </a:endParaRPr>
          </a:p>
        </p:txBody>
      </p:sp>
      <p:sp>
        <p:nvSpPr>
          <p:cNvPr id="187412" name="Line 27"/>
          <p:cNvSpPr>
            <a:spLocks noChangeShapeType="1"/>
          </p:cNvSpPr>
          <p:nvPr/>
        </p:nvSpPr>
        <p:spPr bwMode="auto">
          <a:xfrm>
            <a:off x="9250363" y="2682875"/>
            <a:ext cx="6604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>
              <a:latin typeface="Calibri"/>
              <a:cs typeface="Calibri"/>
            </a:endParaRPr>
          </a:p>
        </p:txBody>
      </p:sp>
      <p:sp>
        <p:nvSpPr>
          <p:cNvPr id="187413" name="Text Box 41"/>
          <p:cNvSpPr txBox="1">
            <a:spLocks noChangeArrowheads="1"/>
          </p:cNvSpPr>
          <p:nvPr/>
        </p:nvSpPr>
        <p:spPr bwMode="auto">
          <a:xfrm>
            <a:off x="9337675" y="2146300"/>
            <a:ext cx="45085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sz="1800" i="1">
                <a:latin typeface="Calibri"/>
                <a:cs typeface="Calibri"/>
              </a:rPr>
              <a:t>d</a:t>
            </a:r>
            <a:r>
              <a:rPr lang="en-US" sz="1800" i="1" baseline="-25000">
                <a:latin typeface="Calibri"/>
                <a:cs typeface="Calibri"/>
              </a:rPr>
              <a:t>i</a:t>
            </a:r>
          </a:p>
        </p:txBody>
      </p:sp>
      <p:sp>
        <p:nvSpPr>
          <p:cNvPr id="187414" name="Text Box 41"/>
          <p:cNvSpPr txBox="1">
            <a:spLocks noChangeArrowheads="1"/>
          </p:cNvSpPr>
          <p:nvPr/>
        </p:nvSpPr>
        <p:spPr bwMode="auto">
          <a:xfrm>
            <a:off x="9353551" y="2663825"/>
            <a:ext cx="50641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sz="1800" i="1">
                <a:latin typeface="Calibri"/>
                <a:cs typeface="Calibri"/>
              </a:rPr>
              <a:t>u</a:t>
            </a:r>
            <a:r>
              <a:rPr lang="en-US" sz="1800" i="1" baseline="-25000">
                <a:latin typeface="Calibri"/>
                <a:cs typeface="Calibri"/>
              </a:rPr>
              <a:t>i</a:t>
            </a:r>
          </a:p>
        </p:txBody>
      </p:sp>
      <p:sp>
        <p:nvSpPr>
          <p:cNvPr id="187415" name="Text Box 47"/>
          <p:cNvSpPr txBox="1">
            <a:spLocks noChangeArrowheads="1"/>
          </p:cNvSpPr>
          <p:nvPr/>
        </p:nvSpPr>
        <p:spPr bwMode="auto">
          <a:xfrm>
            <a:off x="6022976" y="1616075"/>
            <a:ext cx="79057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sz="1600" i="1">
                <a:latin typeface="Calibri"/>
                <a:cs typeface="Calibri"/>
              </a:rPr>
              <a:t>F</a:t>
            </a:r>
            <a:endParaRPr lang="en-US" sz="1600" i="1" baseline="-25000">
              <a:latin typeface="Calibri"/>
              <a:cs typeface="Calibri"/>
            </a:endParaRPr>
          </a:p>
        </p:txBody>
      </p:sp>
      <p:sp>
        <p:nvSpPr>
          <p:cNvPr id="187416" name="Text Box 31"/>
          <p:cNvSpPr txBox="1">
            <a:spLocks noChangeArrowheads="1"/>
          </p:cNvSpPr>
          <p:nvPr/>
        </p:nvSpPr>
        <p:spPr bwMode="auto">
          <a:xfrm>
            <a:off x="4222751" y="4903516"/>
            <a:ext cx="6375913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3200" i="1" dirty="0">
                <a:latin typeface="Calibri"/>
                <a:cs typeface="Calibri"/>
              </a:rPr>
              <a:t> D</a:t>
            </a:r>
            <a:r>
              <a:rPr lang="en-US" sz="3200" i="1" baseline="-25000" dirty="0">
                <a:latin typeface="Calibri"/>
                <a:cs typeface="Calibri"/>
              </a:rPr>
              <a:t>P2P</a:t>
            </a:r>
            <a:r>
              <a:rPr lang="en-US" sz="3200" i="1" dirty="0">
                <a:latin typeface="Calibri"/>
                <a:cs typeface="Calibri"/>
              </a:rPr>
              <a:t> ≧ max{F/</a:t>
            </a:r>
            <a:r>
              <a:rPr lang="en-US" sz="3200" i="1" dirty="0" err="1">
                <a:latin typeface="Calibri"/>
                <a:cs typeface="Calibri"/>
              </a:rPr>
              <a:t>u</a:t>
            </a:r>
            <a:r>
              <a:rPr lang="en-US" sz="3200" i="1" baseline="-25000" dirty="0" err="1">
                <a:latin typeface="Calibri"/>
                <a:cs typeface="Calibri"/>
              </a:rPr>
              <a:t>s,</a:t>
            </a:r>
            <a:r>
              <a:rPr lang="en-US" sz="3200" i="1" dirty="0" err="1">
                <a:latin typeface="Calibri"/>
                <a:cs typeface="Calibri"/>
              </a:rPr>
              <a:t>,F</a:t>
            </a:r>
            <a:r>
              <a:rPr lang="en-US" sz="3200" i="1" dirty="0">
                <a:latin typeface="Calibri"/>
                <a:cs typeface="Calibri"/>
              </a:rPr>
              <a:t>/</a:t>
            </a:r>
            <a:r>
              <a:rPr lang="en-US" sz="3200" i="1" dirty="0" err="1">
                <a:latin typeface="Calibri"/>
                <a:cs typeface="Calibri"/>
              </a:rPr>
              <a:t>d</a:t>
            </a:r>
            <a:r>
              <a:rPr lang="en-US" sz="3200" i="1" baseline="-25000" dirty="0" err="1">
                <a:latin typeface="Calibri"/>
                <a:cs typeface="Calibri"/>
              </a:rPr>
              <a:t>min</a:t>
            </a:r>
            <a:r>
              <a:rPr lang="en-US" sz="3200" i="1" baseline="-25000" dirty="0">
                <a:latin typeface="Calibri"/>
                <a:cs typeface="Calibri"/>
              </a:rPr>
              <a:t>,</a:t>
            </a:r>
            <a:r>
              <a:rPr lang="en-US" sz="3200" i="1" dirty="0">
                <a:latin typeface="Calibri"/>
                <a:cs typeface="Calibri"/>
              </a:rPr>
              <a:t>,NF/(</a:t>
            </a:r>
            <a:r>
              <a:rPr lang="en-US" sz="2800" dirty="0">
                <a:latin typeface="Calibri"/>
                <a:cs typeface="Calibri"/>
              </a:rPr>
              <a:t>u</a:t>
            </a:r>
            <a:r>
              <a:rPr lang="en-US" sz="2800" baseline="-25000" dirty="0">
                <a:latin typeface="Calibri"/>
                <a:cs typeface="Calibri"/>
              </a:rPr>
              <a:t>s</a:t>
            </a:r>
            <a:r>
              <a:rPr lang="en-US" sz="2800" dirty="0">
                <a:latin typeface="Calibri"/>
                <a:cs typeface="Calibri"/>
              </a:rPr>
              <a:t> + </a:t>
            </a:r>
            <a:r>
              <a:rPr lang="en-US" sz="3200" dirty="0">
                <a:latin typeface="Calibri"/>
                <a:cs typeface="Calibri"/>
              </a:rPr>
              <a:t>S</a:t>
            </a:r>
            <a:r>
              <a:rPr lang="en-US" sz="2800" dirty="0">
                <a:latin typeface="Calibri"/>
                <a:cs typeface="Calibri"/>
              </a:rPr>
              <a:t>u</a:t>
            </a:r>
            <a:r>
              <a:rPr lang="en-US" sz="2800" baseline="-25000" dirty="0">
                <a:latin typeface="Calibri"/>
                <a:cs typeface="Calibri"/>
              </a:rPr>
              <a:t>i</a:t>
            </a:r>
            <a:r>
              <a:rPr lang="en-US" sz="3200" dirty="0">
                <a:latin typeface="Calibri"/>
                <a:cs typeface="Calibri"/>
              </a:rPr>
              <a:t>)</a:t>
            </a:r>
            <a:r>
              <a:rPr lang="en-US" sz="3200" i="1" dirty="0">
                <a:latin typeface="Calibri"/>
                <a:cs typeface="Calibri"/>
              </a:rPr>
              <a:t>}</a:t>
            </a:r>
            <a:r>
              <a:rPr lang="en-US" sz="3200" i="1" dirty="0">
                <a:solidFill>
                  <a:srgbClr val="CC0000"/>
                </a:solidFill>
                <a:latin typeface="Calibri"/>
                <a:cs typeface="Calibri"/>
              </a:rPr>
              <a:t> </a:t>
            </a:r>
          </a:p>
        </p:txBody>
      </p:sp>
      <p:sp>
        <p:nvSpPr>
          <p:cNvPr id="187417" name="Rectangle 47"/>
          <p:cNvSpPr>
            <a:spLocks noChangeArrowheads="1"/>
          </p:cNvSpPr>
          <p:nvPr/>
        </p:nvSpPr>
        <p:spPr bwMode="auto">
          <a:xfrm>
            <a:off x="1516000" y="2446364"/>
            <a:ext cx="5169743" cy="1252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buClr>
                <a:srgbClr val="000099"/>
              </a:buClr>
              <a:buSzPct val="65000"/>
              <a:buFont typeface="Wingdings" charset="0"/>
              <a:buChar char="v"/>
            </a:pPr>
            <a:r>
              <a:rPr lang="en-US" sz="2800" i="1" dirty="0">
                <a:solidFill>
                  <a:srgbClr val="CC0000"/>
                </a:solidFill>
                <a:latin typeface="Calibri"/>
                <a:cs typeface="Calibri"/>
              </a:rPr>
              <a:t>client: </a:t>
            </a:r>
            <a:r>
              <a:rPr lang="en-US" sz="2800" dirty="0">
                <a:latin typeface="Calibri"/>
                <a:cs typeface="Calibri"/>
              </a:rPr>
              <a:t>each client must download file copy</a:t>
            </a:r>
          </a:p>
          <a:p>
            <a:pPr marL="742950" lvl="1" indent="-285750">
              <a:lnSpc>
                <a:spcPct val="85000"/>
              </a:lnSpc>
              <a:buClr>
                <a:srgbClr val="000099"/>
              </a:buClr>
              <a:buFont typeface="Wingdings" charset="0"/>
              <a:buChar char="§"/>
            </a:pPr>
            <a:r>
              <a:rPr lang="en-US" sz="2400" dirty="0">
                <a:latin typeface="Calibri"/>
                <a:cs typeface="Calibri"/>
              </a:rPr>
              <a:t>min client download time: F/</a:t>
            </a:r>
            <a:r>
              <a:rPr lang="en-US" sz="2400" dirty="0" err="1">
                <a:latin typeface="Calibri"/>
                <a:cs typeface="Calibri"/>
              </a:rPr>
              <a:t>d</a:t>
            </a:r>
            <a:r>
              <a:rPr lang="en-US" sz="2400" baseline="-25000" dirty="0" err="1">
                <a:latin typeface="Calibri"/>
                <a:cs typeface="Calibri"/>
              </a:rPr>
              <a:t>min</a:t>
            </a:r>
            <a:r>
              <a:rPr lang="en-US" sz="2400" i="1" dirty="0">
                <a:solidFill>
                  <a:srgbClr val="CC0000"/>
                </a:solidFill>
                <a:latin typeface="Calibri"/>
                <a:cs typeface="Calibri"/>
              </a:rPr>
              <a:t> </a:t>
            </a:r>
            <a:endParaRPr lang="en-US" sz="2400" dirty="0">
              <a:latin typeface="Calibri"/>
              <a:cs typeface="Calibri"/>
            </a:endParaRPr>
          </a:p>
        </p:txBody>
      </p:sp>
      <p:sp>
        <p:nvSpPr>
          <p:cNvPr id="187419" name="Rectangle 47"/>
          <p:cNvSpPr>
            <a:spLocks noChangeArrowheads="1"/>
          </p:cNvSpPr>
          <p:nvPr/>
        </p:nvSpPr>
        <p:spPr bwMode="auto">
          <a:xfrm>
            <a:off x="1517909" y="3575410"/>
            <a:ext cx="7994502" cy="1252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buClr>
                <a:srgbClr val="000099"/>
              </a:buClr>
              <a:buSzPct val="65000"/>
              <a:buFont typeface="Wingdings" charset="0"/>
              <a:buChar char="v"/>
            </a:pPr>
            <a:r>
              <a:rPr lang="en-US" sz="2800" i="1" dirty="0">
                <a:solidFill>
                  <a:srgbClr val="CC0000"/>
                </a:solidFill>
                <a:latin typeface="Calibri"/>
                <a:cs typeface="Calibri"/>
              </a:rPr>
              <a:t>clients: </a:t>
            </a:r>
            <a:r>
              <a:rPr lang="en-US" sz="2800" dirty="0">
                <a:latin typeface="Calibri"/>
                <a:cs typeface="Calibri"/>
              </a:rPr>
              <a:t>as aggregate must download </a:t>
            </a:r>
            <a:r>
              <a:rPr lang="en-US" sz="2800" i="1" dirty="0">
                <a:latin typeface="Calibri"/>
                <a:cs typeface="Calibri"/>
              </a:rPr>
              <a:t>NF</a:t>
            </a:r>
            <a:r>
              <a:rPr lang="en-US" sz="2800" dirty="0">
                <a:latin typeface="Calibri"/>
                <a:cs typeface="Calibri"/>
              </a:rPr>
              <a:t> bits</a:t>
            </a:r>
          </a:p>
          <a:p>
            <a:pPr marL="742950" lvl="1" indent="-285750">
              <a:lnSpc>
                <a:spcPct val="85000"/>
              </a:lnSpc>
              <a:buClr>
                <a:srgbClr val="000099"/>
              </a:buClr>
              <a:buFont typeface="Wingdings" charset="0"/>
              <a:buChar char="§"/>
            </a:pPr>
            <a:r>
              <a:rPr lang="en-US" sz="2400" dirty="0">
                <a:latin typeface="Calibri"/>
                <a:cs typeface="Calibri"/>
              </a:rPr>
              <a:t>max upload rate (</a:t>
            </a:r>
            <a:r>
              <a:rPr lang="en-US" sz="2400" dirty="0" err="1">
                <a:latin typeface="Calibri"/>
                <a:cs typeface="Calibri"/>
              </a:rPr>
              <a:t>limting</a:t>
            </a:r>
            <a:r>
              <a:rPr lang="en-US" sz="2400" dirty="0">
                <a:latin typeface="Calibri"/>
                <a:cs typeface="Calibri"/>
              </a:rPr>
              <a:t> max download rate) is u</a:t>
            </a:r>
            <a:r>
              <a:rPr lang="en-US" sz="2400" baseline="-25000" dirty="0">
                <a:latin typeface="Calibri"/>
                <a:cs typeface="Calibri"/>
              </a:rPr>
              <a:t>s</a:t>
            </a:r>
            <a:r>
              <a:rPr lang="en-US" sz="2400" dirty="0">
                <a:latin typeface="Calibri"/>
                <a:cs typeface="Calibri"/>
              </a:rPr>
              <a:t> + </a:t>
            </a:r>
            <a:r>
              <a:rPr lang="en-US" sz="2800" dirty="0">
                <a:latin typeface="Calibri"/>
                <a:cs typeface="Calibri"/>
              </a:rPr>
              <a:t>S</a:t>
            </a:r>
            <a:r>
              <a:rPr lang="en-US" sz="2400" dirty="0">
                <a:latin typeface="Calibri"/>
                <a:cs typeface="Calibri"/>
              </a:rPr>
              <a:t>u</a:t>
            </a:r>
            <a:r>
              <a:rPr lang="en-US" sz="2400" baseline="-25000" dirty="0">
                <a:latin typeface="Calibri"/>
                <a:cs typeface="Calibri"/>
              </a:rPr>
              <a:t>i</a:t>
            </a:r>
          </a:p>
        </p:txBody>
      </p:sp>
      <p:sp>
        <p:nvSpPr>
          <p:cNvPr id="245813" name="Line 53"/>
          <p:cNvSpPr>
            <a:spLocks noChangeShapeType="1"/>
          </p:cNvSpPr>
          <p:nvPr/>
        </p:nvSpPr>
        <p:spPr bwMode="auto">
          <a:xfrm flipV="1">
            <a:off x="9174164" y="5502784"/>
            <a:ext cx="488458" cy="58369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>
              <a:latin typeface="Calibri"/>
              <a:cs typeface="Calibri"/>
            </a:endParaRPr>
          </a:p>
        </p:txBody>
      </p:sp>
      <p:sp>
        <p:nvSpPr>
          <p:cNvPr id="245814" name="Text Box 54"/>
          <p:cNvSpPr txBox="1">
            <a:spLocks noChangeArrowheads="1"/>
          </p:cNvSpPr>
          <p:nvPr/>
        </p:nvSpPr>
        <p:spPr bwMode="auto">
          <a:xfrm>
            <a:off x="3351213" y="6069013"/>
            <a:ext cx="704551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en-US" sz="2400">
                <a:solidFill>
                  <a:srgbClr val="0000FF"/>
                </a:solidFill>
                <a:latin typeface="Calibri"/>
                <a:cs typeface="Calibri"/>
              </a:rPr>
              <a:t>… but so does this, as each peer brings service capacity</a:t>
            </a:r>
          </a:p>
        </p:txBody>
      </p:sp>
      <p:sp>
        <p:nvSpPr>
          <p:cNvPr id="2" name="Line 53"/>
          <p:cNvSpPr>
            <a:spLocks noChangeShapeType="1"/>
          </p:cNvSpPr>
          <p:nvPr/>
        </p:nvSpPr>
        <p:spPr bwMode="auto">
          <a:xfrm flipV="1">
            <a:off x="7889876" y="5434513"/>
            <a:ext cx="598381" cy="350337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>
              <a:latin typeface="Calibri"/>
              <a:cs typeface="Calibri"/>
            </a:endParaRPr>
          </a:p>
        </p:txBody>
      </p:sp>
      <p:sp>
        <p:nvSpPr>
          <p:cNvPr id="3" name="Text Box 54"/>
          <p:cNvSpPr txBox="1">
            <a:spLocks noChangeArrowheads="1"/>
          </p:cNvSpPr>
          <p:nvPr/>
        </p:nvSpPr>
        <p:spPr bwMode="auto">
          <a:xfrm>
            <a:off x="5465763" y="5756275"/>
            <a:ext cx="319119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en-US" sz="2400">
                <a:solidFill>
                  <a:srgbClr val="0000FF"/>
                </a:solidFill>
                <a:latin typeface="Calibri"/>
                <a:cs typeface="Calibri"/>
              </a:rPr>
              <a:t>increases linearly in </a:t>
            </a:r>
            <a:r>
              <a:rPr lang="en-US" sz="2400" i="1">
                <a:solidFill>
                  <a:srgbClr val="0000FF"/>
                </a:solidFill>
                <a:latin typeface="Calibri"/>
                <a:cs typeface="Calibri"/>
              </a:rPr>
              <a:t>N</a:t>
            </a:r>
            <a:r>
              <a:rPr lang="en-US" sz="2400">
                <a:solidFill>
                  <a:srgbClr val="0000FF"/>
                </a:solidFill>
                <a:latin typeface="Calibri"/>
                <a:cs typeface="Calibri"/>
              </a:rPr>
              <a:t> …</a:t>
            </a:r>
          </a:p>
        </p:txBody>
      </p:sp>
      <p:grpSp>
        <p:nvGrpSpPr>
          <p:cNvPr id="187424" name="Group 41"/>
          <p:cNvGrpSpPr>
            <a:grpSpLocks/>
          </p:cNvGrpSpPr>
          <p:nvPr/>
        </p:nvGrpSpPr>
        <p:grpSpPr bwMode="auto">
          <a:xfrm>
            <a:off x="6638925" y="1690689"/>
            <a:ext cx="292100" cy="517525"/>
            <a:chOff x="4140" y="429"/>
            <a:chExt cx="1425" cy="2396"/>
          </a:xfrm>
        </p:grpSpPr>
        <p:sp>
          <p:nvSpPr>
            <p:cNvPr id="187437" name="Freeform 42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7 h 2742"/>
                <a:gd name="T4" fmla="*/ 2 w 354"/>
                <a:gd name="T5" fmla="*/ 48 h 2742"/>
                <a:gd name="T6" fmla="*/ 0 w 354"/>
                <a:gd name="T7" fmla="*/ 50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>
                <a:latin typeface="Calibri"/>
                <a:cs typeface="Calibri"/>
              </a:endParaRPr>
            </a:p>
          </p:txBody>
        </p:sp>
        <p:sp>
          <p:nvSpPr>
            <p:cNvPr id="187438" name="Rectangle 43"/>
            <p:cNvSpPr>
              <a:spLocks noChangeArrowheads="1"/>
            </p:cNvSpPr>
            <p:nvPr/>
          </p:nvSpPr>
          <p:spPr bwMode="auto">
            <a:xfrm>
              <a:off x="4210" y="429"/>
              <a:ext cx="1046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sz="2400">
                <a:latin typeface="Calibri"/>
                <a:cs typeface="Calibri"/>
              </a:endParaRPr>
            </a:p>
          </p:txBody>
        </p:sp>
        <p:sp>
          <p:nvSpPr>
            <p:cNvPr id="187439" name="Freeform 44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5 h 2537"/>
                <a:gd name="T4" fmla="*/ 2 w 211"/>
                <a:gd name="T5" fmla="*/ 4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>
                <a:latin typeface="Calibri"/>
                <a:cs typeface="Calibri"/>
              </a:endParaRPr>
            </a:p>
          </p:txBody>
        </p:sp>
        <p:sp>
          <p:nvSpPr>
            <p:cNvPr id="187440" name="Freeform 45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5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>
                <a:latin typeface="Calibri"/>
                <a:cs typeface="Calibri"/>
              </a:endParaRPr>
            </a:p>
          </p:txBody>
        </p:sp>
        <p:sp>
          <p:nvSpPr>
            <p:cNvPr id="187441" name="Rectangle 46"/>
            <p:cNvSpPr>
              <a:spLocks noChangeArrowheads="1"/>
            </p:cNvSpPr>
            <p:nvPr/>
          </p:nvSpPr>
          <p:spPr bwMode="auto">
            <a:xfrm>
              <a:off x="4210" y="694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Calibri"/>
                <a:cs typeface="Calibri"/>
              </a:endParaRPr>
            </a:p>
          </p:txBody>
        </p:sp>
        <p:grpSp>
          <p:nvGrpSpPr>
            <p:cNvPr id="187442" name="Group 47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87467" name="AutoShape 48"/>
              <p:cNvSpPr>
                <a:spLocks noChangeArrowheads="1"/>
              </p:cNvSpPr>
              <p:nvPr/>
            </p:nvSpPr>
            <p:spPr bwMode="auto">
              <a:xfrm>
                <a:off x="618" y="2571"/>
                <a:ext cx="725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Calibri"/>
                  <a:cs typeface="Calibri"/>
                </a:endParaRPr>
              </a:p>
            </p:txBody>
          </p:sp>
          <p:sp>
            <p:nvSpPr>
              <p:cNvPr id="187468" name="AutoShape 49"/>
              <p:cNvSpPr>
                <a:spLocks noChangeArrowheads="1"/>
              </p:cNvSpPr>
              <p:nvPr/>
            </p:nvSpPr>
            <p:spPr bwMode="auto">
              <a:xfrm>
                <a:off x="637" y="2585"/>
                <a:ext cx="686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Calibri"/>
                  <a:cs typeface="Calibri"/>
                </a:endParaRPr>
              </a:p>
            </p:txBody>
          </p:sp>
        </p:grpSp>
        <p:sp>
          <p:nvSpPr>
            <p:cNvPr id="187443" name="Rectangle 50"/>
            <p:cNvSpPr>
              <a:spLocks noChangeArrowheads="1"/>
            </p:cNvSpPr>
            <p:nvPr/>
          </p:nvSpPr>
          <p:spPr bwMode="auto">
            <a:xfrm>
              <a:off x="4225" y="1017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Calibri"/>
                <a:cs typeface="Calibri"/>
              </a:endParaRPr>
            </a:p>
          </p:txBody>
        </p:sp>
        <p:grpSp>
          <p:nvGrpSpPr>
            <p:cNvPr id="187444" name="Group 51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87465" name="AutoShape 52"/>
              <p:cNvSpPr>
                <a:spLocks noChangeArrowheads="1"/>
              </p:cNvSpPr>
              <p:nvPr/>
            </p:nvSpPr>
            <p:spPr bwMode="auto">
              <a:xfrm>
                <a:off x="610" y="2569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Calibri"/>
                  <a:cs typeface="Calibri"/>
                </a:endParaRPr>
              </a:p>
            </p:txBody>
          </p:sp>
          <p:sp>
            <p:nvSpPr>
              <p:cNvPr id="187466" name="AutoShape 53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Calibri"/>
                  <a:cs typeface="Calibri"/>
                </a:endParaRPr>
              </a:p>
            </p:txBody>
          </p:sp>
        </p:grpSp>
        <p:sp>
          <p:nvSpPr>
            <p:cNvPr id="187445" name="Rectangle 54"/>
            <p:cNvSpPr>
              <a:spLocks noChangeArrowheads="1"/>
            </p:cNvSpPr>
            <p:nvPr/>
          </p:nvSpPr>
          <p:spPr bwMode="auto">
            <a:xfrm>
              <a:off x="4217" y="1355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Calibri"/>
                <a:cs typeface="Calibri"/>
              </a:endParaRPr>
            </a:p>
          </p:txBody>
        </p:sp>
        <p:sp>
          <p:nvSpPr>
            <p:cNvPr id="187446" name="Rectangle 55"/>
            <p:cNvSpPr>
              <a:spLocks noChangeArrowheads="1"/>
            </p:cNvSpPr>
            <p:nvPr/>
          </p:nvSpPr>
          <p:spPr bwMode="auto">
            <a:xfrm>
              <a:off x="4225" y="1656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Calibri"/>
                <a:cs typeface="Calibri"/>
              </a:endParaRPr>
            </a:p>
          </p:txBody>
        </p:sp>
        <p:grpSp>
          <p:nvGrpSpPr>
            <p:cNvPr id="187447" name="Group 56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87463" name="AutoShape 57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4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Calibri"/>
                  <a:cs typeface="Calibri"/>
                </a:endParaRPr>
              </a:p>
            </p:txBody>
          </p:sp>
          <p:sp>
            <p:nvSpPr>
              <p:cNvPr id="187464" name="AutoShape 58"/>
              <p:cNvSpPr>
                <a:spLocks noChangeArrowheads="1"/>
              </p:cNvSpPr>
              <p:nvPr/>
            </p:nvSpPr>
            <p:spPr bwMode="auto">
              <a:xfrm>
                <a:off x="635" y="2582"/>
                <a:ext cx="68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Calibri"/>
                  <a:cs typeface="Calibri"/>
                </a:endParaRPr>
              </a:p>
            </p:txBody>
          </p:sp>
        </p:grpSp>
        <p:sp>
          <p:nvSpPr>
            <p:cNvPr id="187448" name="Freeform 59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4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>
                <a:latin typeface="Calibri"/>
                <a:cs typeface="Calibri"/>
              </a:endParaRPr>
            </a:p>
          </p:txBody>
        </p:sp>
        <p:grpSp>
          <p:nvGrpSpPr>
            <p:cNvPr id="187449" name="Group 60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87461" name="AutoShape 61"/>
              <p:cNvSpPr>
                <a:spLocks noChangeArrowheads="1"/>
              </p:cNvSpPr>
              <p:nvPr/>
            </p:nvSpPr>
            <p:spPr bwMode="auto">
              <a:xfrm>
                <a:off x="611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Calibri"/>
                  <a:cs typeface="Calibri"/>
                </a:endParaRPr>
              </a:p>
            </p:txBody>
          </p:sp>
          <p:sp>
            <p:nvSpPr>
              <p:cNvPr id="187462" name="AutoShape 62"/>
              <p:cNvSpPr>
                <a:spLocks noChangeArrowheads="1"/>
              </p:cNvSpPr>
              <p:nvPr/>
            </p:nvSpPr>
            <p:spPr bwMode="auto">
              <a:xfrm>
                <a:off x="630" y="2581"/>
                <a:ext cx="68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Calibri"/>
                  <a:cs typeface="Calibri"/>
                </a:endParaRPr>
              </a:p>
            </p:txBody>
          </p:sp>
        </p:grpSp>
        <p:sp>
          <p:nvSpPr>
            <p:cNvPr id="187450" name="Rectangle 63"/>
            <p:cNvSpPr>
              <a:spLocks noChangeArrowheads="1"/>
            </p:cNvSpPr>
            <p:nvPr/>
          </p:nvSpPr>
          <p:spPr bwMode="auto">
            <a:xfrm>
              <a:off x="5247" y="429"/>
              <a:ext cx="70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Calibri"/>
                <a:cs typeface="Calibri"/>
              </a:endParaRPr>
            </a:p>
          </p:txBody>
        </p:sp>
        <p:sp>
          <p:nvSpPr>
            <p:cNvPr id="187451" name="Freeform 64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4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>
                <a:latin typeface="Calibri"/>
                <a:cs typeface="Calibri"/>
              </a:endParaRPr>
            </a:p>
          </p:txBody>
        </p:sp>
        <p:sp>
          <p:nvSpPr>
            <p:cNvPr id="187452" name="Freeform 65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3 h 288"/>
                <a:gd name="T4" fmla="*/ 2 w 304"/>
                <a:gd name="T5" fmla="*/ 6 h 288"/>
                <a:gd name="T6" fmla="*/ 2 w 304"/>
                <a:gd name="T7" fmla="*/ 3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>
                <a:latin typeface="Calibri"/>
                <a:cs typeface="Calibri"/>
              </a:endParaRPr>
            </a:p>
          </p:txBody>
        </p:sp>
        <p:sp>
          <p:nvSpPr>
            <p:cNvPr id="187453" name="Oval 66"/>
            <p:cNvSpPr>
              <a:spLocks noChangeArrowheads="1"/>
            </p:cNvSpPr>
            <p:nvPr/>
          </p:nvSpPr>
          <p:spPr bwMode="auto">
            <a:xfrm>
              <a:off x="5519" y="2612"/>
              <a:ext cx="46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sz="2400">
                <a:latin typeface="Calibri"/>
                <a:cs typeface="Calibri"/>
              </a:endParaRPr>
            </a:p>
          </p:txBody>
        </p:sp>
        <p:sp>
          <p:nvSpPr>
            <p:cNvPr id="187454" name="Freeform 67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5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>
                <a:latin typeface="Calibri"/>
                <a:cs typeface="Calibri"/>
              </a:endParaRPr>
            </a:p>
          </p:txBody>
        </p:sp>
        <p:sp>
          <p:nvSpPr>
            <p:cNvPr id="187455" name="AutoShape 68"/>
            <p:cNvSpPr>
              <a:spLocks noChangeArrowheads="1"/>
            </p:cNvSpPr>
            <p:nvPr/>
          </p:nvSpPr>
          <p:spPr bwMode="auto">
            <a:xfrm>
              <a:off x="4140" y="2678"/>
              <a:ext cx="1200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Calibri"/>
                <a:cs typeface="Calibri"/>
              </a:endParaRPr>
            </a:p>
          </p:txBody>
        </p:sp>
        <p:sp>
          <p:nvSpPr>
            <p:cNvPr id="187456" name="AutoShape 69"/>
            <p:cNvSpPr>
              <a:spLocks noChangeArrowheads="1"/>
            </p:cNvSpPr>
            <p:nvPr/>
          </p:nvSpPr>
          <p:spPr bwMode="auto">
            <a:xfrm>
              <a:off x="4210" y="2707"/>
              <a:ext cx="1069" cy="8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Calibri"/>
                <a:cs typeface="Calibri"/>
              </a:endParaRPr>
            </a:p>
          </p:txBody>
        </p:sp>
        <p:sp>
          <p:nvSpPr>
            <p:cNvPr id="187457" name="Oval 70"/>
            <p:cNvSpPr>
              <a:spLocks noChangeArrowheads="1"/>
            </p:cNvSpPr>
            <p:nvPr/>
          </p:nvSpPr>
          <p:spPr bwMode="auto">
            <a:xfrm>
              <a:off x="4310" y="2384"/>
              <a:ext cx="155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sz="2400">
                <a:latin typeface="Calibri"/>
                <a:cs typeface="Calibri"/>
              </a:endParaRPr>
            </a:p>
          </p:txBody>
        </p:sp>
        <p:sp>
          <p:nvSpPr>
            <p:cNvPr id="187458" name="Oval 71"/>
            <p:cNvSpPr>
              <a:spLocks noChangeArrowheads="1"/>
            </p:cNvSpPr>
            <p:nvPr/>
          </p:nvSpPr>
          <p:spPr bwMode="auto">
            <a:xfrm>
              <a:off x="4489" y="2384"/>
              <a:ext cx="155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>
                <a:solidFill>
                  <a:srgbClr val="FF0000"/>
                </a:solidFill>
                <a:latin typeface="Calibri"/>
                <a:cs typeface="Calibri"/>
              </a:endParaRPr>
            </a:p>
          </p:txBody>
        </p:sp>
        <p:sp>
          <p:nvSpPr>
            <p:cNvPr id="187459" name="Oval 72"/>
            <p:cNvSpPr>
              <a:spLocks noChangeArrowheads="1"/>
            </p:cNvSpPr>
            <p:nvPr/>
          </p:nvSpPr>
          <p:spPr bwMode="auto">
            <a:xfrm>
              <a:off x="4659" y="2384"/>
              <a:ext cx="163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sz="2400">
                <a:latin typeface="Calibri"/>
                <a:cs typeface="Calibri"/>
              </a:endParaRPr>
            </a:p>
          </p:txBody>
        </p:sp>
        <p:sp>
          <p:nvSpPr>
            <p:cNvPr id="187460" name="Rectangle 73"/>
            <p:cNvSpPr>
              <a:spLocks noChangeArrowheads="1"/>
            </p:cNvSpPr>
            <p:nvPr/>
          </p:nvSpPr>
          <p:spPr bwMode="auto">
            <a:xfrm>
              <a:off x="5062" y="1833"/>
              <a:ext cx="85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Calibri"/>
                <a:cs typeface="Calibri"/>
              </a:endParaRPr>
            </a:p>
          </p:txBody>
        </p:sp>
      </p:grpSp>
      <p:grpSp>
        <p:nvGrpSpPr>
          <p:cNvPr id="187425" name="Group 74"/>
          <p:cNvGrpSpPr>
            <a:grpSpLocks/>
          </p:cNvGrpSpPr>
          <p:nvPr/>
        </p:nvGrpSpPr>
        <p:grpSpPr bwMode="auto">
          <a:xfrm flipH="1">
            <a:off x="9893301" y="2362201"/>
            <a:ext cx="620713" cy="512763"/>
            <a:chOff x="-44" y="1473"/>
            <a:chExt cx="981" cy="1105"/>
          </a:xfrm>
        </p:grpSpPr>
        <p:pic>
          <p:nvPicPr>
            <p:cNvPr id="187435" name="Picture 75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7436" name="Freeform 7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7350 w 356"/>
                <a:gd name="T3" fmla="*/ 15593 h 368"/>
                <a:gd name="T4" fmla="*/ 222251 w 356"/>
                <a:gd name="T5" fmla="*/ 324849 h 368"/>
                <a:gd name="T6" fmla="*/ 48981 w 356"/>
                <a:gd name="T7" fmla="*/ 40626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400">
                <a:latin typeface="Calibri"/>
                <a:cs typeface="Calibri"/>
              </a:endParaRPr>
            </a:p>
          </p:txBody>
        </p:sp>
      </p:grpSp>
      <p:grpSp>
        <p:nvGrpSpPr>
          <p:cNvPr id="187426" name="Group 77"/>
          <p:cNvGrpSpPr>
            <a:grpSpLocks/>
          </p:cNvGrpSpPr>
          <p:nvPr/>
        </p:nvGrpSpPr>
        <p:grpSpPr bwMode="auto">
          <a:xfrm>
            <a:off x="7824788" y="1284288"/>
            <a:ext cx="620712" cy="512762"/>
            <a:chOff x="-44" y="1473"/>
            <a:chExt cx="981" cy="1105"/>
          </a:xfrm>
        </p:grpSpPr>
        <p:pic>
          <p:nvPicPr>
            <p:cNvPr id="187433" name="Picture 78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7434" name="Freeform 79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7350 w 356"/>
                <a:gd name="T3" fmla="*/ 15593 h 368"/>
                <a:gd name="T4" fmla="*/ 222251 w 356"/>
                <a:gd name="T5" fmla="*/ 324849 h 368"/>
                <a:gd name="T6" fmla="*/ 48981 w 356"/>
                <a:gd name="T7" fmla="*/ 40626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400">
                <a:latin typeface="Calibri"/>
                <a:cs typeface="Calibri"/>
              </a:endParaRPr>
            </a:p>
          </p:txBody>
        </p:sp>
      </p:grpSp>
      <p:grpSp>
        <p:nvGrpSpPr>
          <p:cNvPr id="187427" name="Group 80"/>
          <p:cNvGrpSpPr>
            <a:grpSpLocks/>
          </p:cNvGrpSpPr>
          <p:nvPr/>
        </p:nvGrpSpPr>
        <p:grpSpPr bwMode="auto">
          <a:xfrm>
            <a:off x="8434388" y="1360488"/>
            <a:ext cx="620712" cy="512762"/>
            <a:chOff x="-44" y="1473"/>
            <a:chExt cx="981" cy="1105"/>
          </a:xfrm>
        </p:grpSpPr>
        <p:pic>
          <p:nvPicPr>
            <p:cNvPr id="187431" name="Picture 8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7432" name="Freeform 8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7350 w 356"/>
                <a:gd name="T3" fmla="*/ 15593 h 368"/>
                <a:gd name="T4" fmla="*/ 222251 w 356"/>
                <a:gd name="T5" fmla="*/ 324849 h 368"/>
                <a:gd name="T6" fmla="*/ 48981 w 356"/>
                <a:gd name="T7" fmla="*/ 40626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400">
                <a:latin typeface="Calibri"/>
                <a:cs typeface="Calibri"/>
              </a:endParaRPr>
            </a:p>
          </p:txBody>
        </p:sp>
      </p:grpSp>
      <p:grpSp>
        <p:nvGrpSpPr>
          <p:cNvPr id="187428" name="Group 83"/>
          <p:cNvGrpSpPr>
            <a:grpSpLocks/>
          </p:cNvGrpSpPr>
          <p:nvPr/>
        </p:nvGrpSpPr>
        <p:grpSpPr bwMode="auto">
          <a:xfrm>
            <a:off x="5995988" y="2492376"/>
            <a:ext cx="620712" cy="512763"/>
            <a:chOff x="-44" y="1473"/>
            <a:chExt cx="981" cy="1105"/>
          </a:xfrm>
        </p:grpSpPr>
        <p:pic>
          <p:nvPicPr>
            <p:cNvPr id="187429" name="Picture 84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7430" name="Freeform 8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7350 w 356"/>
                <a:gd name="T3" fmla="*/ 15593 h 368"/>
                <a:gd name="T4" fmla="*/ 222251 w 356"/>
                <a:gd name="T5" fmla="*/ 324849 h 368"/>
                <a:gd name="T6" fmla="*/ 48981 w 356"/>
                <a:gd name="T7" fmla="*/ 40626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400">
                <a:latin typeface="Calibri"/>
                <a:cs typeface="Calibri"/>
              </a:endParaRPr>
            </a:p>
          </p:txBody>
        </p:sp>
      </p:grp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587F837-AE9D-9044-BC6D-898547E1AF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03339835-B4E9-D841-8D94-7CA42FBEC1EA}" type="slidenum">
              <a:rPr lang="en-US" smtClean="0"/>
              <a:pPr>
                <a:defRPr/>
              </a:pPr>
              <a:t>97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5813" grpId="0" animBg="1"/>
      <p:bldP spid="245814" grpId="0"/>
      <p:bldP spid="2" grpId="0" animBg="1"/>
      <p:bldP spid="3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9443" name="Object 2"/>
          <p:cNvGraphicFramePr>
            <a:graphicFrameLocks noChangeAspect="1"/>
          </p:cNvGraphicFramePr>
          <p:nvPr/>
        </p:nvGraphicFramePr>
        <p:xfrm>
          <a:off x="2955926" y="1939925"/>
          <a:ext cx="6543675" cy="44577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hart" r:id="rId3" imgW="7734300" imgH="5295900" progId="Excel.Chart.8">
                  <p:embed/>
                </p:oleObj>
              </mc:Choice>
              <mc:Fallback>
                <p:oleObj name="Chart" r:id="rId3" imgW="7734300" imgH="5295900" progId="Excel.Chart.8">
                  <p:embed/>
                  <p:pic>
                    <p:nvPicPr>
                      <p:cNvPr id="189443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955926" y="1939925"/>
                        <a:ext cx="6543675" cy="44577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=""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7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89444" name="Rectangle 4"/>
          <p:cNvSpPr>
            <a:spLocks noChangeArrowheads="1"/>
          </p:cNvSpPr>
          <p:nvPr/>
        </p:nvSpPr>
        <p:spPr bwMode="auto">
          <a:xfrm>
            <a:off x="1855788" y="152400"/>
            <a:ext cx="8520112" cy="99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sz="4000">
                <a:solidFill>
                  <a:srgbClr val="000099"/>
                </a:solidFill>
                <a:latin typeface="Gill Sans MT" charset="0"/>
              </a:rPr>
              <a:t>Client-server vs. P2P: example</a:t>
            </a:r>
          </a:p>
        </p:txBody>
      </p:sp>
      <p:sp>
        <p:nvSpPr>
          <p:cNvPr id="189445" name="Text Box 5"/>
          <p:cNvSpPr txBox="1">
            <a:spLocks noChangeArrowheads="1"/>
          </p:cNvSpPr>
          <p:nvPr/>
        </p:nvSpPr>
        <p:spPr bwMode="auto">
          <a:xfrm>
            <a:off x="1957388" y="1292225"/>
            <a:ext cx="76628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2400"/>
              <a:t>client upload rate =</a:t>
            </a:r>
            <a:r>
              <a:rPr lang="en-US" sz="2400" i="1"/>
              <a:t> u</a:t>
            </a:r>
            <a:r>
              <a:rPr lang="en-US" sz="2400"/>
              <a:t>,  </a:t>
            </a:r>
            <a:r>
              <a:rPr lang="en-US" sz="2400" i="1"/>
              <a:t>F/u </a:t>
            </a:r>
            <a:r>
              <a:rPr lang="en-US" sz="2400"/>
              <a:t>= 1 hour,  </a:t>
            </a:r>
            <a:r>
              <a:rPr lang="en-US" sz="2400" i="1"/>
              <a:t>u</a:t>
            </a:r>
            <a:r>
              <a:rPr lang="en-US" sz="2400" i="1" baseline="-25000"/>
              <a:t>s</a:t>
            </a:r>
            <a:r>
              <a:rPr lang="en-US" sz="2400" i="1"/>
              <a:t> = 10u,  d</a:t>
            </a:r>
            <a:r>
              <a:rPr lang="en-US" sz="2400" i="1" baseline="-25000"/>
              <a:t>min</a:t>
            </a:r>
            <a:r>
              <a:rPr lang="en-US" sz="2400" i="1"/>
              <a:t> ≥ u</a:t>
            </a:r>
            <a:r>
              <a:rPr lang="en-US" sz="2400" i="1" baseline="-25000"/>
              <a:t>s</a:t>
            </a: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Rectangle 8">
            <a:extLst>
              <a:ext uri="{FF2B5EF4-FFF2-40B4-BE49-F238E27FC236}">
                <a16:creationId xmlns:a16="http://schemas.microsoft.com/office/drawing/2014/main" id="{3ED8B887-20C1-F348-918C-B88B96D3E1D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sz="1200" kern="1200">
                <a:solidFill>
                  <a:schemeClr val="tx1"/>
                </a:solidFill>
                <a:latin typeface="Tahoma" charset="0"/>
                <a:ea typeface="ＭＳ Ｐゴシック" charset="0"/>
                <a:cs typeface="ＭＳ Ｐゴシック" charset="0"/>
              </a:defRPr>
            </a:lvl1pPr>
            <a:lvl2pPr marL="4572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2pPr>
            <a:lvl3pPr marL="9144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3pPr>
            <a:lvl4pPr marL="1371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4pPr>
            <a:lvl5pPr marL="18288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9pPr>
          </a:lstStyle>
          <a:p>
            <a:pPr>
              <a:defRPr/>
            </a:pPr>
            <a:endParaRPr lang="en-US"/>
          </a:p>
          <a:p>
            <a:pPr>
              <a:defRPr/>
            </a:pPr>
            <a:fld id="{EA4DE36C-4767-D04B-8BF6-480838CCF4A8}" type="slidenum">
              <a:rPr lang="en-US" smtClean="0"/>
              <a:pPr>
                <a:defRPr/>
              </a:pPr>
              <a:t>99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76131" name="Rectangle 2">
            <a:extLst>
              <a:ext uri="{FF2B5EF4-FFF2-40B4-BE49-F238E27FC236}">
                <a16:creationId xmlns:a16="http://schemas.microsoft.com/office/drawing/2014/main" id="{D4BDD334-4597-CB4B-AB51-3E9A4938C10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1935163" y="0"/>
            <a:ext cx="7772400" cy="1143000"/>
          </a:xfrm>
        </p:spPr>
        <p:txBody>
          <a:bodyPr/>
          <a:lstStyle/>
          <a:p>
            <a:r>
              <a:rPr lang="en-US" altLang="en-US" sz="4000">
                <a:latin typeface="Gill Sans MT" panose="020B0502020104020203" pitchFamily="34" charset="77"/>
                <a:ea typeface="ＭＳ Ｐゴシック" panose="020B0600070205080204" pitchFamily="34" charset="-128"/>
              </a:rPr>
              <a:t>P2P file distribution: BitTorrent </a:t>
            </a:r>
          </a:p>
        </p:txBody>
      </p:sp>
      <p:sp>
        <p:nvSpPr>
          <p:cNvPr id="176132" name="Text Box 37">
            <a:extLst>
              <a:ext uri="{FF2B5EF4-FFF2-40B4-BE49-F238E27FC236}">
                <a16:creationId xmlns:a16="http://schemas.microsoft.com/office/drawing/2014/main" id="{D01B2FCF-14BA-DE4F-9764-8BA1E0B543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663" y="2338388"/>
            <a:ext cx="25146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i="1">
                <a:solidFill>
                  <a:srgbClr val="CC0000"/>
                </a:solidFill>
              </a:rPr>
              <a:t>tracker:</a:t>
            </a:r>
            <a:r>
              <a:rPr lang="en-US" altLang="en-US" sz="2000"/>
              <a:t> tracks peers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/>
              <a:t>participating in torrent</a:t>
            </a:r>
          </a:p>
        </p:txBody>
      </p:sp>
      <p:sp>
        <p:nvSpPr>
          <p:cNvPr id="176133" name="Text Box 41">
            <a:extLst>
              <a:ext uri="{FF2B5EF4-FFF2-40B4-BE49-F238E27FC236}">
                <a16:creationId xmlns:a16="http://schemas.microsoft.com/office/drawing/2014/main" id="{0CB8AB77-70E8-BF4C-8CE9-29C9F0AC72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00863" y="2287589"/>
            <a:ext cx="3543300" cy="714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400" i="1">
                <a:solidFill>
                  <a:srgbClr val="CC0000"/>
                </a:solidFill>
              </a:rPr>
              <a:t>torrent:</a:t>
            </a:r>
            <a:r>
              <a:rPr lang="en-US" altLang="en-US" sz="2400"/>
              <a:t> group of peers exchanging  chunks of a file</a:t>
            </a:r>
          </a:p>
        </p:txBody>
      </p:sp>
      <p:sp>
        <p:nvSpPr>
          <p:cNvPr id="24595" name="Line 21">
            <a:extLst>
              <a:ext uri="{FF2B5EF4-FFF2-40B4-BE49-F238E27FC236}">
                <a16:creationId xmlns:a16="http://schemas.microsoft.com/office/drawing/2014/main" id="{6B061BA6-415E-6443-93C7-4EE6F99401DB}"/>
              </a:ext>
            </a:extLst>
          </p:cNvPr>
          <p:cNvSpPr>
            <a:spLocks noChangeShapeType="1"/>
          </p:cNvSpPr>
          <p:nvPr/>
        </p:nvSpPr>
        <p:spPr bwMode="auto">
          <a:xfrm>
            <a:off x="3925889" y="3667126"/>
            <a:ext cx="1587" cy="5365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6135" name="Line 25">
            <a:extLst>
              <a:ext uri="{FF2B5EF4-FFF2-40B4-BE49-F238E27FC236}">
                <a16:creationId xmlns:a16="http://schemas.microsoft.com/office/drawing/2014/main" id="{41618679-0FF9-7744-99E5-8354FCF57A31}"/>
              </a:ext>
            </a:extLst>
          </p:cNvPr>
          <p:cNvSpPr>
            <a:spLocks noChangeShapeType="1"/>
          </p:cNvSpPr>
          <p:nvPr/>
        </p:nvSpPr>
        <p:spPr bwMode="auto">
          <a:xfrm>
            <a:off x="5272088" y="3395663"/>
            <a:ext cx="2551112" cy="1409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6136" name="Line 26">
            <a:extLst>
              <a:ext uri="{FF2B5EF4-FFF2-40B4-BE49-F238E27FC236}">
                <a16:creationId xmlns:a16="http://schemas.microsoft.com/office/drawing/2014/main" id="{7AF4A882-C76F-6F4D-9961-911B0E8C7F25}"/>
              </a:ext>
            </a:extLst>
          </p:cNvPr>
          <p:cNvSpPr>
            <a:spLocks noChangeShapeType="1"/>
          </p:cNvSpPr>
          <p:nvPr/>
        </p:nvSpPr>
        <p:spPr bwMode="auto">
          <a:xfrm>
            <a:off x="5068888" y="3546475"/>
            <a:ext cx="247650" cy="1816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6137" name="Line 27">
            <a:extLst>
              <a:ext uri="{FF2B5EF4-FFF2-40B4-BE49-F238E27FC236}">
                <a16:creationId xmlns:a16="http://schemas.microsoft.com/office/drawing/2014/main" id="{E2B23DA8-9B2D-EF40-9239-AFBE7FE8B57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708775" y="3306764"/>
            <a:ext cx="116840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6138" name="Line 28">
            <a:extLst>
              <a:ext uri="{FF2B5EF4-FFF2-40B4-BE49-F238E27FC236}">
                <a16:creationId xmlns:a16="http://schemas.microsoft.com/office/drawing/2014/main" id="{6DC85BF2-8BBC-174A-9AF5-A70B429A01F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92800" y="3843338"/>
            <a:ext cx="2039938" cy="1987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6139" name="Line 29">
            <a:extLst>
              <a:ext uri="{FF2B5EF4-FFF2-40B4-BE49-F238E27FC236}">
                <a16:creationId xmlns:a16="http://schemas.microsoft.com/office/drawing/2014/main" id="{8FD17A45-219C-BE4C-B74C-B9581C920E9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80114" y="5808663"/>
            <a:ext cx="739775" cy="1635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6140" name="Line 30">
            <a:extLst>
              <a:ext uri="{FF2B5EF4-FFF2-40B4-BE49-F238E27FC236}">
                <a16:creationId xmlns:a16="http://schemas.microsoft.com/office/drawing/2014/main" id="{2B5C2C2C-695C-5D4E-B240-A0D35921BAA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499101" y="3505200"/>
            <a:ext cx="900113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6141" name="Line 31">
            <a:extLst>
              <a:ext uri="{FF2B5EF4-FFF2-40B4-BE49-F238E27FC236}">
                <a16:creationId xmlns:a16="http://schemas.microsoft.com/office/drawing/2014/main" id="{E261BFA3-35AD-CB4F-B228-EEA929A3FA3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64200" y="4891088"/>
            <a:ext cx="2120900" cy="482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6142" name="Line 32">
            <a:extLst>
              <a:ext uri="{FF2B5EF4-FFF2-40B4-BE49-F238E27FC236}">
                <a16:creationId xmlns:a16="http://schemas.microsoft.com/office/drawing/2014/main" id="{26B17682-5002-8740-BB3B-D06EF6DE142A}"/>
              </a:ext>
            </a:extLst>
          </p:cNvPr>
          <p:cNvSpPr>
            <a:spLocks noChangeShapeType="1"/>
          </p:cNvSpPr>
          <p:nvPr/>
        </p:nvSpPr>
        <p:spPr bwMode="auto">
          <a:xfrm>
            <a:off x="6664325" y="3449638"/>
            <a:ext cx="1182688" cy="12763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6143" name="Line 33">
            <a:extLst>
              <a:ext uri="{FF2B5EF4-FFF2-40B4-BE49-F238E27FC236}">
                <a16:creationId xmlns:a16="http://schemas.microsoft.com/office/drawing/2014/main" id="{247D9B19-29F8-7A43-BE50-80A0AE80112F}"/>
              </a:ext>
            </a:extLst>
          </p:cNvPr>
          <p:cNvSpPr>
            <a:spLocks noChangeShapeType="1"/>
          </p:cNvSpPr>
          <p:nvPr/>
        </p:nvSpPr>
        <p:spPr bwMode="auto">
          <a:xfrm>
            <a:off x="7107239" y="5830889"/>
            <a:ext cx="376237" cy="2174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6144" name="Line 34">
            <a:extLst>
              <a:ext uri="{FF2B5EF4-FFF2-40B4-BE49-F238E27FC236}">
                <a16:creationId xmlns:a16="http://schemas.microsoft.com/office/drawing/2014/main" id="{E5D1B336-A32E-534C-AFC7-DAC60F1229E4}"/>
              </a:ext>
            </a:extLst>
          </p:cNvPr>
          <p:cNvSpPr>
            <a:spLocks noChangeShapeType="1"/>
          </p:cNvSpPr>
          <p:nvPr/>
        </p:nvSpPr>
        <p:spPr bwMode="auto">
          <a:xfrm>
            <a:off x="5992813" y="6126164"/>
            <a:ext cx="1490662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09" name="Text Box 35">
            <a:extLst>
              <a:ext uri="{FF2B5EF4-FFF2-40B4-BE49-F238E27FC236}">
                <a16:creationId xmlns:a16="http://schemas.microsoft.com/office/drawing/2014/main" id="{AD95A96F-3F7F-C844-A173-D85C467622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7413" y="4668838"/>
            <a:ext cx="17843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Alice arrives  …</a:t>
            </a:r>
          </a:p>
        </p:txBody>
      </p:sp>
      <p:sp>
        <p:nvSpPr>
          <p:cNvPr id="176146" name="Line 38">
            <a:extLst>
              <a:ext uri="{FF2B5EF4-FFF2-40B4-BE49-F238E27FC236}">
                <a16:creationId xmlns:a16="http://schemas.microsoft.com/office/drawing/2014/main" id="{0F6AC58D-0ABA-1440-8F99-6A583FE78DF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58101" y="5065713"/>
            <a:ext cx="263525" cy="939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pic>
        <p:nvPicPr>
          <p:cNvPr id="24612" name="Picture 39" descr="Alice">
            <a:extLst>
              <a:ext uri="{FF2B5EF4-FFF2-40B4-BE49-F238E27FC236}">
                <a16:creationId xmlns:a16="http://schemas.microsoft.com/office/drawing/2014/main" id="{2371D9B8-CA8C-F747-99C3-2152D306F43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13113" y="4186239"/>
            <a:ext cx="474662" cy="511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6148" name="Line 42">
            <a:extLst>
              <a:ext uri="{FF2B5EF4-FFF2-40B4-BE49-F238E27FC236}">
                <a16:creationId xmlns:a16="http://schemas.microsoft.com/office/drawing/2014/main" id="{F8169307-DFA4-2240-9A60-81F31A60D34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1663" y="3024188"/>
            <a:ext cx="476250" cy="258762"/>
          </a:xfrm>
          <a:prstGeom prst="line">
            <a:avLst/>
          </a:prstGeom>
          <a:noFill/>
          <a:ln w="9525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6149" name="Rectangle 43">
            <a:extLst>
              <a:ext uri="{FF2B5EF4-FFF2-40B4-BE49-F238E27FC236}">
                <a16:creationId xmlns:a16="http://schemas.microsoft.com/office/drawing/2014/main" id="{05CF056E-FB27-D74D-8D28-3DD97CCCAB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1513" y="1211263"/>
            <a:ext cx="7124700" cy="546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SzPct val="85000"/>
            </a:pPr>
            <a:r>
              <a:rPr lang="en-US" altLang="en-US" sz="2400">
                <a:latin typeface="Arial" panose="020B0604020202020204" pitchFamily="34" charset="0"/>
              </a:rPr>
              <a:t>file divided into 256Kb chunks</a:t>
            </a:r>
          </a:p>
          <a:p>
            <a:pPr>
              <a:lnSpc>
                <a:spcPct val="100000"/>
              </a:lnSpc>
              <a:buSzPct val="85000"/>
            </a:pPr>
            <a:r>
              <a:rPr lang="en-US" altLang="en-US" sz="2400">
                <a:latin typeface="Arial" panose="020B0604020202020204" pitchFamily="34" charset="0"/>
              </a:rPr>
              <a:t>peers in torrent send/receive file chunks</a:t>
            </a:r>
            <a:endParaRPr lang="en-US" altLang="en-US">
              <a:latin typeface="Arial" panose="020B0604020202020204" pitchFamily="34" charset="0"/>
            </a:endParaRPr>
          </a:p>
        </p:txBody>
      </p:sp>
      <p:sp>
        <p:nvSpPr>
          <p:cNvPr id="24629" name="Text Box 35">
            <a:extLst>
              <a:ext uri="{FF2B5EF4-FFF2-40B4-BE49-F238E27FC236}">
                <a16:creationId xmlns:a16="http://schemas.microsoft.com/office/drawing/2014/main" id="{2C02B03E-B7EA-904E-89BA-00F7056297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1700" y="4929188"/>
            <a:ext cx="2292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… obtains list</a:t>
            </a:r>
          </a:p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of peers from tracker</a:t>
            </a:r>
          </a:p>
        </p:txBody>
      </p:sp>
      <p:grpSp>
        <p:nvGrpSpPr>
          <p:cNvPr id="2" name="Group 68">
            <a:extLst>
              <a:ext uri="{FF2B5EF4-FFF2-40B4-BE49-F238E27FC236}">
                <a16:creationId xmlns:a16="http://schemas.microsoft.com/office/drawing/2014/main" id="{5B922D92-1EE0-3846-B653-F2506EC79CA5}"/>
              </a:ext>
            </a:extLst>
          </p:cNvPr>
          <p:cNvGrpSpPr>
            <a:grpSpLocks/>
          </p:cNvGrpSpPr>
          <p:nvPr/>
        </p:nvGrpSpPr>
        <p:grpSpPr bwMode="auto">
          <a:xfrm>
            <a:off x="4305300" y="3473451"/>
            <a:ext cx="3492500" cy="2163763"/>
            <a:chOff x="1752" y="2166"/>
            <a:chExt cx="2200" cy="1363"/>
          </a:xfrm>
        </p:grpSpPr>
        <p:sp>
          <p:nvSpPr>
            <p:cNvPr id="176214" name="Line 22">
              <a:extLst>
                <a:ext uri="{FF2B5EF4-FFF2-40B4-BE49-F238E27FC236}">
                  <a16:creationId xmlns:a16="http://schemas.microsoft.com/office/drawing/2014/main" id="{F00DE08B-5B53-994B-ACAD-82E8FFE338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2" y="2166"/>
              <a:ext cx="361" cy="5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6215" name="Line 23">
              <a:extLst>
                <a:ext uri="{FF2B5EF4-FFF2-40B4-BE49-F238E27FC236}">
                  <a16:creationId xmlns:a16="http://schemas.microsoft.com/office/drawing/2014/main" id="{E34B0378-35FC-CE48-B8BC-AB53E57409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0" y="2352"/>
              <a:ext cx="2182" cy="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6216" name="Line 24">
              <a:extLst>
                <a:ext uri="{FF2B5EF4-FFF2-40B4-BE49-F238E27FC236}">
                  <a16:creationId xmlns:a16="http://schemas.microsoft.com/office/drawing/2014/main" id="{00BCCE58-328C-B644-ACF6-C815BC223E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6" y="2820"/>
              <a:ext cx="1550" cy="7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24645" name="Text Box 35">
            <a:extLst>
              <a:ext uri="{FF2B5EF4-FFF2-40B4-BE49-F238E27FC236}">
                <a16:creationId xmlns:a16="http://schemas.microsoft.com/office/drawing/2014/main" id="{9C16E45B-0C86-6F4D-B179-B3C4FFAAE2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2013" y="5470525"/>
            <a:ext cx="33337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… and begins exchanging </a:t>
            </a:r>
          </a:p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file chunks with peers in torrent</a:t>
            </a:r>
          </a:p>
        </p:txBody>
      </p:sp>
      <p:grpSp>
        <p:nvGrpSpPr>
          <p:cNvPr id="176154" name="Group 71">
            <a:extLst>
              <a:ext uri="{FF2B5EF4-FFF2-40B4-BE49-F238E27FC236}">
                <a16:creationId xmlns:a16="http://schemas.microsoft.com/office/drawing/2014/main" id="{DFEB143C-D689-A94D-A6C9-7590DD29CD44}"/>
              </a:ext>
            </a:extLst>
          </p:cNvPr>
          <p:cNvGrpSpPr>
            <a:grpSpLocks/>
          </p:cNvGrpSpPr>
          <p:nvPr/>
        </p:nvGrpSpPr>
        <p:grpSpPr bwMode="auto">
          <a:xfrm>
            <a:off x="3708401" y="2982914"/>
            <a:ext cx="379413" cy="604837"/>
            <a:chOff x="4140" y="429"/>
            <a:chExt cx="1425" cy="2396"/>
          </a:xfrm>
        </p:grpSpPr>
        <p:sp>
          <p:nvSpPr>
            <p:cNvPr id="176182" name="Freeform 72">
              <a:extLst>
                <a:ext uri="{FF2B5EF4-FFF2-40B4-BE49-F238E27FC236}">
                  <a16:creationId xmlns:a16="http://schemas.microsoft.com/office/drawing/2014/main" id="{E3E92A9F-8103-734A-AD7D-7E45E49A2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19 h 2742"/>
                <a:gd name="T6" fmla="*/ 0 w 354"/>
                <a:gd name="T7" fmla="*/ 20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83" name="Rectangle 73">
              <a:extLst>
                <a:ext uri="{FF2B5EF4-FFF2-40B4-BE49-F238E27FC236}">
                  <a16:creationId xmlns:a16="http://schemas.microsoft.com/office/drawing/2014/main" id="{26A986D6-112E-A548-840F-8676BD2FB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9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6184" name="Freeform 74">
              <a:extLst>
                <a:ext uri="{FF2B5EF4-FFF2-40B4-BE49-F238E27FC236}">
                  <a16:creationId xmlns:a16="http://schemas.microsoft.com/office/drawing/2014/main" id="{B85D3FF8-F3C8-1B4D-B50F-FD198EE99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1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85" name="Freeform 75">
              <a:extLst>
                <a:ext uri="{FF2B5EF4-FFF2-40B4-BE49-F238E27FC236}">
                  <a16:creationId xmlns:a16="http://schemas.microsoft.com/office/drawing/2014/main" id="{7E16C455-B540-074C-8C00-31F5C901F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86" name="Rectangle 76">
              <a:extLst>
                <a:ext uri="{FF2B5EF4-FFF2-40B4-BE49-F238E27FC236}">
                  <a16:creationId xmlns:a16="http://schemas.microsoft.com/office/drawing/2014/main" id="{50D4D343-2E19-7E46-8F09-CB02B5599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76187" name="Group 77">
              <a:extLst>
                <a:ext uri="{FF2B5EF4-FFF2-40B4-BE49-F238E27FC236}">
                  <a16:creationId xmlns:a16="http://schemas.microsoft.com/office/drawing/2014/main" id="{98054239-59E4-FC4A-BACD-A362A7E907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76212" name="AutoShape 78">
                <a:extLst>
                  <a:ext uri="{FF2B5EF4-FFF2-40B4-BE49-F238E27FC236}">
                    <a16:creationId xmlns:a16="http://schemas.microsoft.com/office/drawing/2014/main" id="{D20E64A0-7770-FA47-9E45-A3D1B3E876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9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77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77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6213" name="AutoShape 79">
                <a:extLst>
                  <a:ext uri="{FF2B5EF4-FFF2-40B4-BE49-F238E27FC236}">
                    <a16:creationId xmlns:a16="http://schemas.microsoft.com/office/drawing/2014/main" id="{A1A5FE0E-68BF-734E-8247-3E5BDDA2D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9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77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77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6188" name="Rectangle 80">
              <a:extLst>
                <a:ext uri="{FF2B5EF4-FFF2-40B4-BE49-F238E27FC236}">
                  <a16:creationId xmlns:a16="http://schemas.microsoft.com/office/drawing/2014/main" id="{E9D2EEB3-3BDC-2249-95C6-2B00B2834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20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76189" name="Group 81">
              <a:extLst>
                <a:ext uri="{FF2B5EF4-FFF2-40B4-BE49-F238E27FC236}">
                  <a16:creationId xmlns:a16="http://schemas.microsoft.com/office/drawing/2014/main" id="{47BDCA9B-6B3F-7D44-AD0B-BD5587FD8F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76210" name="AutoShape 82">
                <a:extLst>
                  <a:ext uri="{FF2B5EF4-FFF2-40B4-BE49-F238E27FC236}">
                    <a16:creationId xmlns:a16="http://schemas.microsoft.com/office/drawing/2014/main" id="{AFB4E48A-D562-204A-A2EB-29A029364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9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77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77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6211" name="AutoShape 83">
                <a:extLst>
                  <a:ext uri="{FF2B5EF4-FFF2-40B4-BE49-F238E27FC236}">
                    <a16:creationId xmlns:a16="http://schemas.microsoft.com/office/drawing/2014/main" id="{7B100C65-E02E-D940-B825-5AB9AAE90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77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77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6190" name="Rectangle 84">
              <a:extLst>
                <a:ext uri="{FF2B5EF4-FFF2-40B4-BE49-F238E27FC236}">
                  <a16:creationId xmlns:a16="http://schemas.microsoft.com/office/drawing/2014/main" id="{F9099F63-0BDD-B949-91A9-8BEB6E3B81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6191" name="Rectangle 85">
              <a:extLst>
                <a:ext uri="{FF2B5EF4-FFF2-40B4-BE49-F238E27FC236}">
                  <a16:creationId xmlns:a16="http://schemas.microsoft.com/office/drawing/2014/main" id="{B1FF283C-ACBE-1646-81C8-717A595B7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5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76192" name="Group 86">
              <a:extLst>
                <a:ext uri="{FF2B5EF4-FFF2-40B4-BE49-F238E27FC236}">
                  <a16:creationId xmlns:a16="http://schemas.microsoft.com/office/drawing/2014/main" id="{24524B8F-A7D5-0543-AF96-9C4F418010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76208" name="AutoShape 87">
                <a:extLst>
                  <a:ext uri="{FF2B5EF4-FFF2-40B4-BE49-F238E27FC236}">
                    <a16:creationId xmlns:a16="http://schemas.microsoft.com/office/drawing/2014/main" id="{C68D9CBB-5978-EC40-AD8A-89025C707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82"/>
                <a:ext cx="720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77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77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6209" name="AutoShape 88">
                <a:extLst>
                  <a:ext uri="{FF2B5EF4-FFF2-40B4-BE49-F238E27FC236}">
                    <a16:creationId xmlns:a16="http://schemas.microsoft.com/office/drawing/2014/main" id="{E8EDB07E-DC10-364F-B30B-FC2566412E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8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77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77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6193" name="Freeform 89">
              <a:extLst>
                <a:ext uri="{FF2B5EF4-FFF2-40B4-BE49-F238E27FC236}">
                  <a16:creationId xmlns:a16="http://schemas.microsoft.com/office/drawing/2014/main" id="{0C4A4DFD-1DF2-1246-8A54-9BD910F76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76194" name="Group 90">
              <a:extLst>
                <a:ext uri="{FF2B5EF4-FFF2-40B4-BE49-F238E27FC236}">
                  <a16:creationId xmlns:a16="http://schemas.microsoft.com/office/drawing/2014/main" id="{BE6D093F-F0BB-8E44-AEFA-71C47C5D1A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76206" name="AutoShape 91">
                <a:extLst>
                  <a:ext uri="{FF2B5EF4-FFF2-40B4-BE49-F238E27FC236}">
                    <a16:creationId xmlns:a16="http://schemas.microsoft.com/office/drawing/2014/main" id="{B6DD08E9-0E0D-9746-8CFF-7A5E9447F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77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77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6207" name="AutoShape 92">
                <a:extLst>
                  <a:ext uri="{FF2B5EF4-FFF2-40B4-BE49-F238E27FC236}">
                    <a16:creationId xmlns:a16="http://schemas.microsoft.com/office/drawing/2014/main" id="{90B30566-8F98-E44B-BC9C-194DD3F61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8"/>
                <a:ext cx="706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77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77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6195" name="Rectangle 93">
              <a:extLst>
                <a:ext uri="{FF2B5EF4-FFF2-40B4-BE49-F238E27FC236}">
                  <a16:creationId xmlns:a16="http://schemas.microsoft.com/office/drawing/2014/main" id="{15BE122E-D904-C140-99A4-860B6C447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72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6196" name="Freeform 94">
              <a:extLst>
                <a:ext uri="{FF2B5EF4-FFF2-40B4-BE49-F238E27FC236}">
                  <a16:creationId xmlns:a16="http://schemas.microsoft.com/office/drawing/2014/main" id="{B0227BB9-BB8B-0643-BED9-62ACCD3F3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97" name="Freeform 95">
              <a:extLst>
                <a:ext uri="{FF2B5EF4-FFF2-40B4-BE49-F238E27FC236}">
                  <a16:creationId xmlns:a16="http://schemas.microsoft.com/office/drawing/2014/main" id="{FCAFFB56-E575-7C4D-8B9F-707F4806B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3 h 288"/>
                <a:gd name="T4" fmla="*/ 2 w 304"/>
                <a:gd name="T5" fmla="*/ 3 h 288"/>
                <a:gd name="T6" fmla="*/ 2 w 304"/>
                <a:gd name="T7" fmla="*/ 3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98" name="Oval 96">
              <a:extLst>
                <a:ext uri="{FF2B5EF4-FFF2-40B4-BE49-F238E27FC236}">
                  <a16:creationId xmlns:a16="http://schemas.microsoft.com/office/drawing/2014/main" id="{F3818525-FBE8-E847-8A91-5E5383319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1"/>
              <a:ext cx="48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6199" name="Freeform 97">
              <a:extLst>
                <a:ext uri="{FF2B5EF4-FFF2-40B4-BE49-F238E27FC236}">
                  <a16:creationId xmlns:a16="http://schemas.microsoft.com/office/drawing/2014/main" id="{19BCA55D-5381-8E40-B9A9-E6EC628A2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00" name="AutoShape 98">
              <a:extLst>
                <a:ext uri="{FF2B5EF4-FFF2-40B4-BE49-F238E27FC236}">
                  <a16:creationId xmlns:a16="http://schemas.microsoft.com/office/drawing/2014/main" id="{0D0147DF-F3BB-0545-9B49-64A3E5AE5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8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6201" name="AutoShape 99">
              <a:extLst>
                <a:ext uri="{FF2B5EF4-FFF2-40B4-BE49-F238E27FC236}">
                  <a16:creationId xmlns:a16="http://schemas.microsoft.com/office/drawing/2014/main" id="{7DADE9C4-2159-1A45-8493-3003AD2C4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2"/>
              <a:ext cx="1073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6202" name="Oval 100">
              <a:extLst>
                <a:ext uri="{FF2B5EF4-FFF2-40B4-BE49-F238E27FC236}">
                  <a16:creationId xmlns:a16="http://schemas.microsoft.com/office/drawing/2014/main" id="{380EA696-353D-1441-8AAC-E3FD1ABFB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1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6203" name="Oval 101">
              <a:extLst>
                <a:ext uri="{FF2B5EF4-FFF2-40B4-BE49-F238E27FC236}">
                  <a16:creationId xmlns:a16="http://schemas.microsoft.com/office/drawing/2014/main" id="{C08F26C2-1412-9F46-9B39-BD792515F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5"/>
              <a:ext cx="161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76204" name="Oval 102">
              <a:extLst>
                <a:ext uri="{FF2B5EF4-FFF2-40B4-BE49-F238E27FC236}">
                  <a16:creationId xmlns:a16="http://schemas.microsoft.com/office/drawing/2014/main" id="{199127E4-CB71-2941-9255-167A057D87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5" y="2379"/>
              <a:ext cx="155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6205" name="Rectangle 103">
              <a:extLst>
                <a:ext uri="{FF2B5EF4-FFF2-40B4-BE49-F238E27FC236}">
                  <a16:creationId xmlns:a16="http://schemas.microsoft.com/office/drawing/2014/main" id="{022513A4-DCF8-5444-9E9B-3EBE82476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8"/>
              <a:ext cx="83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8" name="Group 104">
            <a:extLst>
              <a:ext uri="{FF2B5EF4-FFF2-40B4-BE49-F238E27FC236}">
                <a16:creationId xmlns:a16="http://schemas.microsoft.com/office/drawing/2014/main" id="{492C6C0B-C7BA-7E4B-9AB2-E589D544263C}"/>
              </a:ext>
            </a:extLst>
          </p:cNvPr>
          <p:cNvGrpSpPr>
            <a:grpSpLocks/>
          </p:cNvGrpSpPr>
          <p:nvPr/>
        </p:nvGrpSpPr>
        <p:grpSpPr bwMode="auto">
          <a:xfrm>
            <a:off x="3602038" y="4222751"/>
            <a:ext cx="685800" cy="588963"/>
            <a:chOff x="-44" y="1473"/>
            <a:chExt cx="981" cy="1105"/>
          </a:xfrm>
        </p:grpSpPr>
        <p:pic>
          <p:nvPicPr>
            <p:cNvPr id="176180" name="Picture 105" descr="desktop_computer_stylized_medium">
              <a:extLst>
                <a:ext uri="{FF2B5EF4-FFF2-40B4-BE49-F238E27FC236}">
                  <a16:creationId xmlns:a16="http://schemas.microsoft.com/office/drawing/2014/main" id="{5CE4D56C-DF4A-1243-8B9F-740209CA47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6181" name="Freeform 106">
              <a:extLst>
                <a:ext uri="{FF2B5EF4-FFF2-40B4-BE49-F238E27FC236}">
                  <a16:creationId xmlns:a16="http://schemas.microsoft.com/office/drawing/2014/main" id="{2038157C-2896-9B41-B138-C018CB03821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6156" name="Group 107">
            <a:extLst>
              <a:ext uri="{FF2B5EF4-FFF2-40B4-BE49-F238E27FC236}">
                <a16:creationId xmlns:a16="http://schemas.microsoft.com/office/drawing/2014/main" id="{01F08592-BA36-534B-A597-58C7F752C034}"/>
              </a:ext>
            </a:extLst>
          </p:cNvPr>
          <p:cNvGrpSpPr>
            <a:grpSpLocks/>
          </p:cNvGrpSpPr>
          <p:nvPr/>
        </p:nvGrpSpPr>
        <p:grpSpPr bwMode="auto">
          <a:xfrm>
            <a:off x="4972051" y="5235576"/>
            <a:ext cx="728663" cy="620713"/>
            <a:chOff x="-44" y="1473"/>
            <a:chExt cx="981" cy="1105"/>
          </a:xfrm>
        </p:grpSpPr>
        <p:pic>
          <p:nvPicPr>
            <p:cNvPr id="176178" name="Picture 108" descr="desktop_computer_stylized_medium">
              <a:extLst>
                <a:ext uri="{FF2B5EF4-FFF2-40B4-BE49-F238E27FC236}">
                  <a16:creationId xmlns:a16="http://schemas.microsoft.com/office/drawing/2014/main" id="{5B440383-7D84-D846-8E89-DE57F57317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6179" name="Freeform 109">
              <a:extLst>
                <a:ext uri="{FF2B5EF4-FFF2-40B4-BE49-F238E27FC236}">
                  <a16:creationId xmlns:a16="http://schemas.microsoft.com/office/drawing/2014/main" id="{53393A22-0B26-7945-B555-A24B68123CF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6157" name="Group 110">
            <a:extLst>
              <a:ext uri="{FF2B5EF4-FFF2-40B4-BE49-F238E27FC236}">
                <a16:creationId xmlns:a16="http://schemas.microsoft.com/office/drawing/2014/main" id="{23E34A15-03C5-C84A-AE87-C73B14F58D10}"/>
              </a:ext>
            </a:extLst>
          </p:cNvPr>
          <p:cNvGrpSpPr>
            <a:grpSpLocks/>
          </p:cNvGrpSpPr>
          <p:nvPr/>
        </p:nvGrpSpPr>
        <p:grpSpPr bwMode="auto">
          <a:xfrm>
            <a:off x="5254626" y="5813426"/>
            <a:ext cx="728663" cy="620713"/>
            <a:chOff x="-44" y="1473"/>
            <a:chExt cx="981" cy="1105"/>
          </a:xfrm>
        </p:grpSpPr>
        <p:pic>
          <p:nvPicPr>
            <p:cNvPr id="176176" name="Picture 111" descr="desktop_computer_stylized_medium">
              <a:extLst>
                <a:ext uri="{FF2B5EF4-FFF2-40B4-BE49-F238E27FC236}">
                  <a16:creationId xmlns:a16="http://schemas.microsoft.com/office/drawing/2014/main" id="{90795954-ECAD-C947-AB6B-8AB4282057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6177" name="Freeform 112">
              <a:extLst>
                <a:ext uri="{FF2B5EF4-FFF2-40B4-BE49-F238E27FC236}">
                  <a16:creationId xmlns:a16="http://schemas.microsoft.com/office/drawing/2014/main" id="{ADC4C0BB-F4C9-E145-AE7B-F09C66BFC31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6158" name="Group 113">
            <a:extLst>
              <a:ext uri="{FF2B5EF4-FFF2-40B4-BE49-F238E27FC236}">
                <a16:creationId xmlns:a16="http://schemas.microsoft.com/office/drawing/2014/main" id="{CEF8B135-7A4F-AD41-8998-6FF65E4E5DA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888288" y="4659313"/>
            <a:ext cx="728662" cy="620712"/>
            <a:chOff x="-44" y="1473"/>
            <a:chExt cx="981" cy="1105"/>
          </a:xfrm>
        </p:grpSpPr>
        <p:pic>
          <p:nvPicPr>
            <p:cNvPr id="176174" name="Picture 114" descr="desktop_computer_stylized_medium">
              <a:extLst>
                <a:ext uri="{FF2B5EF4-FFF2-40B4-BE49-F238E27FC236}">
                  <a16:creationId xmlns:a16="http://schemas.microsoft.com/office/drawing/2014/main" id="{2E7E39BB-33C1-A748-AF0F-680391173D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6175" name="Freeform 115">
              <a:extLst>
                <a:ext uri="{FF2B5EF4-FFF2-40B4-BE49-F238E27FC236}">
                  <a16:creationId xmlns:a16="http://schemas.microsoft.com/office/drawing/2014/main" id="{EC3FF6FE-A897-C44D-A664-178A677C39C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6159" name="Group 116">
            <a:extLst>
              <a:ext uri="{FF2B5EF4-FFF2-40B4-BE49-F238E27FC236}">
                <a16:creationId xmlns:a16="http://schemas.microsoft.com/office/drawing/2014/main" id="{F6821870-A0C7-BE47-8784-4F3B24F0EA8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40626" y="5997576"/>
            <a:ext cx="728663" cy="620713"/>
            <a:chOff x="-44" y="1473"/>
            <a:chExt cx="981" cy="1105"/>
          </a:xfrm>
        </p:grpSpPr>
        <p:pic>
          <p:nvPicPr>
            <p:cNvPr id="176172" name="Picture 117" descr="desktop_computer_stylized_medium">
              <a:extLst>
                <a:ext uri="{FF2B5EF4-FFF2-40B4-BE49-F238E27FC236}">
                  <a16:creationId xmlns:a16="http://schemas.microsoft.com/office/drawing/2014/main" id="{1C0DB3FA-CB63-0E47-9C30-EECF9C1E36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6173" name="Freeform 118">
              <a:extLst>
                <a:ext uri="{FF2B5EF4-FFF2-40B4-BE49-F238E27FC236}">
                  <a16:creationId xmlns:a16="http://schemas.microsoft.com/office/drawing/2014/main" id="{592F88D6-5754-F647-8C95-2AD53A2C005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6160" name="Group 119">
            <a:extLst>
              <a:ext uri="{FF2B5EF4-FFF2-40B4-BE49-F238E27FC236}">
                <a16:creationId xmlns:a16="http://schemas.microsoft.com/office/drawing/2014/main" id="{80639D34-E6E6-3045-893D-E9EC38980B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42263" y="3471863"/>
            <a:ext cx="728662" cy="620712"/>
            <a:chOff x="-44" y="1473"/>
            <a:chExt cx="981" cy="1105"/>
          </a:xfrm>
        </p:grpSpPr>
        <p:pic>
          <p:nvPicPr>
            <p:cNvPr id="176170" name="Picture 120" descr="desktop_computer_stylized_medium">
              <a:extLst>
                <a:ext uri="{FF2B5EF4-FFF2-40B4-BE49-F238E27FC236}">
                  <a16:creationId xmlns:a16="http://schemas.microsoft.com/office/drawing/2014/main" id="{707642AF-AAAD-C04D-A1D5-3A531319F9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6171" name="Freeform 121">
              <a:extLst>
                <a:ext uri="{FF2B5EF4-FFF2-40B4-BE49-F238E27FC236}">
                  <a16:creationId xmlns:a16="http://schemas.microsoft.com/office/drawing/2014/main" id="{77BE9D96-153C-CA49-9BD9-41A66A766D0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6161" name="Group 122">
            <a:extLst>
              <a:ext uri="{FF2B5EF4-FFF2-40B4-BE49-F238E27FC236}">
                <a16:creationId xmlns:a16="http://schemas.microsoft.com/office/drawing/2014/main" id="{3F5A2D71-D8D3-6C4E-B3B9-2003A58E471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145213" y="2938463"/>
            <a:ext cx="641350" cy="620712"/>
            <a:chOff x="-44" y="1473"/>
            <a:chExt cx="981" cy="1105"/>
          </a:xfrm>
        </p:grpSpPr>
        <p:pic>
          <p:nvPicPr>
            <p:cNvPr id="176168" name="Picture 123" descr="desktop_computer_stylized_medium">
              <a:extLst>
                <a:ext uri="{FF2B5EF4-FFF2-40B4-BE49-F238E27FC236}">
                  <a16:creationId xmlns:a16="http://schemas.microsoft.com/office/drawing/2014/main" id="{1AF8448C-0B87-F544-86AC-38B96693FE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6169" name="Freeform 124">
              <a:extLst>
                <a:ext uri="{FF2B5EF4-FFF2-40B4-BE49-F238E27FC236}">
                  <a16:creationId xmlns:a16="http://schemas.microsoft.com/office/drawing/2014/main" id="{98AFABCA-B755-7447-A984-2182AD6392A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6162" name="Group 125">
            <a:extLst>
              <a:ext uri="{FF2B5EF4-FFF2-40B4-BE49-F238E27FC236}">
                <a16:creationId xmlns:a16="http://schemas.microsoft.com/office/drawing/2014/main" id="{276EE251-9AAE-7140-9CAB-6DCDB091ABF3}"/>
              </a:ext>
            </a:extLst>
          </p:cNvPr>
          <p:cNvGrpSpPr>
            <a:grpSpLocks/>
          </p:cNvGrpSpPr>
          <p:nvPr/>
        </p:nvGrpSpPr>
        <p:grpSpPr bwMode="auto">
          <a:xfrm>
            <a:off x="4535488" y="2928938"/>
            <a:ext cx="728662" cy="620712"/>
            <a:chOff x="-44" y="1473"/>
            <a:chExt cx="981" cy="1105"/>
          </a:xfrm>
        </p:grpSpPr>
        <p:pic>
          <p:nvPicPr>
            <p:cNvPr id="176166" name="Picture 126" descr="desktop_computer_stylized_medium">
              <a:extLst>
                <a:ext uri="{FF2B5EF4-FFF2-40B4-BE49-F238E27FC236}">
                  <a16:creationId xmlns:a16="http://schemas.microsoft.com/office/drawing/2014/main" id="{D46116F4-4390-0C46-BF5F-E2378A019D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6167" name="Freeform 127">
              <a:extLst>
                <a:ext uri="{FF2B5EF4-FFF2-40B4-BE49-F238E27FC236}">
                  <a16:creationId xmlns:a16="http://schemas.microsoft.com/office/drawing/2014/main" id="{918455BF-99E7-4747-876E-226E5DFB6C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6163" name="Group 129">
            <a:extLst>
              <a:ext uri="{FF2B5EF4-FFF2-40B4-BE49-F238E27FC236}">
                <a16:creationId xmlns:a16="http://schemas.microsoft.com/office/drawing/2014/main" id="{DA97B65E-21B9-194B-A732-A03BEB397E73}"/>
              </a:ext>
            </a:extLst>
          </p:cNvPr>
          <p:cNvGrpSpPr>
            <a:grpSpLocks/>
          </p:cNvGrpSpPr>
          <p:nvPr/>
        </p:nvGrpSpPr>
        <p:grpSpPr bwMode="auto">
          <a:xfrm>
            <a:off x="6635750" y="5541963"/>
            <a:ext cx="490538" cy="412750"/>
            <a:chOff x="-44" y="1473"/>
            <a:chExt cx="981" cy="1105"/>
          </a:xfrm>
        </p:grpSpPr>
        <p:pic>
          <p:nvPicPr>
            <p:cNvPr id="176164" name="Picture 130" descr="desktop_computer_stylized_medium">
              <a:extLst>
                <a:ext uri="{FF2B5EF4-FFF2-40B4-BE49-F238E27FC236}">
                  <a16:creationId xmlns:a16="http://schemas.microsoft.com/office/drawing/2014/main" id="{C0DF6C83-9879-1B4A-A4B2-FCC21F17A6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6165" name="Freeform 131">
              <a:extLst>
                <a:ext uri="{FF2B5EF4-FFF2-40B4-BE49-F238E27FC236}">
                  <a16:creationId xmlns:a16="http://schemas.microsoft.com/office/drawing/2014/main" id="{30F09D70-7AF5-E742-A93D-02F70F61FB7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661797623"/>
      </p:ext>
    </p:extLst>
  </p:cSld>
  <p:clrMapOvr>
    <a:masterClrMapping/>
  </p:clrMapOvr>
  <p:transition spd="slow"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24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4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1000"/>
                                        <p:tgtEl>
                                          <p:spTgt spid="246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4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1000"/>
                                        <p:tgtEl>
                                          <p:spTgt spid="246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1" dur="500"/>
                                        <p:tgtEl>
                                          <p:spTgt spid="245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609" grpId="0"/>
      <p:bldP spid="24629" grpId="0"/>
      <p:bldP spid="24645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78" name="Rectangle 8">
            <a:extLst>
              <a:ext uri="{FF2B5EF4-FFF2-40B4-BE49-F238E27FC236}">
                <a16:creationId xmlns:a16="http://schemas.microsoft.com/office/drawing/2014/main" id="{E48169C9-D2B2-6E45-943E-E7070587DC6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sz="1200" kern="1200">
                <a:solidFill>
                  <a:schemeClr val="tx1"/>
                </a:solidFill>
                <a:latin typeface="Tahoma" charset="0"/>
                <a:ea typeface="ＭＳ Ｐゴシック" charset="0"/>
                <a:cs typeface="ＭＳ Ｐゴシック" charset="0"/>
              </a:defRPr>
            </a:lvl1pPr>
            <a:lvl2pPr marL="4572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2pPr>
            <a:lvl3pPr marL="9144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3pPr>
            <a:lvl4pPr marL="1371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4pPr>
            <a:lvl5pPr marL="18288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defRPr/>
            </a:pPr>
            <a:fld id="{F9CF3EC9-FCE7-224A-A96A-1847684BB860}" type="slidenum">
              <a:rPr lang="en-US" smtClean="0"/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  <a:defRPr/>
              </a:pPr>
              <a:t>100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78179" name="Rectangle 3">
            <a:extLst>
              <a:ext uri="{FF2B5EF4-FFF2-40B4-BE49-F238E27FC236}">
                <a16:creationId xmlns:a16="http://schemas.microsoft.com/office/drawing/2014/main" id="{00A9022B-0B8E-C04D-97B6-C9B310322388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1936751" y="1471613"/>
            <a:ext cx="4475163" cy="2457450"/>
          </a:xfrm>
        </p:spPr>
        <p:txBody>
          <a:bodyPr>
            <a:normAutofit fontScale="92500"/>
          </a:bodyPr>
          <a:lstStyle/>
          <a:p>
            <a:r>
              <a:rPr lang="en-US" altLang="en-US" sz="2400">
                <a:latin typeface="Gill Sans MT" panose="020B0502020104020203" pitchFamily="34" charset="77"/>
                <a:ea typeface="ＭＳ Ｐゴシック" panose="020B0600070205080204" pitchFamily="34" charset="-128"/>
              </a:rPr>
              <a:t>peer joining torrent: </a:t>
            </a:r>
          </a:p>
          <a:p>
            <a:pPr lvl="1"/>
            <a:r>
              <a:rPr lang="en-US" altLang="en-US">
                <a:latin typeface="Gill Sans MT" panose="020B0502020104020203" pitchFamily="34" charset="77"/>
                <a:ea typeface="ＭＳ Ｐゴシック" panose="020B0600070205080204" pitchFamily="34" charset="-128"/>
              </a:rPr>
              <a:t>has no chunks, but will accumulate them over time from other peers</a:t>
            </a:r>
          </a:p>
          <a:p>
            <a:pPr lvl="1"/>
            <a:r>
              <a:rPr lang="en-US" altLang="en-US">
                <a:latin typeface="Gill Sans MT" panose="020B0502020104020203" pitchFamily="34" charset="77"/>
                <a:ea typeface="ＭＳ Ｐゴシック" panose="020B0600070205080204" pitchFamily="34" charset="-128"/>
              </a:rPr>
              <a:t>registers with tracker to get list of peers, connects to subset of peers (</a:t>
            </a:r>
            <a:r>
              <a:rPr lang="ja-JP" altLang="en-US">
                <a:latin typeface="Gill Sans MT" panose="020B0502020104020203" pitchFamily="34" charset="77"/>
                <a:ea typeface="ＭＳ Ｐゴシック" panose="020B0600070205080204" pitchFamily="34" charset="-128"/>
              </a:rPr>
              <a:t>“</a:t>
            </a:r>
            <a:r>
              <a:rPr lang="en-US" altLang="ja-JP">
                <a:latin typeface="Gill Sans MT" panose="020B0502020104020203" pitchFamily="34" charset="77"/>
                <a:ea typeface="ＭＳ Ｐゴシック" panose="020B0600070205080204" pitchFamily="34" charset="-128"/>
              </a:rPr>
              <a:t>neighbors</a:t>
            </a:r>
            <a:r>
              <a:rPr lang="ja-JP" altLang="en-US">
                <a:latin typeface="Gill Sans MT" panose="020B0502020104020203" pitchFamily="34" charset="77"/>
                <a:ea typeface="ＭＳ Ｐゴシック" panose="020B0600070205080204" pitchFamily="34" charset="-128"/>
              </a:rPr>
              <a:t>”</a:t>
            </a:r>
            <a:r>
              <a:rPr lang="en-US" altLang="ja-JP">
                <a:latin typeface="Gill Sans MT" panose="020B0502020104020203" pitchFamily="34" charset="77"/>
                <a:ea typeface="ＭＳ Ｐゴシック" panose="020B0600070205080204" pitchFamily="34" charset="-128"/>
              </a:rPr>
              <a:t>)</a:t>
            </a:r>
            <a:endParaRPr lang="en-US" altLang="en-US"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</p:txBody>
      </p:sp>
      <p:sp>
        <p:nvSpPr>
          <p:cNvPr id="178180" name="Rectangle 2">
            <a:extLst>
              <a:ext uri="{FF2B5EF4-FFF2-40B4-BE49-F238E27FC236}">
                <a16:creationId xmlns:a16="http://schemas.microsoft.com/office/drawing/2014/main" id="{33A05672-8CB0-7549-B79C-58660441D0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5163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 dirty="0">
                <a:solidFill>
                  <a:srgbClr val="000099"/>
                </a:solidFill>
              </a:rPr>
              <a:t>P2P file distribution: BitTorrent </a:t>
            </a:r>
          </a:p>
        </p:txBody>
      </p:sp>
      <p:sp>
        <p:nvSpPr>
          <p:cNvPr id="178182" name="Rectangle 3">
            <a:extLst>
              <a:ext uri="{FF2B5EF4-FFF2-40B4-BE49-F238E27FC236}">
                <a16:creationId xmlns:a16="http://schemas.microsoft.com/office/drawing/2014/main" id="{89A518E1-8FED-814A-8777-43EBE08925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66913" y="4221164"/>
            <a:ext cx="8120062" cy="2338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/>
              <a:t>while downloading, peer uploads chunks to other peers</a:t>
            </a:r>
          </a:p>
          <a:p>
            <a:r>
              <a:rPr lang="en-US" altLang="en-US" sz="2400"/>
              <a:t>peer may change peers with whom it exchanges chunks</a:t>
            </a:r>
          </a:p>
          <a:p>
            <a:r>
              <a:rPr lang="en-US" altLang="en-US" sz="2400" i="1">
                <a:solidFill>
                  <a:srgbClr val="CC0000"/>
                </a:solidFill>
              </a:rPr>
              <a:t>churn:</a:t>
            </a:r>
            <a:r>
              <a:rPr lang="en-US" altLang="en-US" sz="2400"/>
              <a:t> peers may come and go</a:t>
            </a:r>
          </a:p>
          <a:p>
            <a:r>
              <a:rPr lang="en-US" altLang="en-US" sz="2400"/>
              <a:t>once peer has entire file, it may (selfishly) leave or (altruistically) remain in torrent</a:t>
            </a:r>
          </a:p>
        </p:txBody>
      </p:sp>
      <p:sp>
        <p:nvSpPr>
          <p:cNvPr id="178183" name="Line 25">
            <a:extLst>
              <a:ext uri="{FF2B5EF4-FFF2-40B4-BE49-F238E27FC236}">
                <a16:creationId xmlns:a16="http://schemas.microsoft.com/office/drawing/2014/main" id="{CA0A337A-6CF5-5D4F-BD60-681B0A996E25}"/>
              </a:ext>
            </a:extLst>
          </p:cNvPr>
          <p:cNvSpPr>
            <a:spLocks noChangeShapeType="1"/>
          </p:cNvSpPr>
          <p:nvPr/>
        </p:nvSpPr>
        <p:spPr bwMode="auto">
          <a:xfrm>
            <a:off x="7769226" y="1646239"/>
            <a:ext cx="1736725" cy="8794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8184" name="Line 26">
            <a:extLst>
              <a:ext uri="{FF2B5EF4-FFF2-40B4-BE49-F238E27FC236}">
                <a16:creationId xmlns:a16="http://schemas.microsoft.com/office/drawing/2014/main" id="{D2D641FD-8B5D-3347-9A4E-269DE2A31BC6}"/>
              </a:ext>
            </a:extLst>
          </p:cNvPr>
          <p:cNvSpPr>
            <a:spLocks noChangeShapeType="1"/>
          </p:cNvSpPr>
          <p:nvPr/>
        </p:nvSpPr>
        <p:spPr bwMode="auto">
          <a:xfrm>
            <a:off x="7631114" y="1739901"/>
            <a:ext cx="168275" cy="11334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8185" name="Line 27">
            <a:extLst>
              <a:ext uri="{FF2B5EF4-FFF2-40B4-BE49-F238E27FC236}">
                <a16:creationId xmlns:a16="http://schemas.microsoft.com/office/drawing/2014/main" id="{907804A8-907B-3942-B9B5-5C59E11FF4E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747125" y="1590675"/>
            <a:ext cx="795338" cy="190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8186" name="Line 28">
            <a:extLst>
              <a:ext uri="{FF2B5EF4-FFF2-40B4-BE49-F238E27FC236}">
                <a16:creationId xmlns:a16="http://schemas.microsoft.com/office/drawing/2014/main" id="{357FB442-1E75-4E4E-8A77-AD0AA863A12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91501" y="1925639"/>
            <a:ext cx="1389063" cy="12398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8187" name="Line 29">
            <a:extLst>
              <a:ext uri="{FF2B5EF4-FFF2-40B4-BE49-F238E27FC236}">
                <a16:creationId xmlns:a16="http://schemas.microsoft.com/office/drawing/2014/main" id="{E9BC5351-C774-094E-9562-CC265A32321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50239" y="3152775"/>
            <a:ext cx="504825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8188" name="Line 30">
            <a:extLst>
              <a:ext uri="{FF2B5EF4-FFF2-40B4-BE49-F238E27FC236}">
                <a16:creationId xmlns:a16="http://schemas.microsoft.com/office/drawing/2014/main" id="{4CD43D34-718F-9947-AFEE-6171FAFFD55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923214" y="1714501"/>
            <a:ext cx="612775" cy="10461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8189" name="Line 31">
            <a:extLst>
              <a:ext uri="{FF2B5EF4-FFF2-40B4-BE49-F238E27FC236}">
                <a16:creationId xmlns:a16="http://schemas.microsoft.com/office/drawing/2014/main" id="{E805D08C-9225-6245-AFA0-506E1E48F11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35925" y="2579689"/>
            <a:ext cx="1443038" cy="3016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8190" name="Line 32">
            <a:extLst>
              <a:ext uri="{FF2B5EF4-FFF2-40B4-BE49-F238E27FC236}">
                <a16:creationId xmlns:a16="http://schemas.microsoft.com/office/drawing/2014/main" id="{E3515432-3074-5546-9204-2D811703EC9C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6963" y="1679576"/>
            <a:ext cx="804862" cy="796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8191" name="Line 33">
            <a:extLst>
              <a:ext uri="{FF2B5EF4-FFF2-40B4-BE49-F238E27FC236}">
                <a16:creationId xmlns:a16="http://schemas.microsoft.com/office/drawing/2014/main" id="{5B8BD5A4-5954-2A48-8BE2-BBE0EC18092E}"/>
              </a:ext>
            </a:extLst>
          </p:cNvPr>
          <p:cNvSpPr>
            <a:spLocks noChangeShapeType="1"/>
          </p:cNvSpPr>
          <p:nvPr/>
        </p:nvSpPr>
        <p:spPr bwMode="auto">
          <a:xfrm>
            <a:off x="9018589" y="3165476"/>
            <a:ext cx="255587" cy="136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8192" name="Line 34">
            <a:extLst>
              <a:ext uri="{FF2B5EF4-FFF2-40B4-BE49-F238E27FC236}">
                <a16:creationId xmlns:a16="http://schemas.microsoft.com/office/drawing/2014/main" id="{AC2AF364-9DDD-D34A-B810-3AAEC96ED11B}"/>
              </a:ext>
            </a:extLst>
          </p:cNvPr>
          <p:cNvSpPr>
            <a:spLocks noChangeShapeType="1"/>
          </p:cNvSpPr>
          <p:nvPr/>
        </p:nvSpPr>
        <p:spPr bwMode="auto">
          <a:xfrm>
            <a:off x="8259763" y="3351213"/>
            <a:ext cx="10144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8193" name="Line 38">
            <a:extLst>
              <a:ext uri="{FF2B5EF4-FFF2-40B4-BE49-F238E27FC236}">
                <a16:creationId xmlns:a16="http://schemas.microsoft.com/office/drawing/2014/main" id="{F1C7D808-5A55-3249-B467-EC393D42A29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393239" y="2689225"/>
            <a:ext cx="179387" cy="5857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pic>
        <p:nvPicPr>
          <p:cNvPr id="178194" name="Picture 39" descr="Alice">
            <a:extLst>
              <a:ext uri="{FF2B5EF4-FFF2-40B4-BE49-F238E27FC236}">
                <a16:creationId xmlns:a16="http://schemas.microsoft.com/office/drawing/2014/main" id="{FD0EEDC1-30FD-944F-B596-5E3C6749C9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35725" y="2139950"/>
            <a:ext cx="323850" cy="319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8195" name="Group 70">
            <a:extLst>
              <a:ext uri="{FF2B5EF4-FFF2-40B4-BE49-F238E27FC236}">
                <a16:creationId xmlns:a16="http://schemas.microsoft.com/office/drawing/2014/main" id="{A57137AB-3EE9-A84C-B00D-6C68C74B7D96}"/>
              </a:ext>
            </a:extLst>
          </p:cNvPr>
          <p:cNvGrpSpPr>
            <a:grpSpLocks/>
          </p:cNvGrpSpPr>
          <p:nvPr/>
        </p:nvGrpSpPr>
        <p:grpSpPr bwMode="auto">
          <a:xfrm>
            <a:off x="7110414" y="1693863"/>
            <a:ext cx="2378075" cy="1350962"/>
            <a:chOff x="1752" y="2166"/>
            <a:chExt cx="2200" cy="1363"/>
          </a:xfrm>
        </p:grpSpPr>
        <p:sp>
          <p:nvSpPr>
            <p:cNvPr id="178256" name="Line 22">
              <a:extLst>
                <a:ext uri="{FF2B5EF4-FFF2-40B4-BE49-F238E27FC236}">
                  <a16:creationId xmlns:a16="http://schemas.microsoft.com/office/drawing/2014/main" id="{EA6E9AD5-8171-2341-8E0E-9F5D79989B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2" y="2166"/>
              <a:ext cx="361" cy="5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8257" name="Line 23">
              <a:extLst>
                <a:ext uri="{FF2B5EF4-FFF2-40B4-BE49-F238E27FC236}">
                  <a16:creationId xmlns:a16="http://schemas.microsoft.com/office/drawing/2014/main" id="{836B8CD2-F12B-0C4F-B872-1AD242AFFC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0" y="2352"/>
              <a:ext cx="2182" cy="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8258" name="Line 24">
              <a:extLst>
                <a:ext uri="{FF2B5EF4-FFF2-40B4-BE49-F238E27FC236}">
                  <a16:creationId xmlns:a16="http://schemas.microsoft.com/office/drawing/2014/main" id="{E140FC79-21C3-3648-BD3D-1A16A82D00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6" y="2820"/>
              <a:ext cx="1550" cy="7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78196" name="Group 74">
            <a:extLst>
              <a:ext uri="{FF2B5EF4-FFF2-40B4-BE49-F238E27FC236}">
                <a16:creationId xmlns:a16="http://schemas.microsoft.com/office/drawing/2014/main" id="{203CDD6E-12C6-344B-9DC1-4A4C6046E3EA}"/>
              </a:ext>
            </a:extLst>
          </p:cNvPr>
          <p:cNvGrpSpPr>
            <a:grpSpLocks/>
          </p:cNvGrpSpPr>
          <p:nvPr/>
        </p:nvGrpSpPr>
        <p:grpSpPr bwMode="auto">
          <a:xfrm>
            <a:off x="6769100" y="1374776"/>
            <a:ext cx="292100" cy="517525"/>
            <a:chOff x="4140" y="429"/>
            <a:chExt cx="1425" cy="2396"/>
          </a:xfrm>
        </p:grpSpPr>
        <p:sp>
          <p:nvSpPr>
            <p:cNvPr id="178224" name="Freeform 75">
              <a:extLst>
                <a:ext uri="{FF2B5EF4-FFF2-40B4-BE49-F238E27FC236}">
                  <a16:creationId xmlns:a16="http://schemas.microsoft.com/office/drawing/2014/main" id="{F4A70014-2964-6449-BB40-3E0A56843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19 h 2742"/>
                <a:gd name="T6" fmla="*/ 0 w 354"/>
                <a:gd name="T7" fmla="*/ 20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25" name="Rectangle 76">
              <a:extLst>
                <a:ext uri="{FF2B5EF4-FFF2-40B4-BE49-F238E27FC236}">
                  <a16:creationId xmlns:a16="http://schemas.microsoft.com/office/drawing/2014/main" id="{1C96D6D8-5132-484E-BCDB-011E61DC2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8226" name="Freeform 77">
              <a:extLst>
                <a:ext uri="{FF2B5EF4-FFF2-40B4-BE49-F238E27FC236}">
                  <a16:creationId xmlns:a16="http://schemas.microsoft.com/office/drawing/2014/main" id="{C801ED24-4F29-2E44-AF39-AF29D9BEB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1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27" name="Freeform 78">
              <a:extLst>
                <a:ext uri="{FF2B5EF4-FFF2-40B4-BE49-F238E27FC236}">
                  <a16:creationId xmlns:a16="http://schemas.microsoft.com/office/drawing/2014/main" id="{FE0FBEE6-524A-0C45-A306-983A2B457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28" name="Rectangle 79">
              <a:extLst>
                <a:ext uri="{FF2B5EF4-FFF2-40B4-BE49-F238E27FC236}">
                  <a16:creationId xmlns:a16="http://schemas.microsoft.com/office/drawing/2014/main" id="{AA0C9201-2C0F-AC48-A51A-1E48EDF5B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4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78229" name="Group 80">
              <a:extLst>
                <a:ext uri="{FF2B5EF4-FFF2-40B4-BE49-F238E27FC236}">
                  <a16:creationId xmlns:a16="http://schemas.microsoft.com/office/drawing/2014/main" id="{43309E72-2BC5-494B-9690-F6B7ED03C5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78254" name="AutoShape 81">
                <a:extLst>
                  <a:ext uri="{FF2B5EF4-FFF2-40B4-BE49-F238E27FC236}">
                    <a16:creationId xmlns:a16="http://schemas.microsoft.com/office/drawing/2014/main" id="{7C14516A-D278-DB47-8C3A-B6B7FE9F50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71"/>
                <a:ext cx="725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77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77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8255" name="AutoShape 82">
                <a:extLst>
                  <a:ext uri="{FF2B5EF4-FFF2-40B4-BE49-F238E27FC236}">
                    <a16:creationId xmlns:a16="http://schemas.microsoft.com/office/drawing/2014/main" id="{B9A15A83-728A-AC42-A420-65484FD854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7" y="2585"/>
                <a:ext cx="686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77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77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8230" name="Rectangle 83">
              <a:extLst>
                <a:ext uri="{FF2B5EF4-FFF2-40B4-BE49-F238E27FC236}">
                  <a16:creationId xmlns:a16="http://schemas.microsoft.com/office/drawing/2014/main" id="{B1037616-1861-B745-A00F-E4319B5CF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7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78231" name="Group 84">
              <a:extLst>
                <a:ext uri="{FF2B5EF4-FFF2-40B4-BE49-F238E27FC236}">
                  <a16:creationId xmlns:a16="http://schemas.microsoft.com/office/drawing/2014/main" id="{85A22D45-670B-9941-8453-45EC3BD8EC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78252" name="AutoShape 85">
                <a:extLst>
                  <a:ext uri="{FF2B5EF4-FFF2-40B4-BE49-F238E27FC236}">
                    <a16:creationId xmlns:a16="http://schemas.microsoft.com/office/drawing/2014/main" id="{E724F9EA-6274-4545-B166-A74C963EF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0" y="2569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77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77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8253" name="AutoShape 86">
                <a:extLst>
                  <a:ext uri="{FF2B5EF4-FFF2-40B4-BE49-F238E27FC236}">
                    <a16:creationId xmlns:a16="http://schemas.microsoft.com/office/drawing/2014/main" id="{51D0363B-B7BC-2A4F-92E4-C8768ADAD0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77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77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8232" name="Rectangle 87">
              <a:extLst>
                <a:ext uri="{FF2B5EF4-FFF2-40B4-BE49-F238E27FC236}">
                  <a16:creationId xmlns:a16="http://schemas.microsoft.com/office/drawing/2014/main" id="{1CEC4A2A-ADBB-3845-BE1E-0AAB91E051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5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8233" name="Rectangle 88">
              <a:extLst>
                <a:ext uri="{FF2B5EF4-FFF2-40B4-BE49-F238E27FC236}">
                  <a16:creationId xmlns:a16="http://schemas.microsoft.com/office/drawing/2014/main" id="{652F3F02-D239-1948-97F7-15B90D5B7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6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78234" name="Group 89">
              <a:extLst>
                <a:ext uri="{FF2B5EF4-FFF2-40B4-BE49-F238E27FC236}">
                  <a16:creationId xmlns:a16="http://schemas.microsoft.com/office/drawing/2014/main" id="{589900B2-FFF0-7446-91C7-1AFA186ECB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78250" name="AutoShape 90">
                <a:extLst>
                  <a:ext uri="{FF2B5EF4-FFF2-40B4-BE49-F238E27FC236}">
                    <a16:creationId xmlns:a16="http://schemas.microsoft.com/office/drawing/2014/main" id="{8B13A9E0-AFAB-924C-96E4-CC8F4EB31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4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77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77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8251" name="AutoShape 91">
                <a:extLst>
                  <a:ext uri="{FF2B5EF4-FFF2-40B4-BE49-F238E27FC236}">
                    <a16:creationId xmlns:a16="http://schemas.microsoft.com/office/drawing/2014/main" id="{A9245AE5-6AF6-9D40-AFDA-B029A5BC4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2582"/>
                <a:ext cx="68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77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77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8235" name="Freeform 92">
              <a:extLst>
                <a:ext uri="{FF2B5EF4-FFF2-40B4-BE49-F238E27FC236}">
                  <a16:creationId xmlns:a16="http://schemas.microsoft.com/office/drawing/2014/main" id="{2A8530B0-8AA4-9C46-B154-080ECF939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78236" name="Group 93">
              <a:extLst>
                <a:ext uri="{FF2B5EF4-FFF2-40B4-BE49-F238E27FC236}">
                  <a16:creationId xmlns:a16="http://schemas.microsoft.com/office/drawing/2014/main" id="{5DF69F8F-67E5-2148-8F04-FEBC85EB2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78248" name="AutoShape 94">
                <a:extLst>
                  <a:ext uri="{FF2B5EF4-FFF2-40B4-BE49-F238E27FC236}">
                    <a16:creationId xmlns:a16="http://schemas.microsoft.com/office/drawing/2014/main" id="{AEB33981-F128-3D4F-9345-F0FCE6B1D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77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77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8249" name="AutoShape 95">
                <a:extLst>
                  <a:ext uri="{FF2B5EF4-FFF2-40B4-BE49-F238E27FC236}">
                    <a16:creationId xmlns:a16="http://schemas.microsoft.com/office/drawing/2014/main" id="{63274C37-4D78-0644-8070-EDA4B4FD44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1"/>
                <a:ext cx="68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77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77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8237" name="Rectangle 96">
              <a:extLst>
                <a:ext uri="{FF2B5EF4-FFF2-40B4-BE49-F238E27FC236}">
                  <a16:creationId xmlns:a16="http://schemas.microsoft.com/office/drawing/2014/main" id="{FA5C6C65-C92D-E94E-AA6A-60085ACAD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7" y="429"/>
              <a:ext cx="70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8238" name="Freeform 97">
              <a:extLst>
                <a:ext uri="{FF2B5EF4-FFF2-40B4-BE49-F238E27FC236}">
                  <a16:creationId xmlns:a16="http://schemas.microsoft.com/office/drawing/2014/main" id="{A2AD96C0-0A9F-F746-96A1-8D0999953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39" name="Freeform 98">
              <a:extLst>
                <a:ext uri="{FF2B5EF4-FFF2-40B4-BE49-F238E27FC236}">
                  <a16:creationId xmlns:a16="http://schemas.microsoft.com/office/drawing/2014/main" id="{EACCF16F-AEFB-F34A-A4DD-CE64658A6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3 h 288"/>
                <a:gd name="T4" fmla="*/ 2 w 304"/>
                <a:gd name="T5" fmla="*/ 3 h 288"/>
                <a:gd name="T6" fmla="*/ 2 w 304"/>
                <a:gd name="T7" fmla="*/ 3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40" name="Oval 99">
              <a:extLst>
                <a:ext uri="{FF2B5EF4-FFF2-40B4-BE49-F238E27FC236}">
                  <a16:creationId xmlns:a16="http://schemas.microsoft.com/office/drawing/2014/main" id="{B8BF07C3-2E1A-654C-9770-7C07B5BFE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2"/>
              <a:ext cx="46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8241" name="Freeform 100">
              <a:extLst>
                <a:ext uri="{FF2B5EF4-FFF2-40B4-BE49-F238E27FC236}">
                  <a16:creationId xmlns:a16="http://schemas.microsoft.com/office/drawing/2014/main" id="{A9134E44-CFD7-E542-98E3-08C243C8B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42" name="AutoShape 101">
              <a:extLst>
                <a:ext uri="{FF2B5EF4-FFF2-40B4-BE49-F238E27FC236}">
                  <a16:creationId xmlns:a16="http://schemas.microsoft.com/office/drawing/2014/main" id="{B1379202-0D98-094C-B5EF-1CDB2ADC1E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0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8243" name="AutoShape 102">
              <a:extLst>
                <a:ext uri="{FF2B5EF4-FFF2-40B4-BE49-F238E27FC236}">
                  <a16:creationId xmlns:a16="http://schemas.microsoft.com/office/drawing/2014/main" id="{FEE2A166-6B5E-3043-BEC7-70DD759DB6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07"/>
              <a:ext cx="1069" cy="8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8244" name="Oval 103">
              <a:extLst>
                <a:ext uri="{FF2B5EF4-FFF2-40B4-BE49-F238E27FC236}">
                  <a16:creationId xmlns:a16="http://schemas.microsoft.com/office/drawing/2014/main" id="{A050A781-0C17-F24B-8BE6-DAB12A82B5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4"/>
              <a:ext cx="155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8245" name="Oval 104">
              <a:extLst>
                <a:ext uri="{FF2B5EF4-FFF2-40B4-BE49-F238E27FC236}">
                  <a16:creationId xmlns:a16="http://schemas.microsoft.com/office/drawing/2014/main" id="{A4C65365-4172-D441-96D3-11B4ECA974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4"/>
              <a:ext cx="155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78246" name="Oval 105">
              <a:extLst>
                <a:ext uri="{FF2B5EF4-FFF2-40B4-BE49-F238E27FC236}">
                  <a16:creationId xmlns:a16="http://schemas.microsoft.com/office/drawing/2014/main" id="{63E98058-41B0-2041-B7C0-65D2D159D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" y="2384"/>
              <a:ext cx="163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8247" name="Rectangle 106">
              <a:extLst>
                <a:ext uri="{FF2B5EF4-FFF2-40B4-BE49-F238E27FC236}">
                  <a16:creationId xmlns:a16="http://schemas.microsoft.com/office/drawing/2014/main" id="{BB6E852B-7934-E848-9586-0E4AAC89E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5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77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78197" name="Group 107">
            <a:extLst>
              <a:ext uri="{FF2B5EF4-FFF2-40B4-BE49-F238E27FC236}">
                <a16:creationId xmlns:a16="http://schemas.microsoft.com/office/drawing/2014/main" id="{4199AED2-EAA7-CF4A-B125-FABD2CEF66F7}"/>
              </a:ext>
            </a:extLst>
          </p:cNvPr>
          <p:cNvGrpSpPr>
            <a:grpSpLocks/>
          </p:cNvGrpSpPr>
          <p:nvPr/>
        </p:nvGrpSpPr>
        <p:grpSpPr bwMode="auto">
          <a:xfrm>
            <a:off x="7835901" y="3176588"/>
            <a:ext cx="434975" cy="349250"/>
            <a:chOff x="-44" y="1473"/>
            <a:chExt cx="981" cy="1105"/>
          </a:xfrm>
        </p:grpSpPr>
        <p:pic>
          <p:nvPicPr>
            <p:cNvPr id="178222" name="Picture 108" descr="desktop_computer_stylized_medium">
              <a:extLst>
                <a:ext uri="{FF2B5EF4-FFF2-40B4-BE49-F238E27FC236}">
                  <a16:creationId xmlns:a16="http://schemas.microsoft.com/office/drawing/2014/main" id="{D1F6475A-36A6-5C46-AA43-DA7B25BDEA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8223" name="Freeform 109">
              <a:extLst>
                <a:ext uri="{FF2B5EF4-FFF2-40B4-BE49-F238E27FC236}">
                  <a16:creationId xmlns:a16="http://schemas.microsoft.com/office/drawing/2014/main" id="{FA619949-A690-F646-ADAF-8641F2F4AAB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8198" name="Group 110">
            <a:extLst>
              <a:ext uri="{FF2B5EF4-FFF2-40B4-BE49-F238E27FC236}">
                <a16:creationId xmlns:a16="http://schemas.microsoft.com/office/drawing/2014/main" id="{95ABC4D0-9A1A-4E48-B300-ECA862D2234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240839" y="3252788"/>
            <a:ext cx="434975" cy="349250"/>
            <a:chOff x="-44" y="1473"/>
            <a:chExt cx="981" cy="1105"/>
          </a:xfrm>
        </p:grpSpPr>
        <p:pic>
          <p:nvPicPr>
            <p:cNvPr id="178220" name="Picture 111" descr="desktop_computer_stylized_medium">
              <a:extLst>
                <a:ext uri="{FF2B5EF4-FFF2-40B4-BE49-F238E27FC236}">
                  <a16:creationId xmlns:a16="http://schemas.microsoft.com/office/drawing/2014/main" id="{A630A735-F335-DF41-B879-B4287F6FE4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8221" name="Freeform 112">
              <a:extLst>
                <a:ext uri="{FF2B5EF4-FFF2-40B4-BE49-F238E27FC236}">
                  <a16:creationId xmlns:a16="http://schemas.microsoft.com/office/drawing/2014/main" id="{1C410DB8-338C-5041-B513-24B15FE7C8B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8199" name="Group 113">
            <a:extLst>
              <a:ext uri="{FF2B5EF4-FFF2-40B4-BE49-F238E27FC236}">
                <a16:creationId xmlns:a16="http://schemas.microsoft.com/office/drawing/2014/main" id="{5F6D6524-56D9-CF44-A448-AF110F5FFD8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512301" y="2457450"/>
            <a:ext cx="434975" cy="349250"/>
            <a:chOff x="-44" y="1473"/>
            <a:chExt cx="981" cy="1105"/>
          </a:xfrm>
        </p:grpSpPr>
        <p:pic>
          <p:nvPicPr>
            <p:cNvPr id="178218" name="Picture 114" descr="desktop_computer_stylized_medium">
              <a:extLst>
                <a:ext uri="{FF2B5EF4-FFF2-40B4-BE49-F238E27FC236}">
                  <a16:creationId xmlns:a16="http://schemas.microsoft.com/office/drawing/2014/main" id="{0F0598D1-AA2A-4F46-A97A-C860FC49DA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8219" name="Freeform 115">
              <a:extLst>
                <a:ext uri="{FF2B5EF4-FFF2-40B4-BE49-F238E27FC236}">
                  <a16:creationId xmlns:a16="http://schemas.microsoft.com/office/drawing/2014/main" id="{30C0F9FB-5E8A-EA4A-A643-D59196ECE7D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8200" name="Group 116">
            <a:extLst>
              <a:ext uri="{FF2B5EF4-FFF2-40B4-BE49-F238E27FC236}">
                <a16:creationId xmlns:a16="http://schemas.microsoft.com/office/drawing/2014/main" id="{B5C0A050-A419-374D-BEFB-D8E6D93B051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567864" y="1706563"/>
            <a:ext cx="434975" cy="349250"/>
            <a:chOff x="-44" y="1473"/>
            <a:chExt cx="981" cy="1105"/>
          </a:xfrm>
        </p:grpSpPr>
        <p:pic>
          <p:nvPicPr>
            <p:cNvPr id="178216" name="Picture 117" descr="desktop_computer_stylized_medium">
              <a:extLst>
                <a:ext uri="{FF2B5EF4-FFF2-40B4-BE49-F238E27FC236}">
                  <a16:creationId xmlns:a16="http://schemas.microsoft.com/office/drawing/2014/main" id="{E97AB949-31D0-B043-93DB-C154FA4F3D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8217" name="Freeform 118">
              <a:extLst>
                <a:ext uri="{FF2B5EF4-FFF2-40B4-BE49-F238E27FC236}">
                  <a16:creationId xmlns:a16="http://schemas.microsoft.com/office/drawing/2014/main" id="{0AA46209-B71D-6040-A220-52F43E46943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8201" name="Group 119">
            <a:extLst>
              <a:ext uri="{FF2B5EF4-FFF2-40B4-BE49-F238E27FC236}">
                <a16:creationId xmlns:a16="http://schemas.microsoft.com/office/drawing/2014/main" id="{4AAC8D71-F515-D44C-BE76-1A4D27FD326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435976" y="1368425"/>
            <a:ext cx="434975" cy="349250"/>
            <a:chOff x="-44" y="1473"/>
            <a:chExt cx="981" cy="1105"/>
          </a:xfrm>
        </p:grpSpPr>
        <p:pic>
          <p:nvPicPr>
            <p:cNvPr id="178214" name="Picture 120" descr="desktop_computer_stylized_medium">
              <a:extLst>
                <a:ext uri="{FF2B5EF4-FFF2-40B4-BE49-F238E27FC236}">
                  <a16:creationId xmlns:a16="http://schemas.microsoft.com/office/drawing/2014/main" id="{9881023A-8AB4-3A4C-99E7-9B753B99E1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8215" name="Freeform 121">
              <a:extLst>
                <a:ext uri="{FF2B5EF4-FFF2-40B4-BE49-F238E27FC236}">
                  <a16:creationId xmlns:a16="http://schemas.microsoft.com/office/drawing/2014/main" id="{25BEBA32-E543-474A-BD18-CDF604763CB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8202" name="Group 123">
            <a:extLst>
              <a:ext uri="{FF2B5EF4-FFF2-40B4-BE49-F238E27FC236}">
                <a16:creationId xmlns:a16="http://schemas.microsoft.com/office/drawing/2014/main" id="{834C2BA9-A978-C448-A5E7-D80FBD48DBEF}"/>
              </a:ext>
            </a:extLst>
          </p:cNvPr>
          <p:cNvGrpSpPr>
            <a:grpSpLocks/>
          </p:cNvGrpSpPr>
          <p:nvPr/>
        </p:nvGrpSpPr>
        <p:grpSpPr bwMode="auto">
          <a:xfrm>
            <a:off x="7348539" y="1411288"/>
            <a:ext cx="434975" cy="349250"/>
            <a:chOff x="-44" y="1473"/>
            <a:chExt cx="981" cy="1105"/>
          </a:xfrm>
        </p:grpSpPr>
        <p:pic>
          <p:nvPicPr>
            <p:cNvPr id="178212" name="Picture 124" descr="desktop_computer_stylized_medium">
              <a:extLst>
                <a:ext uri="{FF2B5EF4-FFF2-40B4-BE49-F238E27FC236}">
                  <a16:creationId xmlns:a16="http://schemas.microsoft.com/office/drawing/2014/main" id="{1932144A-5149-5D4C-9E30-C394A32465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8213" name="Freeform 125">
              <a:extLst>
                <a:ext uri="{FF2B5EF4-FFF2-40B4-BE49-F238E27FC236}">
                  <a16:creationId xmlns:a16="http://schemas.microsoft.com/office/drawing/2014/main" id="{EE78F554-9524-4047-9810-982CC3B5BCC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8203" name="Group 126">
            <a:extLst>
              <a:ext uri="{FF2B5EF4-FFF2-40B4-BE49-F238E27FC236}">
                <a16:creationId xmlns:a16="http://schemas.microsoft.com/office/drawing/2014/main" id="{13E33568-4AB2-6645-90CC-57CF791EA060}"/>
              </a:ext>
            </a:extLst>
          </p:cNvPr>
          <p:cNvGrpSpPr>
            <a:grpSpLocks/>
          </p:cNvGrpSpPr>
          <p:nvPr/>
        </p:nvGrpSpPr>
        <p:grpSpPr bwMode="auto">
          <a:xfrm>
            <a:off x="6683376" y="2162175"/>
            <a:ext cx="434975" cy="349250"/>
            <a:chOff x="-44" y="1473"/>
            <a:chExt cx="981" cy="1105"/>
          </a:xfrm>
        </p:grpSpPr>
        <p:pic>
          <p:nvPicPr>
            <p:cNvPr id="178210" name="Picture 127" descr="desktop_computer_stylized_medium">
              <a:extLst>
                <a:ext uri="{FF2B5EF4-FFF2-40B4-BE49-F238E27FC236}">
                  <a16:creationId xmlns:a16="http://schemas.microsoft.com/office/drawing/2014/main" id="{4CBE4334-D6A7-3943-A42F-04ABECA5C3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8211" name="Freeform 128">
              <a:extLst>
                <a:ext uri="{FF2B5EF4-FFF2-40B4-BE49-F238E27FC236}">
                  <a16:creationId xmlns:a16="http://schemas.microsoft.com/office/drawing/2014/main" id="{72D07858-DD63-D344-8CBA-AC8AED41232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8204" name="Group 129">
            <a:extLst>
              <a:ext uri="{FF2B5EF4-FFF2-40B4-BE49-F238E27FC236}">
                <a16:creationId xmlns:a16="http://schemas.microsoft.com/office/drawing/2014/main" id="{A97227E1-F4F6-B64F-9103-15D514D85A1B}"/>
              </a:ext>
            </a:extLst>
          </p:cNvPr>
          <p:cNvGrpSpPr>
            <a:grpSpLocks/>
          </p:cNvGrpSpPr>
          <p:nvPr/>
        </p:nvGrpSpPr>
        <p:grpSpPr bwMode="auto">
          <a:xfrm>
            <a:off x="7653339" y="2749550"/>
            <a:ext cx="434975" cy="349250"/>
            <a:chOff x="-44" y="1473"/>
            <a:chExt cx="981" cy="1105"/>
          </a:xfrm>
        </p:grpSpPr>
        <p:pic>
          <p:nvPicPr>
            <p:cNvPr id="178208" name="Picture 130" descr="desktop_computer_stylized_medium">
              <a:extLst>
                <a:ext uri="{FF2B5EF4-FFF2-40B4-BE49-F238E27FC236}">
                  <a16:creationId xmlns:a16="http://schemas.microsoft.com/office/drawing/2014/main" id="{664F774E-3BFB-6140-808C-2AF6CEC97F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8209" name="Freeform 131">
              <a:extLst>
                <a:ext uri="{FF2B5EF4-FFF2-40B4-BE49-F238E27FC236}">
                  <a16:creationId xmlns:a16="http://schemas.microsoft.com/office/drawing/2014/main" id="{9EA892BE-2067-7C40-BA19-A263DC210DE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8205" name="Group 132">
            <a:extLst>
              <a:ext uri="{FF2B5EF4-FFF2-40B4-BE49-F238E27FC236}">
                <a16:creationId xmlns:a16="http://schemas.microsoft.com/office/drawing/2014/main" id="{54B14F13-E0CF-4D4F-A526-CD4C88FD189D}"/>
              </a:ext>
            </a:extLst>
          </p:cNvPr>
          <p:cNvGrpSpPr>
            <a:grpSpLocks/>
          </p:cNvGrpSpPr>
          <p:nvPr/>
        </p:nvGrpSpPr>
        <p:grpSpPr bwMode="auto">
          <a:xfrm>
            <a:off x="8709025" y="2989264"/>
            <a:ext cx="325438" cy="261937"/>
            <a:chOff x="-44" y="1473"/>
            <a:chExt cx="981" cy="1105"/>
          </a:xfrm>
        </p:grpSpPr>
        <p:pic>
          <p:nvPicPr>
            <p:cNvPr id="178206" name="Picture 133" descr="desktop_computer_stylized_medium">
              <a:extLst>
                <a:ext uri="{FF2B5EF4-FFF2-40B4-BE49-F238E27FC236}">
                  <a16:creationId xmlns:a16="http://schemas.microsoft.com/office/drawing/2014/main" id="{0768FECB-BF5B-5D46-BCE0-A99D964460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8207" name="Freeform 134">
              <a:extLst>
                <a:ext uri="{FF2B5EF4-FFF2-40B4-BE49-F238E27FC236}">
                  <a16:creationId xmlns:a16="http://schemas.microsoft.com/office/drawing/2014/main" id="{1B24A50D-E3DA-5748-AD21-4250B734637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265763540"/>
      </p:ext>
    </p:extLst>
  </p:cSld>
  <p:clrMapOvr>
    <a:masterClrMapping/>
  </p:clrMapOvr>
  <p:transition spd="slow" advClick="0"/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6" name="Rectangle 8">
            <a:extLst>
              <a:ext uri="{FF2B5EF4-FFF2-40B4-BE49-F238E27FC236}">
                <a16:creationId xmlns:a16="http://schemas.microsoft.com/office/drawing/2014/main" id="{271BE583-7CFA-C24A-93D5-FCE2C1118AB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sz="1200" kern="1200">
                <a:solidFill>
                  <a:schemeClr val="tx1"/>
                </a:solidFill>
                <a:latin typeface="Tahoma" charset="0"/>
                <a:ea typeface="ＭＳ Ｐゴシック" charset="0"/>
                <a:cs typeface="ＭＳ Ｐゴシック" charset="0"/>
              </a:defRPr>
            </a:lvl1pPr>
            <a:lvl2pPr marL="4572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2pPr>
            <a:lvl3pPr marL="9144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3pPr>
            <a:lvl4pPr marL="1371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4pPr>
            <a:lvl5pPr marL="18288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defRPr/>
            </a:pPr>
            <a:fld id="{F9CF3EC9-FCE7-224A-A96A-1847684BB860}" type="slidenum">
              <a:rPr lang="en-US" smtClean="0"/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  <a:defRPr/>
              </a:pPr>
              <a:t>101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80227" name="Rectangle 2">
            <a:extLst>
              <a:ext uri="{FF2B5EF4-FFF2-40B4-BE49-F238E27FC236}">
                <a16:creationId xmlns:a16="http://schemas.microsoft.com/office/drawing/2014/main" id="{A5760B54-2491-4844-8E2A-31BF0BDE1C2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1822450" y="160338"/>
            <a:ext cx="8491538" cy="849312"/>
          </a:xfrm>
        </p:spPr>
        <p:txBody>
          <a:bodyPr>
            <a:normAutofit fontScale="90000"/>
          </a:bodyPr>
          <a:lstStyle/>
          <a:p>
            <a:r>
              <a:rPr lang="en-US" altLang="en-US" sz="3600">
                <a:latin typeface="Gill Sans MT" panose="020B0502020104020203" pitchFamily="34" charset="77"/>
                <a:ea typeface="ＭＳ Ｐゴシック" panose="020B0600070205080204" pitchFamily="34" charset="-128"/>
              </a:rPr>
              <a:t>BitTorrent: requesting, sending file chunks</a:t>
            </a:r>
          </a:p>
        </p:txBody>
      </p:sp>
      <p:sp>
        <p:nvSpPr>
          <p:cNvPr id="180228" name="Rectangle 4">
            <a:extLst>
              <a:ext uri="{FF2B5EF4-FFF2-40B4-BE49-F238E27FC236}">
                <a16:creationId xmlns:a16="http://schemas.microsoft.com/office/drawing/2014/main" id="{DF301EC4-E9F5-1040-9EBD-330662297D04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1755775" y="1477964"/>
            <a:ext cx="3989388" cy="3768725"/>
          </a:xfrm>
        </p:spPr>
        <p:txBody>
          <a:bodyPr>
            <a:normAutofit lnSpcReduction="10000"/>
          </a:bodyPr>
          <a:lstStyle/>
          <a:p>
            <a:pPr>
              <a:buFont typeface="Wingdings" pitchFamily="2" charset="2"/>
              <a:buNone/>
            </a:pPr>
            <a:r>
              <a:rPr lang="en-US" altLang="en-US" i="1">
                <a:solidFill>
                  <a:srgbClr val="CC0000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rPr>
              <a:t>requesting chunks:</a:t>
            </a:r>
          </a:p>
          <a:p>
            <a:r>
              <a:rPr lang="en-US" altLang="en-US" sz="2400">
                <a:latin typeface="Gill Sans MT" panose="020B0502020104020203" pitchFamily="34" charset="77"/>
                <a:ea typeface="ＭＳ Ｐゴシック" panose="020B0600070205080204" pitchFamily="34" charset="-128"/>
              </a:rPr>
              <a:t>at any given time, different peers have </a:t>
            </a:r>
            <a:r>
              <a:rPr lang="en-US" altLang="en-US" sz="2400">
                <a:solidFill>
                  <a:srgbClr val="0000FF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rPr>
              <a:t>different subsets </a:t>
            </a:r>
            <a:r>
              <a:rPr lang="en-US" altLang="en-US" sz="2400">
                <a:latin typeface="Gill Sans MT" panose="020B0502020104020203" pitchFamily="34" charset="77"/>
                <a:ea typeface="ＭＳ Ｐゴシック" panose="020B0600070205080204" pitchFamily="34" charset="-128"/>
              </a:rPr>
              <a:t>of file chunks</a:t>
            </a:r>
          </a:p>
          <a:p>
            <a:r>
              <a:rPr lang="en-US" altLang="en-US" sz="2400">
                <a:solidFill>
                  <a:srgbClr val="0000FF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rPr>
              <a:t>periodically</a:t>
            </a:r>
            <a:r>
              <a:rPr lang="en-US" altLang="en-US" sz="2400">
                <a:latin typeface="Gill Sans MT" panose="020B0502020104020203" pitchFamily="34" charset="77"/>
                <a:ea typeface="ＭＳ Ｐゴシック" panose="020B0600070205080204" pitchFamily="34" charset="-128"/>
              </a:rPr>
              <a:t>, Alice asks each peer for list of chunks that they have</a:t>
            </a:r>
          </a:p>
          <a:p>
            <a:r>
              <a:rPr lang="en-US" altLang="en-US" sz="2400">
                <a:latin typeface="Gill Sans MT" panose="020B0502020104020203" pitchFamily="34" charset="77"/>
                <a:ea typeface="ＭＳ Ｐゴシック" panose="020B0600070205080204" pitchFamily="34" charset="-128"/>
              </a:rPr>
              <a:t>Alice requests missing chunks from peers</a:t>
            </a:r>
            <a:r>
              <a:rPr lang="en-US" altLang="en-US" sz="2400">
                <a:solidFill>
                  <a:srgbClr val="0000FF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rPr>
              <a:t>, rarest first</a:t>
            </a:r>
          </a:p>
        </p:txBody>
      </p:sp>
      <p:sp>
        <p:nvSpPr>
          <p:cNvPr id="180229" name="Rectangle 6">
            <a:extLst>
              <a:ext uri="{FF2B5EF4-FFF2-40B4-BE49-F238E27FC236}">
                <a16:creationId xmlns:a16="http://schemas.microsoft.com/office/drawing/2014/main" id="{B28D6841-C511-8145-9C9C-AE7830355F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4388" y="1425576"/>
            <a:ext cx="4521200" cy="411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sending chunks: tit-for-tat</a:t>
            </a:r>
          </a:p>
          <a:p>
            <a:pPr>
              <a:buSzPct val="75000"/>
            </a:pPr>
            <a:r>
              <a:rPr lang="en-US" altLang="en-US" sz="2400"/>
              <a:t>Alice sends chunks to those four peers currently sending her chunks </a:t>
            </a:r>
            <a:r>
              <a:rPr lang="en-US" altLang="en-US" sz="2400" i="1"/>
              <a:t>at highest rate</a:t>
            </a:r>
            <a:r>
              <a:rPr lang="en-US" altLang="en-US" sz="2400"/>
              <a:t> </a:t>
            </a:r>
          </a:p>
          <a:p>
            <a:pPr lvl="1"/>
            <a:r>
              <a:rPr lang="en-US" altLang="en-US" sz="2000"/>
              <a:t>other peers are choked by Alice (do not receive chunks from her)</a:t>
            </a:r>
          </a:p>
          <a:p>
            <a:pPr lvl="1"/>
            <a:r>
              <a:rPr lang="en-US" altLang="en-US" sz="2000"/>
              <a:t>re-evaluate top 4 every10 secs</a:t>
            </a:r>
          </a:p>
          <a:p>
            <a:pPr>
              <a:buSzPct val="75000"/>
            </a:pPr>
            <a:r>
              <a:rPr lang="en-US" altLang="en-US" sz="2400"/>
              <a:t>every 30 secs</a:t>
            </a:r>
            <a:r>
              <a:rPr lang="en-US" altLang="en-US" sz="2400">
                <a:solidFill>
                  <a:srgbClr val="0000FF"/>
                </a:solidFill>
              </a:rPr>
              <a:t>: randomly </a:t>
            </a:r>
            <a:r>
              <a:rPr lang="en-US" altLang="en-US" sz="2400"/>
              <a:t>select another peer, starts sending chunks</a:t>
            </a:r>
          </a:p>
          <a:p>
            <a:pPr lvl="1"/>
            <a:r>
              <a:rPr lang="ja-JP" altLang="en-US" sz="2000"/>
              <a:t>“</a:t>
            </a:r>
            <a:r>
              <a:rPr lang="en-US" altLang="ja-JP" sz="2000"/>
              <a:t>optimistically unchoke</a:t>
            </a:r>
            <a:r>
              <a:rPr lang="ja-JP" altLang="en-US" sz="2000"/>
              <a:t>”</a:t>
            </a:r>
            <a:r>
              <a:rPr lang="en-US" altLang="ja-JP" sz="2000"/>
              <a:t> this peer</a:t>
            </a:r>
          </a:p>
          <a:p>
            <a:pPr lvl="1"/>
            <a:r>
              <a:rPr lang="en-US" altLang="en-US" sz="2000"/>
              <a:t>newly chosen peer may join top 4</a:t>
            </a:r>
          </a:p>
          <a:p>
            <a:pPr>
              <a:lnSpc>
                <a:spcPct val="100000"/>
              </a:lnSpc>
              <a:buSzTx/>
              <a:buFont typeface="Wingdings" pitchFamily="2" charset="2"/>
              <a:buChar char="§"/>
            </a:pPr>
            <a:endParaRPr lang="en-US" altLang="en-US" sz="2000"/>
          </a:p>
        </p:txBody>
      </p:sp>
    </p:spTree>
    <p:extLst>
      <p:ext uri="{BB962C8B-B14F-4D97-AF65-F5344CB8AC3E}">
        <p14:creationId xmlns:p14="http://schemas.microsoft.com/office/powerpoint/2010/main" val="3236540080"/>
      </p:ext>
    </p:extLst>
  </p:cSld>
  <p:clrMapOvr>
    <a:masterClrMapping/>
  </p:clrMapOvr>
  <p:transition spd="slow" advClick="0"/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4" name="Rectangle 8">
            <a:extLst>
              <a:ext uri="{FF2B5EF4-FFF2-40B4-BE49-F238E27FC236}">
                <a16:creationId xmlns:a16="http://schemas.microsoft.com/office/drawing/2014/main" id="{C980F983-2820-FF48-8903-3DCC861E815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sz="1200" kern="1200">
                <a:solidFill>
                  <a:schemeClr val="tx1"/>
                </a:solidFill>
                <a:latin typeface="Tahoma" charset="0"/>
                <a:ea typeface="ＭＳ Ｐゴシック" charset="0"/>
                <a:cs typeface="ＭＳ Ｐゴシック" charset="0"/>
              </a:defRPr>
            </a:lvl1pPr>
            <a:lvl2pPr marL="4572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2pPr>
            <a:lvl3pPr marL="9144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3pPr>
            <a:lvl4pPr marL="1371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4pPr>
            <a:lvl5pPr marL="18288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defRPr/>
            </a:pPr>
            <a:fld id="{8AE88B86-139F-D447-BF39-91F9AE5D5E78}" type="slidenum">
              <a:rPr lang="en-US" smtClean="0"/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  <a:defRPr/>
              </a:pPr>
              <a:t>102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82275" name="Rectangle 2">
            <a:extLst>
              <a:ext uri="{FF2B5EF4-FFF2-40B4-BE49-F238E27FC236}">
                <a16:creationId xmlns:a16="http://schemas.microsoft.com/office/drawing/2014/main" id="{FA6158EF-4AF2-BB48-9261-EC7E2AACAC3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006600" y="0"/>
            <a:ext cx="7772400" cy="1143000"/>
          </a:xfrm>
        </p:spPr>
        <p:txBody>
          <a:bodyPr/>
          <a:lstStyle/>
          <a:p>
            <a:r>
              <a:rPr lang="en-US" altLang="en-US">
                <a:latin typeface="Gill Sans MT" panose="020B0502020104020203" pitchFamily="34" charset="77"/>
                <a:ea typeface="ＭＳ Ｐゴシック" panose="020B0600070205080204" pitchFamily="34" charset="-128"/>
              </a:rPr>
              <a:t>BitTorrent: tit-for-tat</a:t>
            </a:r>
          </a:p>
        </p:txBody>
      </p:sp>
      <p:pic>
        <p:nvPicPr>
          <p:cNvPr id="182276" name="Picture 13" descr="Alice">
            <a:extLst>
              <a:ext uri="{FF2B5EF4-FFF2-40B4-BE49-F238E27FC236}">
                <a16:creationId xmlns:a16="http://schemas.microsoft.com/office/drawing/2014/main" id="{F8A1F9F0-9F8F-8B42-B9DA-DE379EF6CB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13314" y="4962525"/>
            <a:ext cx="561975" cy="693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2277" name="Line 15">
            <a:extLst>
              <a:ext uri="{FF2B5EF4-FFF2-40B4-BE49-F238E27FC236}">
                <a16:creationId xmlns:a16="http://schemas.microsoft.com/office/drawing/2014/main" id="{0805E1E2-6A16-F042-8B01-8B4D29EE8D2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997200" y="3968750"/>
            <a:ext cx="1473200" cy="5969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182278" name="Line 16">
            <a:extLst>
              <a:ext uri="{FF2B5EF4-FFF2-40B4-BE49-F238E27FC236}">
                <a16:creationId xmlns:a16="http://schemas.microsoft.com/office/drawing/2014/main" id="{E01BFE2A-B0EB-FC44-86AA-CA3B97963D2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78213" y="4794250"/>
            <a:ext cx="965200" cy="3810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182279" name="Line 17">
            <a:extLst>
              <a:ext uri="{FF2B5EF4-FFF2-40B4-BE49-F238E27FC236}">
                <a16:creationId xmlns:a16="http://schemas.microsoft.com/office/drawing/2014/main" id="{0A79311F-1D52-0840-8AD0-E13268B7FEC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52900" y="4908550"/>
            <a:ext cx="596900" cy="10414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182280" name="Line 18">
            <a:extLst>
              <a:ext uri="{FF2B5EF4-FFF2-40B4-BE49-F238E27FC236}">
                <a16:creationId xmlns:a16="http://schemas.microsoft.com/office/drawing/2014/main" id="{E39A2860-0EB0-794D-B538-79567203E8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35800" y="3092450"/>
            <a:ext cx="419100" cy="647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182281" name="Line 20">
            <a:extLst>
              <a:ext uri="{FF2B5EF4-FFF2-40B4-BE49-F238E27FC236}">
                <a16:creationId xmlns:a16="http://schemas.microsoft.com/office/drawing/2014/main" id="{51CA6734-91A5-EF4F-BA4E-0F857DD9C34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37400" y="3676650"/>
            <a:ext cx="787400" cy="3048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182282" name="Line 21">
            <a:extLst>
              <a:ext uri="{FF2B5EF4-FFF2-40B4-BE49-F238E27FC236}">
                <a16:creationId xmlns:a16="http://schemas.microsoft.com/office/drawing/2014/main" id="{C85A4211-A797-444B-A464-6DF7723482AC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7400" y="4146550"/>
            <a:ext cx="596900" cy="3175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pic>
        <p:nvPicPr>
          <p:cNvPr id="182283" name="Picture 22" descr="Bob">
            <a:extLst>
              <a:ext uri="{FF2B5EF4-FFF2-40B4-BE49-F238E27FC236}">
                <a16:creationId xmlns:a16="http://schemas.microsoft.com/office/drawing/2014/main" id="{C947024F-42B2-EB4D-BAAF-7984C7595F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03989" y="4391026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263" name="Line 23">
            <a:extLst>
              <a:ext uri="{FF2B5EF4-FFF2-40B4-BE49-F238E27FC236}">
                <a16:creationId xmlns:a16="http://schemas.microsoft.com/office/drawing/2014/main" id="{2228EA41-847B-384C-908D-BC398C4C643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054600" y="3943350"/>
            <a:ext cx="1435100" cy="482600"/>
          </a:xfrm>
          <a:prstGeom prst="line">
            <a:avLst/>
          </a:prstGeom>
          <a:noFill/>
          <a:ln w="25400">
            <a:solidFill>
              <a:srgbClr val="CC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266264" name="Line 24">
            <a:extLst>
              <a:ext uri="{FF2B5EF4-FFF2-40B4-BE49-F238E27FC236}">
                <a16:creationId xmlns:a16="http://schemas.microsoft.com/office/drawing/2014/main" id="{E752D87A-2BC6-9144-BBFC-88CC7C807CE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67300" y="4032250"/>
            <a:ext cx="1397000" cy="46990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endParaRPr lang="en-US"/>
          </a:p>
        </p:txBody>
      </p:sp>
      <p:sp>
        <p:nvSpPr>
          <p:cNvPr id="266265" name="Line 25">
            <a:extLst>
              <a:ext uri="{FF2B5EF4-FFF2-40B4-BE49-F238E27FC236}">
                <a16:creationId xmlns:a16="http://schemas.microsoft.com/office/drawing/2014/main" id="{94769734-789C-5B4B-A3FE-E9D8881490F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05400" y="4133850"/>
            <a:ext cx="1371600" cy="48260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endParaRPr lang="en-US"/>
          </a:p>
        </p:txBody>
      </p:sp>
      <p:sp>
        <p:nvSpPr>
          <p:cNvPr id="266266" name="Text Box 26">
            <a:extLst>
              <a:ext uri="{FF2B5EF4-FFF2-40B4-BE49-F238E27FC236}">
                <a16:creationId xmlns:a16="http://schemas.microsoft.com/office/drawing/2014/main" id="{9996FB37-35B9-3E40-871F-A9E702023C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30414" y="1244600"/>
            <a:ext cx="4879975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/>
              <a:t>(1) Alice </a:t>
            </a:r>
            <a:r>
              <a:rPr lang="ja-JP" altLang="en-US" sz="2400"/>
              <a:t>“</a:t>
            </a:r>
            <a:r>
              <a:rPr lang="en-US" altLang="ja-JP" sz="2400"/>
              <a:t>optimistically unchokes</a:t>
            </a:r>
            <a:r>
              <a:rPr lang="ja-JP" altLang="en-US" sz="2400"/>
              <a:t>”</a:t>
            </a:r>
            <a:r>
              <a:rPr lang="en-US" altLang="ja-JP" sz="2400"/>
              <a:t> Bob</a:t>
            </a:r>
            <a:endParaRPr lang="en-US" altLang="en-US" sz="2400"/>
          </a:p>
        </p:txBody>
      </p:sp>
      <p:sp>
        <p:nvSpPr>
          <p:cNvPr id="266267" name="Text Box 27">
            <a:extLst>
              <a:ext uri="{FF2B5EF4-FFF2-40B4-BE49-F238E27FC236}">
                <a16:creationId xmlns:a16="http://schemas.microsoft.com/office/drawing/2014/main" id="{12C7951F-D23D-2A42-AAC4-E23AFFB5AC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5814" y="1682750"/>
            <a:ext cx="86074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/>
              <a:t>(2) Alice becomes one of Bob</a:t>
            </a:r>
            <a:r>
              <a:rPr lang="ja-JP" altLang="en-US" sz="2400"/>
              <a:t>’</a:t>
            </a:r>
            <a:r>
              <a:rPr lang="en-US" altLang="ja-JP" sz="2400"/>
              <a:t>s top-four providers; Bob reciprocates</a:t>
            </a:r>
            <a:endParaRPr lang="en-US" altLang="en-US" sz="2400"/>
          </a:p>
        </p:txBody>
      </p:sp>
      <p:sp>
        <p:nvSpPr>
          <p:cNvPr id="266268" name="Text Box 28">
            <a:extLst>
              <a:ext uri="{FF2B5EF4-FFF2-40B4-BE49-F238E27FC236}">
                <a16:creationId xmlns:a16="http://schemas.microsoft.com/office/drawing/2014/main" id="{942C7F11-1FBE-0C46-9792-78E7E324AE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5813" y="2133600"/>
            <a:ext cx="636270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/>
              <a:t>(3) Bob becomes one of Alice</a:t>
            </a:r>
            <a:r>
              <a:rPr lang="ja-JP" altLang="en-US" sz="2400"/>
              <a:t>’</a:t>
            </a:r>
            <a:r>
              <a:rPr lang="en-US" altLang="ja-JP" sz="2400"/>
              <a:t>s top-four providers</a:t>
            </a:r>
            <a:endParaRPr lang="en-US" altLang="en-US" sz="2400"/>
          </a:p>
        </p:txBody>
      </p:sp>
      <p:sp>
        <p:nvSpPr>
          <p:cNvPr id="266269" name="Text Box 29">
            <a:extLst>
              <a:ext uri="{FF2B5EF4-FFF2-40B4-BE49-F238E27FC236}">
                <a16:creationId xmlns:a16="http://schemas.microsoft.com/office/drawing/2014/main" id="{9528864C-8C91-3C43-B2AF-BE4EA821CF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1850" y="5367338"/>
            <a:ext cx="4516438" cy="830262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i="1"/>
              <a:t>higher upload rate:</a:t>
            </a:r>
            <a:r>
              <a:rPr lang="en-US" altLang="en-US" sz="2400"/>
              <a:t> find better trading partners, get file faster !</a:t>
            </a:r>
          </a:p>
        </p:txBody>
      </p:sp>
      <p:grpSp>
        <p:nvGrpSpPr>
          <p:cNvPr id="182292" name="Group 52">
            <a:extLst>
              <a:ext uri="{FF2B5EF4-FFF2-40B4-BE49-F238E27FC236}">
                <a16:creationId xmlns:a16="http://schemas.microsoft.com/office/drawing/2014/main" id="{926DFA00-61D1-7B46-81D4-EE675AE8713C}"/>
              </a:ext>
            </a:extLst>
          </p:cNvPr>
          <p:cNvGrpSpPr>
            <a:grpSpLocks/>
          </p:cNvGrpSpPr>
          <p:nvPr/>
        </p:nvGrpSpPr>
        <p:grpSpPr bwMode="auto">
          <a:xfrm>
            <a:off x="2738438" y="4799014"/>
            <a:ext cx="762000" cy="752475"/>
            <a:chOff x="-44" y="1473"/>
            <a:chExt cx="981" cy="1105"/>
          </a:xfrm>
        </p:grpSpPr>
        <p:pic>
          <p:nvPicPr>
            <p:cNvPr id="182324" name="Picture 53" descr="desktop_computer_stylized_medium">
              <a:extLst>
                <a:ext uri="{FF2B5EF4-FFF2-40B4-BE49-F238E27FC236}">
                  <a16:creationId xmlns:a16="http://schemas.microsoft.com/office/drawing/2014/main" id="{C6C6E224-1F4C-8145-9CFF-0A3667E3DC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2325" name="Freeform 54">
              <a:extLst>
                <a:ext uri="{FF2B5EF4-FFF2-40B4-BE49-F238E27FC236}">
                  <a16:creationId xmlns:a16="http://schemas.microsoft.com/office/drawing/2014/main" id="{3B332995-2C6B-FA47-9906-F9E6F24712A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2293" name="Group 55">
            <a:extLst>
              <a:ext uri="{FF2B5EF4-FFF2-40B4-BE49-F238E27FC236}">
                <a16:creationId xmlns:a16="http://schemas.microsoft.com/office/drawing/2014/main" id="{2992BB31-6BE3-694C-898F-377AC9847C95}"/>
              </a:ext>
            </a:extLst>
          </p:cNvPr>
          <p:cNvGrpSpPr>
            <a:grpSpLocks/>
          </p:cNvGrpSpPr>
          <p:nvPr/>
        </p:nvGrpSpPr>
        <p:grpSpPr bwMode="auto">
          <a:xfrm>
            <a:off x="3433763" y="5561014"/>
            <a:ext cx="762000" cy="752475"/>
            <a:chOff x="-44" y="1473"/>
            <a:chExt cx="981" cy="1105"/>
          </a:xfrm>
        </p:grpSpPr>
        <p:pic>
          <p:nvPicPr>
            <p:cNvPr id="182322" name="Picture 56" descr="desktop_computer_stylized_medium">
              <a:extLst>
                <a:ext uri="{FF2B5EF4-FFF2-40B4-BE49-F238E27FC236}">
                  <a16:creationId xmlns:a16="http://schemas.microsoft.com/office/drawing/2014/main" id="{76DB9BC9-3E2A-B04E-A78E-F382314C3C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2323" name="Freeform 57">
              <a:extLst>
                <a:ext uri="{FF2B5EF4-FFF2-40B4-BE49-F238E27FC236}">
                  <a16:creationId xmlns:a16="http://schemas.microsoft.com/office/drawing/2014/main" id="{39D3C1AF-03B2-4B43-A376-D55EE1591A6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2294" name="Group 58">
            <a:extLst>
              <a:ext uri="{FF2B5EF4-FFF2-40B4-BE49-F238E27FC236}">
                <a16:creationId xmlns:a16="http://schemas.microsoft.com/office/drawing/2014/main" id="{3B35C6FD-02BD-A34E-94CF-65CF950FDF15}"/>
              </a:ext>
            </a:extLst>
          </p:cNvPr>
          <p:cNvGrpSpPr>
            <a:grpSpLocks/>
          </p:cNvGrpSpPr>
          <p:nvPr/>
        </p:nvGrpSpPr>
        <p:grpSpPr bwMode="auto">
          <a:xfrm>
            <a:off x="2252663" y="3678239"/>
            <a:ext cx="762000" cy="752475"/>
            <a:chOff x="-44" y="1473"/>
            <a:chExt cx="981" cy="1105"/>
          </a:xfrm>
        </p:grpSpPr>
        <p:pic>
          <p:nvPicPr>
            <p:cNvPr id="182320" name="Picture 59" descr="desktop_computer_stylized_medium">
              <a:extLst>
                <a:ext uri="{FF2B5EF4-FFF2-40B4-BE49-F238E27FC236}">
                  <a16:creationId xmlns:a16="http://schemas.microsoft.com/office/drawing/2014/main" id="{BAB7A295-D969-CD44-991C-F65CE32A4F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2321" name="Freeform 60">
              <a:extLst>
                <a:ext uri="{FF2B5EF4-FFF2-40B4-BE49-F238E27FC236}">
                  <a16:creationId xmlns:a16="http://schemas.microsoft.com/office/drawing/2014/main" id="{60DD9221-B199-5F48-8075-110F3B6F2E4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2295" name="Group 61">
            <a:extLst>
              <a:ext uri="{FF2B5EF4-FFF2-40B4-BE49-F238E27FC236}">
                <a16:creationId xmlns:a16="http://schemas.microsoft.com/office/drawing/2014/main" id="{09901615-9363-A641-9385-CE7788311FBA}"/>
              </a:ext>
            </a:extLst>
          </p:cNvPr>
          <p:cNvGrpSpPr>
            <a:grpSpLocks/>
          </p:cNvGrpSpPr>
          <p:nvPr/>
        </p:nvGrpSpPr>
        <p:grpSpPr bwMode="auto">
          <a:xfrm>
            <a:off x="4216400" y="4211639"/>
            <a:ext cx="762000" cy="752475"/>
            <a:chOff x="-44" y="1473"/>
            <a:chExt cx="981" cy="1105"/>
          </a:xfrm>
        </p:grpSpPr>
        <p:pic>
          <p:nvPicPr>
            <p:cNvPr id="182318" name="Picture 62" descr="desktop_computer_stylized_medium">
              <a:extLst>
                <a:ext uri="{FF2B5EF4-FFF2-40B4-BE49-F238E27FC236}">
                  <a16:creationId xmlns:a16="http://schemas.microsoft.com/office/drawing/2014/main" id="{4B6235EE-7D67-B34D-8B4F-C16551DCEF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2319" name="Freeform 63">
              <a:extLst>
                <a:ext uri="{FF2B5EF4-FFF2-40B4-BE49-F238E27FC236}">
                  <a16:creationId xmlns:a16="http://schemas.microsoft.com/office/drawing/2014/main" id="{F609A0B2-5D49-3D42-BEF7-086F64E60A8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2296" name="Group 64">
            <a:extLst>
              <a:ext uri="{FF2B5EF4-FFF2-40B4-BE49-F238E27FC236}">
                <a16:creationId xmlns:a16="http://schemas.microsoft.com/office/drawing/2014/main" id="{2252CC47-42AD-634F-95F7-90EBF3CB3FA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43825" y="4135439"/>
            <a:ext cx="762000" cy="752475"/>
            <a:chOff x="-44" y="1473"/>
            <a:chExt cx="981" cy="1105"/>
          </a:xfrm>
        </p:grpSpPr>
        <p:pic>
          <p:nvPicPr>
            <p:cNvPr id="182316" name="Picture 65" descr="desktop_computer_stylized_medium">
              <a:extLst>
                <a:ext uri="{FF2B5EF4-FFF2-40B4-BE49-F238E27FC236}">
                  <a16:creationId xmlns:a16="http://schemas.microsoft.com/office/drawing/2014/main" id="{FB462C6E-8E20-D84F-BAEF-E2831E5172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2317" name="Freeform 66">
              <a:extLst>
                <a:ext uri="{FF2B5EF4-FFF2-40B4-BE49-F238E27FC236}">
                  <a16:creationId xmlns:a16="http://schemas.microsoft.com/office/drawing/2014/main" id="{D9E4514F-9327-8148-9D6B-DEB448EF20C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2297" name="Group 67">
            <a:extLst>
              <a:ext uri="{FF2B5EF4-FFF2-40B4-BE49-F238E27FC236}">
                <a16:creationId xmlns:a16="http://schemas.microsoft.com/office/drawing/2014/main" id="{F2AA78EB-45F4-1E48-A6D0-45D74BC05B3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894638" y="3297239"/>
            <a:ext cx="762000" cy="752475"/>
            <a:chOff x="-44" y="1473"/>
            <a:chExt cx="981" cy="1105"/>
          </a:xfrm>
        </p:grpSpPr>
        <p:pic>
          <p:nvPicPr>
            <p:cNvPr id="182314" name="Picture 68" descr="desktop_computer_stylized_medium">
              <a:extLst>
                <a:ext uri="{FF2B5EF4-FFF2-40B4-BE49-F238E27FC236}">
                  <a16:creationId xmlns:a16="http://schemas.microsoft.com/office/drawing/2014/main" id="{593F6432-9C23-E04A-858C-66EAC840D6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2315" name="Freeform 69">
              <a:extLst>
                <a:ext uri="{FF2B5EF4-FFF2-40B4-BE49-F238E27FC236}">
                  <a16:creationId xmlns:a16="http://schemas.microsoft.com/office/drawing/2014/main" id="{80B46571-0B76-0C4A-A59C-89D0B564195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2298" name="Group 70">
            <a:extLst>
              <a:ext uri="{FF2B5EF4-FFF2-40B4-BE49-F238E27FC236}">
                <a16:creationId xmlns:a16="http://schemas.microsoft.com/office/drawing/2014/main" id="{E36B772B-0229-6C4D-8243-AB0C2076E01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02525" y="2676526"/>
            <a:ext cx="762000" cy="752475"/>
            <a:chOff x="-44" y="1473"/>
            <a:chExt cx="981" cy="1105"/>
          </a:xfrm>
        </p:grpSpPr>
        <p:pic>
          <p:nvPicPr>
            <p:cNvPr id="182312" name="Picture 71" descr="desktop_computer_stylized_medium">
              <a:extLst>
                <a:ext uri="{FF2B5EF4-FFF2-40B4-BE49-F238E27FC236}">
                  <a16:creationId xmlns:a16="http://schemas.microsoft.com/office/drawing/2014/main" id="{F945C3BE-DC95-A040-A8E8-064F676DAE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2313" name="Freeform 72">
              <a:extLst>
                <a:ext uri="{FF2B5EF4-FFF2-40B4-BE49-F238E27FC236}">
                  <a16:creationId xmlns:a16="http://schemas.microsoft.com/office/drawing/2014/main" id="{A8116911-06F5-2A4E-A8F7-D00ED5E2FE2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2299" name="Group 74">
            <a:extLst>
              <a:ext uri="{FF2B5EF4-FFF2-40B4-BE49-F238E27FC236}">
                <a16:creationId xmlns:a16="http://schemas.microsoft.com/office/drawing/2014/main" id="{5D8C1C18-EB23-CF4E-B88A-269A64B0507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580188" y="3667126"/>
            <a:ext cx="762000" cy="752475"/>
            <a:chOff x="-44" y="1473"/>
            <a:chExt cx="981" cy="1105"/>
          </a:xfrm>
        </p:grpSpPr>
        <p:pic>
          <p:nvPicPr>
            <p:cNvPr id="182310" name="Picture 75" descr="desktop_computer_stylized_medium">
              <a:extLst>
                <a:ext uri="{FF2B5EF4-FFF2-40B4-BE49-F238E27FC236}">
                  <a16:creationId xmlns:a16="http://schemas.microsoft.com/office/drawing/2014/main" id="{109CFF08-1B79-3844-ACC8-A8664EA1C6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2311" name="Freeform 76">
              <a:extLst>
                <a:ext uri="{FF2B5EF4-FFF2-40B4-BE49-F238E27FC236}">
                  <a16:creationId xmlns:a16="http://schemas.microsoft.com/office/drawing/2014/main" id="{2504F506-12D4-C744-B588-BE697A7210E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09087 w 356"/>
                <a:gd name="T3" fmla="*/ 76637 h 368"/>
                <a:gd name="T4" fmla="*/ 959808 w 356"/>
                <a:gd name="T5" fmla="*/ 1596595 h 368"/>
                <a:gd name="T6" fmla="*/ 211528 w 356"/>
                <a:gd name="T7" fmla="*/ 19967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" name="Group 80">
            <a:extLst>
              <a:ext uri="{FF2B5EF4-FFF2-40B4-BE49-F238E27FC236}">
                <a16:creationId xmlns:a16="http://schemas.microsoft.com/office/drawing/2014/main" id="{F130B18C-FB31-9C4F-96D2-8A357D531F4A}"/>
              </a:ext>
            </a:extLst>
          </p:cNvPr>
          <p:cNvGrpSpPr>
            <a:grpSpLocks/>
          </p:cNvGrpSpPr>
          <p:nvPr/>
        </p:nvGrpSpPr>
        <p:grpSpPr bwMode="auto">
          <a:xfrm>
            <a:off x="6359525" y="2501901"/>
            <a:ext cx="762000" cy="1177925"/>
            <a:chOff x="4746" y="1528"/>
            <a:chExt cx="480" cy="742"/>
          </a:xfrm>
        </p:grpSpPr>
        <p:sp>
          <p:nvSpPr>
            <p:cNvPr id="182306" name="Line 50">
              <a:extLst>
                <a:ext uri="{FF2B5EF4-FFF2-40B4-BE49-F238E27FC236}">
                  <a16:creationId xmlns:a16="http://schemas.microsoft.com/office/drawing/2014/main" id="{0D44AB78-8C0F-F945-9B59-E188FC1628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4" y="1962"/>
              <a:ext cx="2" cy="30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2307" name="Group 77">
              <a:extLst>
                <a:ext uri="{FF2B5EF4-FFF2-40B4-BE49-F238E27FC236}">
                  <a16:creationId xmlns:a16="http://schemas.microsoft.com/office/drawing/2014/main" id="{A8B6C80F-B5CC-7E43-8794-406F44B033F0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746" y="1528"/>
              <a:ext cx="480" cy="474"/>
              <a:chOff x="-44" y="1473"/>
              <a:chExt cx="981" cy="1105"/>
            </a:xfrm>
          </p:grpSpPr>
          <p:pic>
            <p:nvPicPr>
              <p:cNvPr id="182308" name="Picture 78" descr="desktop_computer_stylized_medium">
                <a:extLst>
                  <a:ext uri="{FF2B5EF4-FFF2-40B4-BE49-F238E27FC236}">
                    <a16:creationId xmlns:a16="http://schemas.microsoft.com/office/drawing/2014/main" id="{DC04EC7A-9DB1-8D4B-A590-39401A4E5E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2309" name="Freeform 79">
                <a:extLst>
                  <a:ext uri="{FF2B5EF4-FFF2-40B4-BE49-F238E27FC236}">
                    <a16:creationId xmlns:a16="http://schemas.microsoft.com/office/drawing/2014/main" id="{34C9CD7A-A3A5-9A4D-AF0B-14C10AE76EE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809087 w 356"/>
                  <a:gd name="T3" fmla="*/ 76637 h 368"/>
                  <a:gd name="T4" fmla="*/ 959808 w 356"/>
                  <a:gd name="T5" fmla="*/ 1596595 h 368"/>
                  <a:gd name="T6" fmla="*/ 211528 w 356"/>
                  <a:gd name="T7" fmla="*/ 199675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</p:grpSp>
      <p:grpSp>
        <p:nvGrpSpPr>
          <p:cNvPr id="12" name="Group 87">
            <a:extLst>
              <a:ext uri="{FF2B5EF4-FFF2-40B4-BE49-F238E27FC236}">
                <a16:creationId xmlns:a16="http://schemas.microsoft.com/office/drawing/2014/main" id="{762D19C5-87F4-484C-BD76-E763A95657DF}"/>
              </a:ext>
            </a:extLst>
          </p:cNvPr>
          <p:cNvGrpSpPr>
            <a:grpSpLocks/>
          </p:cNvGrpSpPr>
          <p:nvPr/>
        </p:nvGrpSpPr>
        <p:grpSpPr bwMode="auto">
          <a:xfrm>
            <a:off x="3449639" y="2990850"/>
            <a:ext cx="1112837" cy="1219200"/>
            <a:chOff x="4779" y="2386"/>
            <a:chExt cx="701" cy="768"/>
          </a:xfrm>
        </p:grpSpPr>
        <p:sp>
          <p:nvSpPr>
            <p:cNvPr id="182302" name="Line 46">
              <a:extLst>
                <a:ext uri="{FF2B5EF4-FFF2-40B4-BE49-F238E27FC236}">
                  <a16:creationId xmlns:a16="http://schemas.microsoft.com/office/drawing/2014/main" id="{F890BB0B-F9F7-0541-9448-B1DC4BBE7E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39" y="2812"/>
              <a:ext cx="241" cy="3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2303" name="Group 84">
              <a:extLst>
                <a:ext uri="{FF2B5EF4-FFF2-40B4-BE49-F238E27FC236}">
                  <a16:creationId xmlns:a16="http://schemas.microsoft.com/office/drawing/2014/main" id="{07E544BE-A63A-7D44-ADB4-129043B67E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79" y="2386"/>
              <a:ext cx="480" cy="474"/>
              <a:chOff x="-44" y="1473"/>
              <a:chExt cx="981" cy="1105"/>
            </a:xfrm>
          </p:grpSpPr>
          <p:pic>
            <p:nvPicPr>
              <p:cNvPr id="182304" name="Picture 85" descr="desktop_computer_stylized_medium">
                <a:extLst>
                  <a:ext uri="{FF2B5EF4-FFF2-40B4-BE49-F238E27FC236}">
                    <a16:creationId xmlns:a16="http://schemas.microsoft.com/office/drawing/2014/main" id="{D6EEC021-09E6-414C-A0F5-561030DA61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2305" name="Freeform 86">
                <a:extLst>
                  <a:ext uri="{FF2B5EF4-FFF2-40B4-BE49-F238E27FC236}">
                    <a16:creationId xmlns:a16="http://schemas.microsoft.com/office/drawing/2014/main" id="{AE404604-A42F-1F42-BB73-86FE274E2A5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809087 w 356"/>
                  <a:gd name="T3" fmla="*/ 76637 h 368"/>
                  <a:gd name="T4" fmla="*/ 959808 w 356"/>
                  <a:gd name="T5" fmla="*/ 1596595 h 368"/>
                  <a:gd name="T6" fmla="*/ 211528 w 356"/>
                  <a:gd name="T7" fmla="*/ 199675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8778643"/>
      </p:ext>
    </p:extLst>
  </p:cSld>
  <p:clrMapOvr>
    <a:masterClrMapping/>
  </p:clrMapOvr>
  <p:transition spd="slow"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6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66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66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66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66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66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3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4" dur="500"/>
                                        <p:tgtEl>
                                          <p:spTgt spid="2662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6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66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6266" grpId="0"/>
      <p:bldP spid="266267" grpId="0"/>
      <p:bldP spid="266268" grpId="0"/>
      <p:bldP spid="266269" grpId="0" animBg="1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Application layer: overview</a:t>
            </a:r>
            <a:endParaRPr lang="en-US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809242" y="1870563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Principles of network applications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Web and HTTP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E-mail, SMTP, IMAP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The Domain Name System DNS</a:t>
            </a:r>
          </a:p>
          <a:p>
            <a:endParaRPr lang="en-US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FE695BD-369F-8C4A-ACAD-42671E1C0719}"/>
              </a:ext>
            </a:extLst>
          </p:cNvPr>
          <p:cNvSpPr txBox="1">
            <a:spLocks noChangeArrowheads="1"/>
          </p:cNvSpPr>
          <p:nvPr/>
        </p:nvSpPr>
        <p:spPr>
          <a:xfrm>
            <a:off x="6557554" y="1422888"/>
            <a:ext cx="5405262" cy="4799013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strike="sngStrike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P2P applications</a:t>
            </a:r>
          </a:p>
          <a:p>
            <a:pPr marL="349250" indent="-349250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video streaming and content distribution networks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socket programming with UDP and TCP</a:t>
            </a:r>
          </a:p>
          <a:p>
            <a:pPr>
              <a:buFont typeface="Wingdings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103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90819263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Video Streaming and CDNs: context</a:t>
            </a:r>
          </a:p>
        </p:txBody>
      </p:sp>
      <p:sp>
        <p:nvSpPr>
          <p:cNvPr id="83" name="Rectangle 43">
            <a:extLst>
              <a:ext uri="{FF2B5EF4-FFF2-40B4-BE49-F238E27FC236}">
                <a16:creationId xmlns:a16="http://schemas.microsoft.com/office/drawing/2014/main" id="{314CB26F-FC68-EA47-A348-5C2202E9DB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683" y="1457742"/>
            <a:ext cx="8448901" cy="8946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4" name="Rectangle 43">
            <a:extLst>
              <a:ext uri="{FF2B5EF4-FFF2-40B4-BE49-F238E27FC236}">
                <a16:creationId xmlns:a16="http://schemas.microsoft.com/office/drawing/2014/main" id="{429AF3E8-B41E-F946-8623-A777210624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9123" y="1492538"/>
            <a:ext cx="6164385" cy="4821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57188" marR="0" lvl="0" indent="-341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stream video traffic: major consumer of Internet bandwidth</a:t>
            </a:r>
          </a:p>
          <a:p>
            <a:pPr marL="681038" marR="0" lvl="1" indent="-2238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Netflix, YouTube, Amazon Prime: 80% of residential ISP traffic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(2020)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challenge: 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scale - how to reach ~1B users?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6665E308-402E-4042-A40D-C589192435C8}"/>
              </a:ext>
            </a:extLst>
          </p:cNvPr>
          <p:cNvGrpSpPr/>
          <p:nvPr/>
        </p:nvGrpSpPr>
        <p:grpSpPr>
          <a:xfrm>
            <a:off x="8502619" y="3784268"/>
            <a:ext cx="3689381" cy="2624305"/>
            <a:chOff x="8502619" y="4539639"/>
            <a:chExt cx="3689381" cy="2624305"/>
          </a:xfrm>
        </p:grpSpPr>
        <p:pic>
          <p:nvPicPr>
            <p:cNvPr id="86" name="Picture 2">
              <a:extLst>
                <a:ext uri="{FF2B5EF4-FFF2-40B4-BE49-F238E27FC236}">
                  <a16:creationId xmlns:a16="http://schemas.microsoft.com/office/drawing/2014/main" id="{4DE1A959-4B7D-1A4F-80C4-8A52E85610D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930975" y="6101881"/>
              <a:ext cx="1710592" cy="1062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" name="Picture 5">
              <a:extLst>
                <a:ext uri="{FF2B5EF4-FFF2-40B4-BE49-F238E27FC236}">
                  <a16:creationId xmlns:a16="http://schemas.microsoft.com/office/drawing/2014/main" id="{8CD6D4B6-6A4F-D142-9B0C-0E622DB3E5F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20238" y="4539639"/>
              <a:ext cx="2671762" cy="14954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" name="Picture 3">
              <a:extLst>
                <a:ext uri="{FF2B5EF4-FFF2-40B4-BE49-F238E27FC236}">
                  <a16:creationId xmlns:a16="http://schemas.microsoft.com/office/drawing/2014/main" id="{F2FB8318-CA96-2746-94FD-3A5ACA1FDC2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02619" y="4874389"/>
              <a:ext cx="1227138" cy="5699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" name="Picture 6">
              <a:extLst>
                <a:ext uri="{FF2B5EF4-FFF2-40B4-BE49-F238E27FC236}">
                  <a16:creationId xmlns:a16="http://schemas.microsoft.com/office/drawing/2014/main" id="{4FD2F200-10A9-4643-8C58-A3B6FC3409FA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972122" y="5629397"/>
              <a:ext cx="1501775" cy="708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1" name="Rectangle 43">
            <a:extLst>
              <a:ext uri="{FF2B5EF4-FFF2-40B4-BE49-F238E27FC236}">
                <a16:creationId xmlns:a16="http://schemas.microsoft.com/office/drawing/2014/main" id="{4D8B542F-9DF5-C749-A79E-89811A1F48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7738" y="4177497"/>
            <a:ext cx="9341339" cy="213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challenge: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heterogeneity</a:t>
            </a:r>
          </a:p>
          <a:p>
            <a:pPr marL="681038" marR="0" lvl="1" indent="-2238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different users have different capabilities (e.g., wired versus mobile; bandwidth rich versus bandwidth poor)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solution: </a:t>
            </a:r>
            <a:r>
              <a:rPr kumimoji="0" lang="en-US" altLang="en-US" sz="3200" b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distributed, application-level infrastructure</a:t>
            </a:r>
          </a:p>
        </p:txBody>
      </p:sp>
      <p:sp>
        <p:nvSpPr>
          <p:cNvPr id="12" name="Slide Number Placeholder 2">
            <a:extLst>
              <a:ext uri="{FF2B5EF4-FFF2-40B4-BE49-F238E27FC236}">
                <a16:creationId xmlns:a16="http://schemas.microsoft.com/office/drawing/2014/main" id="{18329690-E6B4-B94C-B527-578B12C7EAE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104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004221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Multimedia: video</a:t>
            </a:r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A0D96511-8EAA-9E47-AC3E-FE198A32EB27}"/>
              </a:ext>
            </a:extLst>
          </p:cNvPr>
          <p:cNvSpPr txBox="1">
            <a:spLocks noChangeArrowheads="1"/>
          </p:cNvSpPr>
          <p:nvPr/>
        </p:nvSpPr>
        <p:spPr>
          <a:xfrm>
            <a:off x="864007" y="1452894"/>
            <a:ext cx="5710237" cy="49085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video: sequence of images displayed at constant rate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e.g., 24 images/sec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digital image: array of pixels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pixel represented by bits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coding: use redundancy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within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and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between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images to decrease # bits used to encode image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spatial (within image)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temporal (from one image to next)</a:t>
            </a:r>
          </a:p>
        </p:txBody>
      </p:sp>
      <p:pic>
        <p:nvPicPr>
          <p:cNvPr id="14" name="Picture 4">
            <a:extLst>
              <a:ext uri="{FF2B5EF4-FFF2-40B4-BE49-F238E27FC236}">
                <a16:creationId xmlns:a16="http://schemas.microsoft.com/office/drawing/2014/main" id="{D85E706C-FCF7-AC4A-9E47-5DFF51091E6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71760" y="2016918"/>
            <a:ext cx="1642671" cy="18605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" name="Group 15">
            <a:extLst>
              <a:ext uri="{FF2B5EF4-FFF2-40B4-BE49-F238E27FC236}">
                <a16:creationId xmlns:a16="http://schemas.microsoft.com/office/drawing/2014/main" id="{2AFDBD94-0A0F-514F-85AA-B38C47FEB64F}"/>
              </a:ext>
            </a:extLst>
          </p:cNvPr>
          <p:cNvGrpSpPr>
            <a:grpSpLocks/>
          </p:cNvGrpSpPr>
          <p:nvPr/>
        </p:nvGrpSpPr>
        <p:grpSpPr bwMode="auto">
          <a:xfrm>
            <a:off x="7728905" y="562768"/>
            <a:ext cx="3274430" cy="1730347"/>
            <a:chOff x="5345311" y="524250"/>
            <a:chExt cx="3274238" cy="1730214"/>
          </a:xfrm>
        </p:grpSpPr>
        <p:sp>
          <p:nvSpPr>
            <p:cNvPr id="21" name="TextBox 5">
              <a:extLst>
                <a:ext uri="{FF2B5EF4-FFF2-40B4-BE49-F238E27FC236}">
                  <a16:creationId xmlns:a16="http://schemas.microsoft.com/office/drawing/2014/main" id="{C3AFF6B0-484E-4A4F-A21E-6EFE008958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45311" y="1789936"/>
              <a:ext cx="1856071" cy="3693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 Narrow" panose="020B0604020202020204" pitchFamily="34" charset="0"/>
                  <a:ea typeface="ＭＳ Ｐゴシック" panose="020B0600070205080204" pitchFamily="34" charset="-128"/>
                  <a:cs typeface="+mn-cs"/>
                </a:rPr>
                <a:t>……………………..</a:t>
              </a:r>
            </a:p>
          </p:txBody>
        </p:sp>
        <p:sp>
          <p:nvSpPr>
            <p:cNvPr id="22" name="TextBox 8">
              <a:extLst>
                <a:ext uri="{FF2B5EF4-FFF2-40B4-BE49-F238E27FC236}">
                  <a16:creationId xmlns:a16="http://schemas.microsoft.com/office/drawing/2014/main" id="{63B989F6-9A2F-064B-A0D7-BF8ECA3B84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08125" y="524250"/>
              <a:ext cx="2811424" cy="11695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spatial coding example: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instead of sending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 N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values of same color (all purple), send only two values: color  value (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purple)  and number of repeated values (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N)</a:t>
              </a:r>
            </a:p>
          </p:txBody>
        </p:sp>
        <p:sp>
          <p:nvSpPr>
            <p:cNvPr id="23" name="TextBox 13">
              <a:extLst>
                <a:ext uri="{FF2B5EF4-FFF2-40B4-BE49-F238E27FC236}">
                  <a16:creationId xmlns:a16="http://schemas.microsoft.com/office/drawing/2014/main" id="{0DD140F0-90AD-754F-A1E7-CA495B44B4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54771" y="1885160"/>
              <a:ext cx="1803448" cy="3693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 Narrow" panose="020B0604020202020204" pitchFamily="34" charset="0"/>
                  <a:ea typeface="ＭＳ Ｐゴシック" panose="020B0600070205080204" pitchFamily="34" charset="-128"/>
                  <a:cs typeface="+mn-cs"/>
                </a:rPr>
                <a:t>……………….…….</a:t>
              </a:r>
            </a:p>
          </p:txBody>
        </p:sp>
        <p:cxnSp>
          <p:nvCxnSpPr>
            <p:cNvPr id="24" name="Straight Connector 10">
              <a:extLst>
                <a:ext uri="{FF2B5EF4-FFF2-40B4-BE49-F238E27FC236}">
                  <a16:creationId xmlns:a16="http://schemas.microsoft.com/office/drawing/2014/main" id="{5678A114-1893-1B47-8BF5-FA9D37D271C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565603" y="756253"/>
              <a:ext cx="313958" cy="1155782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16" name="TextBox 17">
            <a:extLst>
              <a:ext uri="{FF2B5EF4-FFF2-40B4-BE49-F238E27FC236}">
                <a16:creationId xmlns:a16="http://schemas.microsoft.com/office/drawing/2014/main" id="{F235BCD2-CAC3-414C-B96D-3CE715DE67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7517" y="3922158"/>
            <a:ext cx="933284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frame</a:t>
            </a: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i</a:t>
            </a:r>
          </a:p>
        </p:txBody>
      </p:sp>
      <p:sp>
        <p:nvSpPr>
          <p:cNvPr id="17" name="TextBox 23">
            <a:extLst>
              <a:ext uri="{FF2B5EF4-FFF2-40B4-BE49-F238E27FC236}">
                <a16:creationId xmlns:a16="http://schemas.microsoft.com/office/drawing/2014/main" id="{478FF525-6EF9-2D42-9776-1019750427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35347" y="5878584"/>
            <a:ext cx="1196762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frame</a:t>
            </a: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i+1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6970339-7C15-1D44-9D1C-0D1C2D58B670}"/>
              </a:ext>
            </a:extLst>
          </p:cNvPr>
          <p:cNvGrpSpPr/>
          <p:nvPr/>
        </p:nvGrpSpPr>
        <p:grpSpPr>
          <a:xfrm>
            <a:off x="6722609" y="4288938"/>
            <a:ext cx="2646470" cy="2006293"/>
            <a:chOff x="6722609" y="4288938"/>
            <a:chExt cx="2646470" cy="2006293"/>
          </a:xfrm>
        </p:grpSpPr>
        <p:sp>
          <p:nvSpPr>
            <p:cNvPr id="18" name="TextBox 26">
              <a:extLst>
                <a:ext uri="{FF2B5EF4-FFF2-40B4-BE49-F238E27FC236}">
                  <a16:creationId xmlns:a16="http://schemas.microsoft.com/office/drawing/2014/main" id="{168CFF8A-2A4E-1B4B-9CAC-8B43C91BFA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22609" y="5125243"/>
              <a:ext cx="2277657" cy="11699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temporal coding example: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instead of sending complete frame at i+1, send only differences from frame i</a:t>
              </a:r>
            </a:p>
          </p:txBody>
        </p:sp>
        <p:cxnSp>
          <p:nvCxnSpPr>
            <p:cNvPr id="19" name="Straight Connector 28">
              <a:extLst>
                <a:ext uri="{FF2B5EF4-FFF2-40B4-BE49-F238E27FC236}">
                  <a16:creationId xmlns:a16="http://schemas.microsoft.com/office/drawing/2014/main" id="{445534AE-2E68-BD45-8A38-E71043EB228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356199" y="4288938"/>
              <a:ext cx="1012880" cy="1783949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pic>
        <p:nvPicPr>
          <p:cNvPr id="20" name="Picture 4">
            <a:extLst>
              <a:ext uri="{FF2B5EF4-FFF2-40B4-BE49-F238E27FC236}">
                <a16:creationId xmlns:a16="http://schemas.microsoft.com/office/drawing/2014/main" id="{51B74521-834E-524B-AAD9-D92F3C5683F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96363" y="4074213"/>
            <a:ext cx="1642671" cy="18605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" name="Slide Number Placeholder 2">
            <a:extLst>
              <a:ext uri="{FF2B5EF4-FFF2-40B4-BE49-F238E27FC236}">
                <a16:creationId xmlns:a16="http://schemas.microsoft.com/office/drawing/2014/main" id="{6403B6E8-FB16-964A-85D2-C2E978C0F6D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105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949731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Multimedia: video</a:t>
            </a:r>
          </a:p>
        </p:txBody>
      </p:sp>
      <p:grpSp>
        <p:nvGrpSpPr>
          <p:cNvPr id="13" name="Group 18">
            <a:extLst>
              <a:ext uri="{FF2B5EF4-FFF2-40B4-BE49-F238E27FC236}">
                <a16:creationId xmlns:a16="http://schemas.microsoft.com/office/drawing/2014/main" id="{98FBBA2F-969E-0D47-BE6F-DB3DDC40CD64}"/>
              </a:ext>
            </a:extLst>
          </p:cNvPr>
          <p:cNvGrpSpPr>
            <a:grpSpLocks/>
          </p:cNvGrpSpPr>
          <p:nvPr/>
        </p:nvGrpSpPr>
        <p:grpSpPr bwMode="auto">
          <a:xfrm>
            <a:off x="6722609" y="562768"/>
            <a:ext cx="4416425" cy="5732463"/>
            <a:chOff x="4338638" y="295275"/>
            <a:chExt cx="4417210" cy="5732463"/>
          </a:xfrm>
        </p:grpSpPr>
        <p:pic>
          <p:nvPicPr>
            <p:cNvPr id="14" name="Picture 4">
              <a:extLst>
                <a:ext uri="{FF2B5EF4-FFF2-40B4-BE49-F238E27FC236}">
                  <a16:creationId xmlns:a16="http://schemas.microsoft.com/office/drawing/2014/main" id="{D85E706C-FCF7-AC4A-9E47-5DFF51091E6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87975" y="1749425"/>
              <a:ext cx="1642963" cy="18605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5" name="Group 15">
              <a:extLst>
                <a:ext uri="{FF2B5EF4-FFF2-40B4-BE49-F238E27FC236}">
                  <a16:creationId xmlns:a16="http://schemas.microsoft.com/office/drawing/2014/main" id="{2AFDBD94-0A0F-514F-85AA-B38C47FEB6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5113" y="295275"/>
              <a:ext cx="3275012" cy="1730347"/>
              <a:chOff x="5345311" y="524250"/>
              <a:chExt cx="3274238" cy="1730214"/>
            </a:xfrm>
          </p:grpSpPr>
          <p:sp>
            <p:nvSpPr>
              <p:cNvPr id="21" name="TextBox 5">
                <a:extLst>
                  <a:ext uri="{FF2B5EF4-FFF2-40B4-BE49-F238E27FC236}">
                    <a16:creationId xmlns:a16="http://schemas.microsoft.com/office/drawing/2014/main" id="{C3AFF6B0-484E-4A4F-A21E-6EFE008958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45311" y="1789936"/>
                <a:ext cx="1856071" cy="3693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 Narrow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……………………..</a:t>
                </a:r>
              </a:p>
            </p:txBody>
          </p:sp>
          <p:sp>
            <p:nvSpPr>
              <p:cNvPr id="22" name="TextBox 8">
                <a:extLst>
                  <a:ext uri="{FF2B5EF4-FFF2-40B4-BE49-F238E27FC236}">
                    <a16:creationId xmlns:a16="http://schemas.microsoft.com/office/drawing/2014/main" id="{63B989F6-9A2F-064B-A0D7-BF8ECA3B84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08125" y="524250"/>
                <a:ext cx="2811424" cy="11695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1" u="none" strike="noStrike" kern="120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spatial coding example: </a:t>
                </a: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instead of sending</a:t>
                </a:r>
                <a:r>
                  <a:rPr kumimoji="0" lang="en-US" altLang="en-US" sz="1400" b="0" i="1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 N </a:t>
                </a: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values of same color (all purple), send only two values: color  value (</a:t>
                </a:r>
                <a:r>
                  <a:rPr kumimoji="0" lang="en-US" altLang="en-US" sz="1400" b="0" i="1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purple)  and number of repeated values (</a:t>
                </a: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N)</a:t>
                </a:r>
              </a:p>
            </p:txBody>
          </p:sp>
          <p:sp>
            <p:nvSpPr>
              <p:cNvPr id="23" name="TextBox 13">
                <a:extLst>
                  <a:ext uri="{FF2B5EF4-FFF2-40B4-BE49-F238E27FC236}">
                    <a16:creationId xmlns:a16="http://schemas.microsoft.com/office/drawing/2014/main" id="{0DD140F0-90AD-754F-A1E7-CA495B44B4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4771" y="1885160"/>
                <a:ext cx="1803448" cy="3693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 Narrow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……………….…….</a:t>
                </a:r>
              </a:p>
            </p:txBody>
          </p:sp>
          <p:cxnSp>
            <p:nvCxnSpPr>
              <p:cNvPr id="24" name="Straight Connector 10">
                <a:extLst>
                  <a:ext uri="{FF2B5EF4-FFF2-40B4-BE49-F238E27FC236}">
                    <a16:creationId xmlns:a16="http://schemas.microsoft.com/office/drawing/2014/main" id="{5678A114-1893-1B47-8BF5-FA9D37D271C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5565603" y="756253"/>
                <a:ext cx="313958" cy="1155782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16" name="TextBox 17">
              <a:extLst>
                <a:ext uri="{FF2B5EF4-FFF2-40B4-BE49-F238E27FC236}">
                  <a16:creationId xmlns:a16="http://schemas.microsoft.com/office/drawing/2014/main" id="{F235BCD2-CAC3-414C-B96D-3CE715DE67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23721" y="3654665"/>
              <a:ext cx="933450" cy="36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frame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 i</a:t>
              </a:r>
            </a:p>
          </p:txBody>
        </p:sp>
        <p:sp>
          <p:nvSpPr>
            <p:cNvPr id="17" name="TextBox 23">
              <a:extLst>
                <a:ext uri="{FF2B5EF4-FFF2-40B4-BE49-F238E27FC236}">
                  <a16:creationId xmlns:a16="http://schemas.microsoft.com/office/drawing/2014/main" id="{478FF525-6EF9-2D42-9776-1019750427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1858" y="5611091"/>
              <a:ext cx="1196975" cy="369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frame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 i+1</a:t>
              </a:r>
            </a:p>
          </p:txBody>
        </p:sp>
        <p:sp>
          <p:nvSpPr>
            <p:cNvPr id="18" name="TextBox 26">
              <a:extLst>
                <a:ext uri="{FF2B5EF4-FFF2-40B4-BE49-F238E27FC236}">
                  <a16:creationId xmlns:a16="http://schemas.microsoft.com/office/drawing/2014/main" id="{168CFF8A-2A4E-1B4B-9CAC-8B43C91BFA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8638" y="4857750"/>
              <a:ext cx="2278062" cy="11699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temporal coding example: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instead of sending complete frame at i+1, send only differences from frame i</a:t>
              </a:r>
            </a:p>
          </p:txBody>
        </p:sp>
        <p:cxnSp>
          <p:nvCxnSpPr>
            <p:cNvPr id="19" name="Straight Connector 28">
              <a:extLst>
                <a:ext uri="{FF2B5EF4-FFF2-40B4-BE49-F238E27FC236}">
                  <a16:creationId xmlns:a16="http://schemas.microsoft.com/office/drawing/2014/main" id="{445534AE-2E68-BD45-8A38-E71043EB228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972518" y="4021445"/>
              <a:ext cx="1013060" cy="1783949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pic>
          <p:nvPicPr>
            <p:cNvPr id="20" name="Picture 4">
              <a:extLst>
                <a:ext uri="{FF2B5EF4-FFF2-40B4-BE49-F238E27FC236}">
                  <a16:creationId xmlns:a16="http://schemas.microsoft.com/office/drawing/2014/main" id="{51B74521-834E-524B-AAD9-D92F3C5683F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12885" y="3806720"/>
              <a:ext cx="1642963" cy="18605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5" name="Rectangle 4">
            <a:extLst>
              <a:ext uri="{FF2B5EF4-FFF2-40B4-BE49-F238E27FC236}">
                <a16:creationId xmlns:a16="http://schemas.microsoft.com/office/drawing/2014/main" id="{8C8D6FF8-065E-9B45-9C85-04117FC6D7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3466" y="1458684"/>
            <a:ext cx="5254061" cy="4908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Gill Sans MT"/>
              </a:rPr>
              <a:t>CBR: (constant bit rate):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Gill Sans MT"/>
              </a:rPr>
              <a:t>video encoding rate fixed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Gill Sans MT"/>
              </a:rPr>
              <a:t>VBR:  (variable bit rate):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Gill Sans MT"/>
              </a:rPr>
              <a:t>video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Gill Sans MT"/>
              </a:rPr>
              <a:t>encoding rate changes as amount of spatial, temporal coding changes 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Gill Sans MT"/>
              </a:rPr>
              <a:t>examples: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Gill Sans MT"/>
              </a:rPr>
              <a:t>MPEG 1 (CD-ROM) 1.5 Mbps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Gill Sans MT"/>
              </a:rPr>
              <a:t>MPEG2 (DVD) 3-6 Mbps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Gill Sans MT"/>
              </a:rPr>
              <a:t>MPEG4 (often used in Internet,  64Kbps – 12 Mbps)</a:t>
            </a:r>
          </a:p>
        </p:txBody>
      </p:sp>
      <p:sp>
        <p:nvSpPr>
          <p:cNvPr id="26" name="Slide Number Placeholder 2">
            <a:extLst>
              <a:ext uri="{FF2B5EF4-FFF2-40B4-BE49-F238E27FC236}">
                <a16:creationId xmlns:a16="http://schemas.microsoft.com/office/drawing/2014/main" id="{410CB071-0A91-C647-A7D5-67DAB10B4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106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133190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C013BA9B-C174-AD4D-AD19-58B7018D281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47142" y="4099627"/>
            <a:ext cx="10923837" cy="2543879"/>
          </a:xfrm>
        </p:spPr>
        <p:txBody>
          <a:bodyPr>
            <a:normAutofit lnSpcReduction="10000"/>
          </a:bodyPr>
          <a:lstStyle/>
          <a:p>
            <a:pPr marL="15875" indent="0">
              <a:buNone/>
            </a:pPr>
            <a:r>
              <a:rPr lang="en-US" sz="3000" dirty="0"/>
              <a:t>Main challenges: </a:t>
            </a:r>
          </a:p>
          <a:p>
            <a:pPr marL="471488" indent="-293688"/>
            <a:r>
              <a:rPr lang="en-US" dirty="0"/>
              <a:t>server-to-client bandwidth will </a:t>
            </a:r>
            <a:r>
              <a:rPr lang="en-US" i="1" dirty="0">
                <a:solidFill>
                  <a:srgbClr val="C00000"/>
                </a:solidFill>
              </a:rPr>
              <a:t>vary</a:t>
            </a:r>
            <a:r>
              <a:rPr lang="en-US" dirty="0"/>
              <a:t> over time, with changing network congestion levels (in house, access network, network core, video server)</a:t>
            </a:r>
          </a:p>
          <a:p>
            <a:pPr marL="471488" indent="-293688"/>
            <a:r>
              <a:rPr lang="en-US" dirty="0"/>
              <a:t>packet loss, delay due to congestion will delay playout, or result in poor video quality</a:t>
            </a:r>
          </a:p>
        </p:txBody>
      </p:sp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Streaming stored </a:t>
            </a:r>
            <a:r>
              <a:rPr lang="en-US" altLang="en-US" dirty="0">
                <a:ea typeface="ＭＳ Ｐゴシック" panose="020B0600070205080204" pitchFamily="34" charset="-128"/>
              </a:rPr>
              <a:t>v</a:t>
            </a:r>
            <a:r>
              <a:rPr lang="en-US" altLang="en-US" sz="4400" dirty="0">
                <a:ea typeface="ＭＳ Ｐゴシック" panose="020B0600070205080204" pitchFamily="34" charset="-128"/>
              </a:rPr>
              <a:t>ideo</a:t>
            </a:r>
          </a:p>
        </p:txBody>
      </p:sp>
      <p:sp>
        <p:nvSpPr>
          <p:cNvPr id="72" name="TextBox 1">
            <a:extLst>
              <a:ext uri="{FF2B5EF4-FFF2-40B4-BE49-F238E27FC236}">
                <a16:creationId xmlns:a16="http://schemas.microsoft.com/office/drawing/2014/main" id="{4CC3C510-CDC9-9A45-BB56-DAF1C3969D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5242" y="1331912"/>
            <a:ext cx="2749550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simple scenario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:</a:t>
            </a:r>
          </a:p>
        </p:txBody>
      </p:sp>
      <p:sp>
        <p:nvSpPr>
          <p:cNvPr id="76" name="TextBox 64">
            <a:extLst>
              <a:ext uri="{FF2B5EF4-FFF2-40B4-BE49-F238E27FC236}">
                <a16:creationId xmlns:a16="http://schemas.microsoft.com/office/drawing/2014/main" id="{E7D816E0-AEC6-6141-B74F-CA3A687B82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3341" y="3132138"/>
            <a:ext cx="1652588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video server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(stored video)</a:t>
            </a:r>
            <a:endParaRPr kumimoji="0" lang="en-US" altLang="en-US" sz="18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6" name="Group 2">
            <a:extLst>
              <a:ext uri="{FF2B5EF4-FFF2-40B4-BE49-F238E27FC236}">
                <a16:creationId xmlns:a16="http://schemas.microsoft.com/office/drawing/2014/main" id="{ABD16E8C-A39C-0341-8FF0-29E0FC72AA0F}"/>
              </a:ext>
            </a:extLst>
          </p:cNvPr>
          <p:cNvGrpSpPr>
            <a:grpSpLocks/>
          </p:cNvGrpSpPr>
          <p:nvPr/>
        </p:nvGrpSpPr>
        <p:grpSpPr bwMode="auto">
          <a:xfrm>
            <a:off x="4485341" y="1757362"/>
            <a:ext cx="1815446" cy="1481575"/>
            <a:chOff x="1842724" y="2867233"/>
            <a:chExt cx="5649912" cy="3416300"/>
          </a:xfrm>
        </p:grpSpPr>
        <p:sp>
          <p:nvSpPr>
            <p:cNvPr id="27" name="AutoShape 99">
              <a:extLst>
                <a:ext uri="{FF2B5EF4-FFF2-40B4-BE49-F238E27FC236}">
                  <a16:creationId xmlns:a16="http://schemas.microsoft.com/office/drawing/2014/main" id="{5F39FB43-6F0D-8346-B384-FE3F906F5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2724" y="2867233"/>
              <a:ext cx="5649912" cy="768350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" name="Rectangle 87">
              <a:extLst>
                <a:ext uri="{FF2B5EF4-FFF2-40B4-BE49-F238E27FC236}">
                  <a16:creationId xmlns:a16="http://schemas.microsoft.com/office/drawing/2014/main" id="{B4A52C97-C542-D645-B17C-5AD21E358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699" y="3621296"/>
              <a:ext cx="4781550" cy="2662237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9" name="Group 249">
            <a:extLst>
              <a:ext uri="{FF2B5EF4-FFF2-40B4-BE49-F238E27FC236}">
                <a16:creationId xmlns:a16="http://schemas.microsoft.com/office/drawing/2014/main" id="{39ED9F48-D95A-6F4F-BDE3-A1E8105C4698}"/>
              </a:ext>
            </a:extLst>
          </p:cNvPr>
          <p:cNvGrpSpPr>
            <a:grpSpLocks/>
          </p:cNvGrpSpPr>
          <p:nvPr/>
        </p:nvGrpSpPr>
        <p:grpSpPr bwMode="auto">
          <a:xfrm>
            <a:off x="1538452" y="2381945"/>
            <a:ext cx="367460" cy="735587"/>
            <a:chOff x="4140" y="429"/>
            <a:chExt cx="1425" cy="2396"/>
          </a:xfrm>
        </p:grpSpPr>
        <p:sp>
          <p:nvSpPr>
            <p:cNvPr id="30" name="Freeform 250">
              <a:extLst>
                <a:ext uri="{FF2B5EF4-FFF2-40B4-BE49-F238E27FC236}">
                  <a16:creationId xmlns:a16="http://schemas.microsoft.com/office/drawing/2014/main" id="{76646FC7-F29F-1A45-9514-B09BE347A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Rectangle 251">
              <a:extLst>
                <a:ext uri="{FF2B5EF4-FFF2-40B4-BE49-F238E27FC236}">
                  <a16:creationId xmlns:a16="http://schemas.microsoft.com/office/drawing/2014/main" id="{88A356D3-831C-D347-994A-F65A95089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2" name="Freeform 252">
              <a:extLst>
                <a:ext uri="{FF2B5EF4-FFF2-40B4-BE49-F238E27FC236}">
                  <a16:creationId xmlns:a16="http://schemas.microsoft.com/office/drawing/2014/main" id="{CE7B2044-F42D-C44D-8632-D955A3E6A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Freeform 253">
              <a:extLst>
                <a:ext uri="{FF2B5EF4-FFF2-40B4-BE49-F238E27FC236}">
                  <a16:creationId xmlns:a16="http://schemas.microsoft.com/office/drawing/2014/main" id="{722C4379-BF5B-0445-B9AE-9F5F717C0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Rectangle 254">
              <a:extLst>
                <a:ext uri="{FF2B5EF4-FFF2-40B4-BE49-F238E27FC236}">
                  <a16:creationId xmlns:a16="http://schemas.microsoft.com/office/drawing/2014/main" id="{2C79221E-12AF-B24F-BB52-5E6E39C089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5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35" name="Group 255">
              <a:extLst>
                <a:ext uri="{FF2B5EF4-FFF2-40B4-BE49-F238E27FC236}">
                  <a16:creationId xmlns:a16="http://schemas.microsoft.com/office/drawing/2014/main" id="{BD880B28-AD46-9941-A2DF-357290A7C9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0" name="AutoShape 256">
                <a:extLst>
                  <a:ext uri="{FF2B5EF4-FFF2-40B4-BE49-F238E27FC236}">
                    <a16:creationId xmlns:a16="http://schemas.microsoft.com/office/drawing/2014/main" id="{598FB7B1-3D02-6A46-8155-0C53677AC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61" name="AutoShape 257">
                <a:extLst>
                  <a:ext uri="{FF2B5EF4-FFF2-40B4-BE49-F238E27FC236}">
                    <a16:creationId xmlns:a16="http://schemas.microsoft.com/office/drawing/2014/main" id="{95A6D50F-AA40-5E46-82D5-85FFB86B8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0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36" name="Rectangle 258">
              <a:extLst>
                <a:ext uri="{FF2B5EF4-FFF2-40B4-BE49-F238E27FC236}">
                  <a16:creationId xmlns:a16="http://schemas.microsoft.com/office/drawing/2014/main" id="{3BBED6A9-E122-884A-BFCB-917467B17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20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37" name="Group 259">
              <a:extLst>
                <a:ext uri="{FF2B5EF4-FFF2-40B4-BE49-F238E27FC236}">
                  <a16:creationId xmlns:a16="http://schemas.microsoft.com/office/drawing/2014/main" id="{69E8B4EF-424D-7A4C-984C-DCF79BB34A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8" name="AutoShape 260">
                <a:extLst>
                  <a:ext uri="{FF2B5EF4-FFF2-40B4-BE49-F238E27FC236}">
                    <a16:creationId xmlns:a16="http://schemas.microsoft.com/office/drawing/2014/main" id="{E3C4D787-982A-0649-9FCF-FBC6AFF8D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9"/>
                <a:ext cx="721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9" name="AutoShape 261">
                <a:extLst>
                  <a:ext uri="{FF2B5EF4-FFF2-40B4-BE49-F238E27FC236}">
                    <a16:creationId xmlns:a16="http://schemas.microsoft.com/office/drawing/2014/main" id="{D631F2FF-3CDB-FD4A-A123-AC04BDA7B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38" name="Rectangle 262">
              <a:extLst>
                <a:ext uri="{FF2B5EF4-FFF2-40B4-BE49-F238E27FC236}">
                  <a16:creationId xmlns:a16="http://schemas.microsoft.com/office/drawing/2014/main" id="{481E9B3A-8C3E-DF4C-AB1C-C85480804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8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9" name="Rectangle 263">
              <a:extLst>
                <a:ext uri="{FF2B5EF4-FFF2-40B4-BE49-F238E27FC236}">
                  <a16:creationId xmlns:a16="http://schemas.microsoft.com/office/drawing/2014/main" id="{7B14BE57-C773-FD48-9B13-9F6F0BF7B2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4"/>
              <a:ext cx="599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0" name="Group 264">
              <a:extLst>
                <a:ext uri="{FF2B5EF4-FFF2-40B4-BE49-F238E27FC236}">
                  <a16:creationId xmlns:a16="http://schemas.microsoft.com/office/drawing/2014/main" id="{9DF03BCD-626B-D94B-BE2A-09BBF3DAE6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6" name="AutoShape 265">
                <a:extLst>
                  <a:ext uri="{FF2B5EF4-FFF2-40B4-BE49-F238E27FC236}">
                    <a16:creationId xmlns:a16="http://schemas.microsoft.com/office/drawing/2014/main" id="{1F479030-4D4B-E443-ABFA-C981D6192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1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7" name="AutoShape 266">
                <a:extLst>
                  <a:ext uri="{FF2B5EF4-FFF2-40B4-BE49-F238E27FC236}">
                    <a16:creationId xmlns:a16="http://schemas.microsoft.com/office/drawing/2014/main" id="{FB0BC1AA-3E7B-FE44-A49C-699A13366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8"/>
                <a:ext cx="693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1" name="Freeform 267">
              <a:extLst>
                <a:ext uri="{FF2B5EF4-FFF2-40B4-BE49-F238E27FC236}">
                  <a16:creationId xmlns:a16="http://schemas.microsoft.com/office/drawing/2014/main" id="{240F983A-C024-2946-A153-DCA336EE3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2" name="Group 268">
              <a:extLst>
                <a:ext uri="{FF2B5EF4-FFF2-40B4-BE49-F238E27FC236}">
                  <a16:creationId xmlns:a16="http://schemas.microsoft.com/office/drawing/2014/main" id="{AF71A7D5-DA6A-5A40-B62A-70C26F937E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4" name="AutoShape 269">
                <a:extLst>
                  <a:ext uri="{FF2B5EF4-FFF2-40B4-BE49-F238E27FC236}">
                    <a16:creationId xmlns:a16="http://schemas.microsoft.com/office/drawing/2014/main" id="{710A4673-BCCB-3C45-BADB-4394A01ED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6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5" name="AutoShape 270">
                <a:extLst>
                  <a:ext uri="{FF2B5EF4-FFF2-40B4-BE49-F238E27FC236}">
                    <a16:creationId xmlns:a16="http://schemas.microsoft.com/office/drawing/2014/main" id="{36881B2D-0EAD-6843-B634-4D64F4537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3" name="Rectangle 271">
              <a:extLst>
                <a:ext uri="{FF2B5EF4-FFF2-40B4-BE49-F238E27FC236}">
                  <a16:creationId xmlns:a16="http://schemas.microsoft.com/office/drawing/2014/main" id="{71D6C8F5-67D3-CE4E-B214-A0025B0ED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4" name="Freeform 272">
              <a:extLst>
                <a:ext uri="{FF2B5EF4-FFF2-40B4-BE49-F238E27FC236}">
                  <a16:creationId xmlns:a16="http://schemas.microsoft.com/office/drawing/2014/main" id="{658C6ACF-A2F8-3543-AD55-FBD673207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" name="Freeform 273">
              <a:extLst>
                <a:ext uri="{FF2B5EF4-FFF2-40B4-BE49-F238E27FC236}">
                  <a16:creationId xmlns:a16="http://schemas.microsoft.com/office/drawing/2014/main" id="{4000ABDF-9E28-2C48-9455-466517C6C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Oval 274">
              <a:extLst>
                <a:ext uri="{FF2B5EF4-FFF2-40B4-BE49-F238E27FC236}">
                  <a16:creationId xmlns:a16="http://schemas.microsoft.com/office/drawing/2014/main" id="{20856062-F77E-B241-A4D9-A61D5EE11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2"/>
              <a:ext cx="48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7" name="Freeform 275">
              <a:extLst>
                <a:ext uri="{FF2B5EF4-FFF2-40B4-BE49-F238E27FC236}">
                  <a16:creationId xmlns:a16="http://schemas.microsoft.com/office/drawing/2014/main" id="{2D221150-9A1E-9241-BFF6-B9E305FBB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AutoShape 276">
              <a:extLst>
                <a:ext uri="{FF2B5EF4-FFF2-40B4-BE49-F238E27FC236}">
                  <a16:creationId xmlns:a16="http://schemas.microsoft.com/office/drawing/2014/main" id="{ED49DD6F-7587-3A47-9598-505CAEC07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3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9" name="AutoShape 277">
              <a:extLst>
                <a:ext uri="{FF2B5EF4-FFF2-40B4-BE49-F238E27FC236}">
                  <a16:creationId xmlns:a16="http://schemas.microsoft.com/office/drawing/2014/main" id="{4D6E82C4-7463-5243-A940-AEED3C72B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5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50" name="Oval 278">
              <a:extLst>
                <a:ext uri="{FF2B5EF4-FFF2-40B4-BE49-F238E27FC236}">
                  <a16:creationId xmlns:a16="http://schemas.microsoft.com/office/drawing/2014/main" id="{899B1CB5-B227-724F-9170-358019617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0"/>
              <a:ext cx="159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51" name="Oval 279">
              <a:extLst>
                <a:ext uri="{FF2B5EF4-FFF2-40B4-BE49-F238E27FC236}">
                  <a16:creationId xmlns:a16="http://schemas.microsoft.com/office/drawing/2014/main" id="{C8289CCE-CFB0-374C-96C9-F65B1BC1A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5"/>
              <a:ext cx="164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52" name="Oval 280">
              <a:extLst>
                <a:ext uri="{FF2B5EF4-FFF2-40B4-BE49-F238E27FC236}">
                  <a16:creationId xmlns:a16="http://schemas.microsoft.com/office/drawing/2014/main" id="{4587FD07-E1CE-7141-A608-1A7A09854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4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53" name="Rectangle 281">
              <a:extLst>
                <a:ext uri="{FF2B5EF4-FFF2-40B4-BE49-F238E27FC236}">
                  <a16:creationId xmlns:a16="http://schemas.microsoft.com/office/drawing/2014/main" id="{D5AE84CC-F42F-2C44-82F4-7AE6F4371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8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62" name="Group 134">
            <a:extLst>
              <a:ext uri="{FF2B5EF4-FFF2-40B4-BE49-F238E27FC236}">
                <a16:creationId xmlns:a16="http://schemas.microsoft.com/office/drawing/2014/main" id="{261DAB2A-DE55-0E45-811B-AB29DEB3F9C5}"/>
              </a:ext>
            </a:extLst>
          </p:cNvPr>
          <p:cNvGrpSpPr>
            <a:grpSpLocks/>
          </p:cNvGrpSpPr>
          <p:nvPr/>
        </p:nvGrpSpPr>
        <p:grpSpPr bwMode="auto">
          <a:xfrm>
            <a:off x="1170991" y="2037185"/>
            <a:ext cx="1102382" cy="340302"/>
            <a:chOff x="3621" y="3265"/>
            <a:chExt cx="1776" cy="744"/>
          </a:xfrm>
        </p:grpSpPr>
        <p:pic>
          <p:nvPicPr>
            <p:cNvPr id="63" name="Picture 135" descr="reellogo">
              <a:extLst>
                <a:ext uri="{FF2B5EF4-FFF2-40B4-BE49-F238E27FC236}">
                  <a16:creationId xmlns:a16="http://schemas.microsoft.com/office/drawing/2014/main" id="{086D2B7E-1DCC-AB4D-9969-323F964B3E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1" y="3265"/>
              <a:ext cx="1776" cy="7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" name="Freeform 136">
              <a:extLst>
                <a:ext uri="{FF2B5EF4-FFF2-40B4-BE49-F238E27FC236}">
                  <a16:creationId xmlns:a16="http://schemas.microsoft.com/office/drawing/2014/main" id="{488D2B7B-AD72-6A4E-98F1-F409AF553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3288"/>
              <a:ext cx="1402" cy="439"/>
            </a:xfrm>
            <a:custGeom>
              <a:avLst/>
              <a:gdLst>
                <a:gd name="T0" fmla="*/ 0 w 1401"/>
                <a:gd name="T1" fmla="*/ 6 h 438"/>
                <a:gd name="T2" fmla="*/ 27 w 1401"/>
                <a:gd name="T3" fmla="*/ 385 h 438"/>
                <a:gd name="T4" fmla="*/ 114 w 1401"/>
                <a:gd name="T5" fmla="*/ 382 h 438"/>
                <a:gd name="T6" fmla="*/ 132 w 1401"/>
                <a:gd name="T7" fmla="*/ 358 h 438"/>
                <a:gd name="T8" fmla="*/ 210 w 1401"/>
                <a:gd name="T9" fmla="*/ 403 h 438"/>
                <a:gd name="T10" fmla="*/ 450 w 1401"/>
                <a:gd name="T11" fmla="*/ 385 h 438"/>
                <a:gd name="T12" fmla="*/ 486 w 1401"/>
                <a:gd name="T13" fmla="*/ 394 h 438"/>
                <a:gd name="T14" fmla="*/ 690 w 1401"/>
                <a:gd name="T15" fmla="*/ 418 h 438"/>
                <a:gd name="T16" fmla="*/ 1075 w 1401"/>
                <a:gd name="T17" fmla="*/ 439 h 438"/>
                <a:gd name="T18" fmla="*/ 1402 w 1401"/>
                <a:gd name="T19" fmla="*/ 421 h 438"/>
                <a:gd name="T20" fmla="*/ 1393 w 1401"/>
                <a:gd name="T21" fmla="*/ 165 h 438"/>
                <a:gd name="T22" fmla="*/ 291 w 1401"/>
                <a:gd name="T23" fmla="*/ 0 h 438"/>
                <a:gd name="T24" fmla="*/ 0 w 1401"/>
                <a:gd name="T25" fmla="*/ 6 h 4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01" h="438">
                  <a:moveTo>
                    <a:pt x="0" y="6"/>
                  </a:moveTo>
                  <a:lnTo>
                    <a:pt x="27" y="384"/>
                  </a:lnTo>
                  <a:lnTo>
                    <a:pt x="114" y="381"/>
                  </a:lnTo>
                  <a:lnTo>
                    <a:pt x="132" y="357"/>
                  </a:lnTo>
                  <a:lnTo>
                    <a:pt x="210" y="402"/>
                  </a:lnTo>
                  <a:lnTo>
                    <a:pt x="450" y="384"/>
                  </a:lnTo>
                  <a:lnTo>
                    <a:pt x="486" y="393"/>
                  </a:lnTo>
                  <a:lnTo>
                    <a:pt x="690" y="417"/>
                  </a:lnTo>
                  <a:lnTo>
                    <a:pt x="1074" y="438"/>
                  </a:lnTo>
                  <a:lnTo>
                    <a:pt x="1401" y="420"/>
                  </a:lnTo>
                  <a:lnTo>
                    <a:pt x="1392" y="165"/>
                  </a:lnTo>
                  <a:lnTo>
                    <a:pt x="291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7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" name="Freeform 137">
              <a:extLst>
                <a:ext uri="{FF2B5EF4-FFF2-40B4-BE49-F238E27FC236}">
                  <a16:creationId xmlns:a16="http://schemas.microsoft.com/office/drawing/2014/main" id="{5940D471-4A2E-EC49-9A0A-534664113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3860"/>
              <a:ext cx="999" cy="120"/>
            </a:xfrm>
            <a:custGeom>
              <a:avLst/>
              <a:gdLst>
                <a:gd name="T0" fmla="*/ 0 w 999"/>
                <a:gd name="T1" fmla="*/ 6 h 123"/>
                <a:gd name="T2" fmla="*/ 717 w 999"/>
                <a:gd name="T3" fmla="*/ 12 h 123"/>
                <a:gd name="T4" fmla="*/ 744 w 999"/>
                <a:gd name="T5" fmla="*/ 35 h 123"/>
                <a:gd name="T6" fmla="*/ 801 w 999"/>
                <a:gd name="T7" fmla="*/ 41 h 123"/>
                <a:gd name="T8" fmla="*/ 876 w 999"/>
                <a:gd name="T9" fmla="*/ 6 h 123"/>
                <a:gd name="T10" fmla="*/ 933 w 999"/>
                <a:gd name="T11" fmla="*/ 0 h 123"/>
                <a:gd name="T12" fmla="*/ 981 w 999"/>
                <a:gd name="T13" fmla="*/ 15 h 123"/>
                <a:gd name="T14" fmla="*/ 999 w 999"/>
                <a:gd name="T15" fmla="*/ 50 h 123"/>
                <a:gd name="T16" fmla="*/ 987 w 999"/>
                <a:gd name="T17" fmla="*/ 120 h 123"/>
                <a:gd name="T18" fmla="*/ 18 w 999"/>
                <a:gd name="T19" fmla="*/ 117 h 123"/>
                <a:gd name="T20" fmla="*/ 0 w 999"/>
                <a:gd name="T21" fmla="*/ 6 h 1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99" h="123">
                  <a:moveTo>
                    <a:pt x="0" y="6"/>
                  </a:moveTo>
                  <a:lnTo>
                    <a:pt x="717" y="12"/>
                  </a:lnTo>
                  <a:lnTo>
                    <a:pt x="744" y="36"/>
                  </a:lnTo>
                  <a:lnTo>
                    <a:pt x="801" y="42"/>
                  </a:lnTo>
                  <a:lnTo>
                    <a:pt x="876" y="6"/>
                  </a:lnTo>
                  <a:lnTo>
                    <a:pt x="933" y="0"/>
                  </a:lnTo>
                  <a:lnTo>
                    <a:pt x="981" y="15"/>
                  </a:lnTo>
                  <a:lnTo>
                    <a:pt x="999" y="51"/>
                  </a:lnTo>
                  <a:lnTo>
                    <a:pt x="987" y="123"/>
                  </a:lnTo>
                  <a:lnTo>
                    <a:pt x="18" y="12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7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6" name="Picture 138" descr="video1">
              <a:extLst>
                <a:ext uri="{FF2B5EF4-FFF2-40B4-BE49-F238E27FC236}">
                  <a16:creationId xmlns:a16="http://schemas.microsoft.com/office/drawing/2014/main" id="{B2DF913B-0088-D047-8E12-A578FC3D38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83" y="3400"/>
              <a:ext cx="889" cy="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7" name="Group 349">
            <a:extLst>
              <a:ext uri="{FF2B5EF4-FFF2-40B4-BE49-F238E27FC236}">
                <a16:creationId xmlns:a16="http://schemas.microsoft.com/office/drawing/2014/main" id="{A8D2D0E4-8A9D-5F41-B48D-FC769689ADFF}"/>
              </a:ext>
            </a:extLst>
          </p:cNvPr>
          <p:cNvGrpSpPr>
            <a:grpSpLocks/>
          </p:cNvGrpSpPr>
          <p:nvPr/>
        </p:nvGrpSpPr>
        <p:grpSpPr bwMode="auto">
          <a:xfrm>
            <a:off x="5138301" y="2487004"/>
            <a:ext cx="583292" cy="621162"/>
            <a:chOff x="4437" y="1472"/>
            <a:chExt cx="427" cy="418"/>
          </a:xfrm>
        </p:grpSpPr>
        <p:sp>
          <p:nvSpPr>
            <p:cNvPr id="68" name="Rectangle 350">
              <a:extLst>
                <a:ext uri="{FF2B5EF4-FFF2-40B4-BE49-F238E27FC236}">
                  <a16:creationId xmlns:a16="http://schemas.microsoft.com/office/drawing/2014/main" id="{7C696386-B7C3-484A-867B-0D97C3E29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" y="1475"/>
              <a:ext cx="421" cy="361"/>
            </a:xfrm>
            <a:prstGeom prst="rect">
              <a:avLst/>
            </a:prstGeom>
            <a:gradFill rotWithShape="0">
              <a:gsLst>
                <a:gs pos="0">
                  <a:srgbClr val="99CCFF">
                    <a:gamma/>
                    <a:shade val="46275"/>
                    <a:invGamma/>
                  </a:srgbClr>
                </a:gs>
                <a:gs pos="50000">
                  <a:srgbClr val="99CCFF"/>
                </a:gs>
                <a:gs pos="100000">
                  <a:srgbClr val="99CC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19050">
              <a:solidFill>
                <a:srgbClr val="5F5F5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69" name="Rectangle 351">
              <a:extLst>
                <a:ext uri="{FF2B5EF4-FFF2-40B4-BE49-F238E27FC236}">
                  <a16:creationId xmlns:a16="http://schemas.microsoft.com/office/drawing/2014/main" id="{80E64DF2-CAD9-D44B-A4E7-34F5E1C09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7" y="1837"/>
              <a:ext cx="179" cy="23"/>
            </a:xfrm>
            <a:prstGeom prst="rect">
              <a:avLst/>
            </a:prstGeom>
            <a:solidFill>
              <a:srgbClr val="5F5F5F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70" name="Rectangle 352">
              <a:extLst>
                <a:ext uri="{FF2B5EF4-FFF2-40B4-BE49-F238E27FC236}">
                  <a16:creationId xmlns:a16="http://schemas.microsoft.com/office/drawing/2014/main" id="{1D8E5D70-F00A-BE4D-BC86-BB934A069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2" y="1866"/>
              <a:ext cx="414" cy="24"/>
            </a:xfrm>
            <a:prstGeom prst="rect">
              <a:avLst/>
            </a:prstGeom>
            <a:solidFill>
              <a:schemeClr val="tx2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71" name="Rectangle 353">
              <a:extLst>
                <a:ext uri="{FF2B5EF4-FFF2-40B4-BE49-F238E27FC236}">
                  <a16:creationId xmlns:a16="http://schemas.microsoft.com/office/drawing/2014/main" id="{7D6F4F20-44DD-6543-9079-83C96AAAE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" y="1472"/>
              <a:ext cx="423" cy="356"/>
            </a:xfrm>
            <a:prstGeom prst="rect">
              <a:avLst/>
            </a:prstGeom>
            <a:noFill/>
            <a:ln w="19050">
              <a:solidFill>
                <a:schemeClr val="accent2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</p:grpSp>
      <p:sp>
        <p:nvSpPr>
          <p:cNvPr id="73" name="Freeform 1287">
            <a:extLst>
              <a:ext uri="{FF2B5EF4-FFF2-40B4-BE49-F238E27FC236}">
                <a16:creationId xmlns:a16="http://schemas.microsoft.com/office/drawing/2014/main" id="{BE3F4D34-D002-FF47-ADC9-CAFBBDBBD046}"/>
              </a:ext>
            </a:extLst>
          </p:cNvPr>
          <p:cNvSpPr>
            <a:spLocks/>
          </p:cNvSpPr>
          <p:nvPr/>
        </p:nvSpPr>
        <p:spPr bwMode="auto">
          <a:xfrm>
            <a:off x="2405877" y="2063933"/>
            <a:ext cx="1997127" cy="1150190"/>
          </a:xfrm>
          <a:custGeom>
            <a:avLst/>
            <a:gdLst>
              <a:gd name="T0" fmla="*/ 2147483647 w 1036"/>
              <a:gd name="T1" fmla="*/ 2147483647 h 675"/>
              <a:gd name="T2" fmla="*/ 2147483647 w 1036"/>
              <a:gd name="T3" fmla="*/ 2147483647 h 675"/>
              <a:gd name="T4" fmla="*/ 2147483647 w 1036"/>
              <a:gd name="T5" fmla="*/ 2147483647 h 675"/>
              <a:gd name="T6" fmla="*/ 2147483647 w 1036"/>
              <a:gd name="T7" fmla="*/ 2147483647 h 675"/>
              <a:gd name="T8" fmla="*/ 2147483647 w 1036"/>
              <a:gd name="T9" fmla="*/ 2147483647 h 675"/>
              <a:gd name="T10" fmla="*/ 2147483647 w 1036"/>
              <a:gd name="T11" fmla="*/ 2147483647 h 675"/>
              <a:gd name="T12" fmla="*/ 2147483647 w 1036"/>
              <a:gd name="T13" fmla="*/ 2147483647 h 675"/>
              <a:gd name="T14" fmla="*/ 2147483647 w 1036"/>
              <a:gd name="T15" fmla="*/ 2147483647 h 675"/>
              <a:gd name="T16" fmla="*/ 2147483647 w 1036"/>
              <a:gd name="T17" fmla="*/ 2147483647 h 675"/>
              <a:gd name="T18" fmla="*/ 2147483647 w 1036"/>
              <a:gd name="T19" fmla="*/ 2147483647 h 675"/>
              <a:gd name="T20" fmla="*/ 2147483647 w 1036"/>
              <a:gd name="T21" fmla="*/ 2147483647 h 675"/>
              <a:gd name="T22" fmla="*/ 2147483647 w 1036"/>
              <a:gd name="T23" fmla="*/ 2147483647 h 675"/>
              <a:gd name="T24" fmla="*/ 2147483647 w 1036"/>
              <a:gd name="T25" fmla="*/ 2147483647 h 675"/>
              <a:gd name="T26" fmla="*/ 2147483647 w 1036"/>
              <a:gd name="T27" fmla="*/ 2147483647 h 675"/>
              <a:gd name="T28" fmla="*/ 2147483647 w 1036"/>
              <a:gd name="T29" fmla="*/ 2147483647 h 675"/>
              <a:gd name="T30" fmla="*/ 2147483647 w 1036"/>
              <a:gd name="T31" fmla="*/ 2147483647 h 675"/>
              <a:gd name="T32" fmla="*/ 2147483647 w 1036"/>
              <a:gd name="T33" fmla="*/ 2147483647 h 675"/>
              <a:gd name="T34" fmla="*/ 2147483647 w 1036"/>
              <a:gd name="T35" fmla="*/ 2147483647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74" name="Straight Connector 45">
            <a:extLst>
              <a:ext uri="{FF2B5EF4-FFF2-40B4-BE49-F238E27FC236}">
                <a16:creationId xmlns:a16="http://schemas.microsoft.com/office/drawing/2014/main" id="{8A8560CF-513B-B545-88A5-17807275F8B2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097155" y="2592961"/>
            <a:ext cx="1068231" cy="0"/>
          </a:xfrm>
          <a:prstGeom prst="line">
            <a:avLst/>
          </a:prstGeom>
          <a:noFill/>
          <a:ln w="317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75" name="Straight Connector 46">
            <a:extLst>
              <a:ext uri="{FF2B5EF4-FFF2-40B4-BE49-F238E27FC236}">
                <a16:creationId xmlns:a16="http://schemas.microsoft.com/office/drawing/2014/main" id="{49DD2A4D-3F1C-7743-9C44-C80C99333AC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827908" y="2621196"/>
            <a:ext cx="1044130" cy="0"/>
          </a:xfrm>
          <a:prstGeom prst="line">
            <a:avLst/>
          </a:prstGeom>
          <a:noFill/>
          <a:ln w="317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7" name="TextBox 64">
            <a:extLst>
              <a:ext uri="{FF2B5EF4-FFF2-40B4-BE49-F238E27FC236}">
                <a16:creationId xmlns:a16="http://schemas.microsoft.com/office/drawing/2014/main" id="{7B2A481B-313E-CB4A-BBF3-C6B1CD4E98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65901" y="3249340"/>
            <a:ext cx="659790" cy="344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client</a:t>
            </a:r>
            <a:endParaRPr kumimoji="0" lang="en-US" altLang="en-US" sz="1800" b="0" i="1" u="none" strike="noStrike" kern="120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78" name="TextBox 64">
            <a:extLst>
              <a:ext uri="{FF2B5EF4-FFF2-40B4-BE49-F238E27FC236}">
                <a16:creationId xmlns:a16="http://schemas.microsoft.com/office/drawing/2014/main" id="{8EF78B8E-FFDC-3842-BA26-33E096491B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8679" y="2839643"/>
            <a:ext cx="790928" cy="3165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Internet</a:t>
            </a:r>
            <a:endParaRPr kumimoji="0" lang="en-US" altLang="en-US" sz="1800" b="0" i="1" u="none" strike="noStrike" kern="120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79" name="Slide Number Placeholder 2">
            <a:extLst>
              <a:ext uri="{FF2B5EF4-FFF2-40B4-BE49-F238E27FC236}">
                <a16:creationId xmlns:a16="http://schemas.microsoft.com/office/drawing/2014/main" id="{E59B6253-15F0-6B43-92F4-CFCEFA7140A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107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947717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Streaming stored </a:t>
            </a:r>
            <a:r>
              <a:rPr lang="en-US" altLang="en-US" dirty="0">
                <a:ea typeface="ＭＳ Ｐゴシック" panose="020B0600070205080204" pitchFamily="34" charset="-128"/>
              </a:rPr>
              <a:t>v</a:t>
            </a:r>
            <a:r>
              <a:rPr lang="en-US" altLang="en-US" sz="4400" dirty="0">
                <a:ea typeface="ＭＳ Ｐゴシック" panose="020B0600070205080204" pitchFamily="34" charset="-128"/>
              </a:rPr>
              <a:t>ideo</a:t>
            </a:r>
          </a:p>
        </p:txBody>
      </p:sp>
      <p:grpSp>
        <p:nvGrpSpPr>
          <p:cNvPr id="266" name="Group 249">
            <a:extLst>
              <a:ext uri="{FF2B5EF4-FFF2-40B4-BE49-F238E27FC236}">
                <a16:creationId xmlns:a16="http://schemas.microsoft.com/office/drawing/2014/main" id="{AEF99E4D-FC62-9E44-84B6-19BBBFEFF1DB}"/>
              </a:ext>
            </a:extLst>
          </p:cNvPr>
          <p:cNvGrpSpPr>
            <a:grpSpLocks/>
          </p:cNvGrpSpPr>
          <p:nvPr/>
        </p:nvGrpSpPr>
        <p:grpSpPr bwMode="auto">
          <a:xfrm>
            <a:off x="3788806" y="4809551"/>
            <a:ext cx="427037" cy="785812"/>
            <a:chOff x="4140" y="429"/>
            <a:chExt cx="1425" cy="2396"/>
          </a:xfrm>
        </p:grpSpPr>
        <p:sp>
          <p:nvSpPr>
            <p:cNvPr id="267" name="Freeform 250">
              <a:extLst>
                <a:ext uri="{FF2B5EF4-FFF2-40B4-BE49-F238E27FC236}">
                  <a16:creationId xmlns:a16="http://schemas.microsoft.com/office/drawing/2014/main" id="{152BA2F1-00EA-F348-896B-A5C53F1E6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6 w 354"/>
                <a:gd name="T1" fmla="*/ 0 h 2742"/>
                <a:gd name="T2" fmla="*/ 145 w 354"/>
                <a:gd name="T3" fmla="*/ 164 h 2742"/>
                <a:gd name="T4" fmla="*/ 142 w 354"/>
                <a:gd name="T5" fmla="*/ 1268 h 2742"/>
                <a:gd name="T6" fmla="*/ 0 w 354"/>
                <a:gd name="T7" fmla="*/ 1325 h 2742"/>
                <a:gd name="T8" fmla="*/ 2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" name="Rectangle 251">
              <a:extLst>
                <a:ext uri="{FF2B5EF4-FFF2-40B4-BE49-F238E27FC236}">
                  <a16:creationId xmlns:a16="http://schemas.microsoft.com/office/drawing/2014/main" id="{300E6F11-612F-A14C-87F7-A8851BB4FE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charset="0"/>
              </a:endParaRPr>
            </a:p>
          </p:txBody>
        </p:sp>
        <p:sp>
          <p:nvSpPr>
            <p:cNvPr id="269" name="Freeform 252">
              <a:extLst>
                <a:ext uri="{FF2B5EF4-FFF2-40B4-BE49-F238E27FC236}">
                  <a16:creationId xmlns:a16="http://schemas.microsoft.com/office/drawing/2014/main" id="{826227F8-DADF-1E4A-9A6E-834CD4D3F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3 w 211"/>
                <a:gd name="T1" fmla="*/ 0 h 2537"/>
                <a:gd name="T2" fmla="*/ 87 w 211"/>
                <a:gd name="T3" fmla="*/ 106 h 2537"/>
                <a:gd name="T4" fmla="*/ 3 w 211"/>
                <a:gd name="T5" fmla="*/ 1208 h 2537"/>
                <a:gd name="T6" fmla="*/ 3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0" name="Freeform 253">
              <a:extLst>
                <a:ext uri="{FF2B5EF4-FFF2-40B4-BE49-F238E27FC236}">
                  <a16:creationId xmlns:a16="http://schemas.microsoft.com/office/drawing/2014/main" id="{D7185AF3-6DE0-EB40-87C6-269CBC3D7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36 w 328"/>
                <a:gd name="T3" fmla="*/ 62 h 226"/>
                <a:gd name="T4" fmla="*/ 135 w 328"/>
                <a:gd name="T5" fmla="*/ 110 h 226"/>
                <a:gd name="T6" fmla="*/ 0 w 328"/>
                <a:gd name="T7" fmla="*/ 4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1" name="Rectangle 254">
              <a:extLst>
                <a:ext uri="{FF2B5EF4-FFF2-40B4-BE49-F238E27FC236}">
                  <a16:creationId xmlns:a16="http://schemas.microsoft.com/office/drawing/2014/main" id="{2B2FED80-6596-EF4F-BE23-37718C861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5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charset="0"/>
              </a:endParaRPr>
            </a:p>
          </p:txBody>
        </p:sp>
        <p:grpSp>
          <p:nvGrpSpPr>
            <p:cNvPr id="272" name="Group 255">
              <a:extLst>
                <a:ext uri="{FF2B5EF4-FFF2-40B4-BE49-F238E27FC236}">
                  <a16:creationId xmlns:a16="http://schemas.microsoft.com/office/drawing/2014/main" id="{A9BE197D-0488-3C45-8D78-A04741AC7C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97" name="AutoShape 256">
                <a:extLst>
                  <a:ext uri="{FF2B5EF4-FFF2-40B4-BE49-F238E27FC236}">
                    <a16:creationId xmlns:a16="http://schemas.microsoft.com/office/drawing/2014/main" id="{8AEACE4E-2F2E-074E-944A-FD899A8CC1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 charset="0"/>
                </a:endParaRPr>
              </a:p>
            </p:txBody>
          </p:sp>
          <p:sp>
            <p:nvSpPr>
              <p:cNvPr id="298" name="AutoShape 257">
                <a:extLst>
                  <a:ext uri="{FF2B5EF4-FFF2-40B4-BE49-F238E27FC236}">
                    <a16:creationId xmlns:a16="http://schemas.microsoft.com/office/drawing/2014/main" id="{47728FA0-225D-FB46-B5EE-A10208785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0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 charset="0"/>
                </a:endParaRPr>
              </a:p>
            </p:txBody>
          </p:sp>
        </p:grpSp>
        <p:sp>
          <p:nvSpPr>
            <p:cNvPr id="273" name="Rectangle 258">
              <a:extLst>
                <a:ext uri="{FF2B5EF4-FFF2-40B4-BE49-F238E27FC236}">
                  <a16:creationId xmlns:a16="http://schemas.microsoft.com/office/drawing/2014/main" id="{5835E575-F49C-344B-9FDD-DA2C3607B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20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charset="0"/>
              </a:endParaRPr>
            </a:p>
          </p:txBody>
        </p:sp>
        <p:grpSp>
          <p:nvGrpSpPr>
            <p:cNvPr id="274" name="Group 259">
              <a:extLst>
                <a:ext uri="{FF2B5EF4-FFF2-40B4-BE49-F238E27FC236}">
                  <a16:creationId xmlns:a16="http://schemas.microsoft.com/office/drawing/2014/main" id="{AA22B6E8-7F7A-CB4E-8291-401102CED3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95" name="AutoShape 260">
                <a:extLst>
                  <a:ext uri="{FF2B5EF4-FFF2-40B4-BE49-F238E27FC236}">
                    <a16:creationId xmlns:a16="http://schemas.microsoft.com/office/drawing/2014/main" id="{C1C77C6E-EED3-394E-B167-C41757211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9"/>
                <a:ext cx="721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 charset="0"/>
                </a:endParaRPr>
              </a:p>
            </p:txBody>
          </p:sp>
          <p:sp>
            <p:nvSpPr>
              <p:cNvPr id="296" name="AutoShape 261">
                <a:extLst>
                  <a:ext uri="{FF2B5EF4-FFF2-40B4-BE49-F238E27FC236}">
                    <a16:creationId xmlns:a16="http://schemas.microsoft.com/office/drawing/2014/main" id="{AA09AEA7-1D87-B24F-B374-BDBF7482BD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 charset="0"/>
                </a:endParaRPr>
              </a:p>
            </p:txBody>
          </p:sp>
        </p:grpSp>
        <p:sp>
          <p:nvSpPr>
            <p:cNvPr id="275" name="Rectangle 262">
              <a:extLst>
                <a:ext uri="{FF2B5EF4-FFF2-40B4-BE49-F238E27FC236}">
                  <a16:creationId xmlns:a16="http://schemas.microsoft.com/office/drawing/2014/main" id="{3F42A0BC-CF2E-E24A-A739-845C15ECF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8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charset="0"/>
              </a:endParaRPr>
            </a:p>
          </p:txBody>
        </p:sp>
        <p:sp>
          <p:nvSpPr>
            <p:cNvPr id="276" name="Rectangle 263">
              <a:extLst>
                <a:ext uri="{FF2B5EF4-FFF2-40B4-BE49-F238E27FC236}">
                  <a16:creationId xmlns:a16="http://schemas.microsoft.com/office/drawing/2014/main" id="{E64B3966-F003-C44C-9B00-0FD0B4E8C8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4"/>
              <a:ext cx="599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charset="0"/>
              </a:endParaRPr>
            </a:p>
          </p:txBody>
        </p:sp>
        <p:grpSp>
          <p:nvGrpSpPr>
            <p:cNvPr id="277" name="Group 264">
              <a:extLst>
                <a:ext uri="{FF2B5EF4-FFF2-40B4-BE49-F238E27FC236}">
                  <a16:creationId xmlns:a16="http://schemas.microsoft.com/office/drawing/2014/main" id="{EF07E87F-184A-DE45-8C7F-573AF2537D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93" name="AutoShape 265">
                <a:extLst>
                  <a:ext uri="{FF2B5EF4-FFF2-40B4-BE49-F238E27FC236}">
                    <a16:creationId xmlns:a16="http://schemas.microsoft.com/office/drawing/2014/main" id="{E5E61D30-25AE-8741-9618-75C55AD79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1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 charset="0"/>
                </a:endParaRPr>
              </a:p>
            </p:txBody>
          </p:sp>
          <p:sp>
            <p:nvSpPr>
              <p:cNvPr id="294" name="AutoShape 266">
                <a:extLst>
                  <a:ext uri="{FF2B5EF4-FFF2-40B4-BE49-F238E27FC236}">
                    <a16:creationId xmlns:a16="http://schemas.microsoft.com/office/drawing/2014/main" id="{CF8FF070-F087-7840-9F19-7200142BF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 charset="0"/>
                </a:endParaRPr>
              </a:p>
            </p:txBody>
          </p:sp>
        </p:grpSp>
        <p:sp>
          <p:nvSpPr>
            <p:cNvPr id="278" name="Freeform 267">
              <a:extLst>
                <a:ext uri="{FF2B5EF4-FFF2-40B4-BE49-F238E27FC236}">
                  <a16:creationId xmlns:a16="http://schemas.microsoft.com/office/drawing/2014/main" id="{4672D609-04BB-4646-8153-695039806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36 w 328"/>
                <a:gd name="T3" fmla="*/ 61 h 226"/>
                <a:gd name="T4" fmla="*/ 135 w 328"/>
                <a:gd name="T5" fmla="*/ 108 h 226"/>
                <a:gd name="T6" fmla="*/ 0 w 328"/>
                <a:gd name="T7" fmla="*/ 4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79" name="Group 268">
              <a:extLst>
                <a:ext uri="{FF2B5EF4-FFF2-40B4-BE49-F238E27FC236}">
                  <a16:creationId xmlns:a16="http://schemas.microsoft.com/office/drawing/2014/main" id="{521FCA2B-F1A7-DA40-B114-6914827409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91" name="AutoShape 269">
                <a:extLst>
                  <a:ext uri="{FF2B5EF4-FFF2-40B4-BE49-F238E27FC236}">
                    <a16:creationId xmlns:a16="http://schemas.microsoft.com/office/drawing/2014/main" id="{9DDABA87-8024-3345-81DC-B285EC1C0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6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 charset="0"/>
                </a:endParaRPr>
              </a:p>
            </p:txBody>
          </p:sp>
          <p:sp>
            <p:nvSpPr>
              <p:cNvPr id="292" name="AutoShape 270">
                <a:extLst>
                  <a:ext uri="{FF2B5EF4-FFF2-40B4-BE49-F238E27FC236}">
                    <a16:creationId xmlns:a16="http://schemas.microsoft.com/office/drawing/2014/main" id="{314CD0E5-F403-E245-A748-507AF5E0B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 charset="0"/>
                </a:endParaRPr>
              </a:p>
            </p:txBody>
          </p:sp>
        </p:grpSp>
        <p:sp>
          <p:nvSpPr>
            <p:cNvPr id="280" name="Rectangle 271">
              <a:extLst>
                <a:ext uri="{FF2B5EF4-FFF2-40B4-BE49-F238E27FC236}">
                  <a16:creationId xmlns:a16="http://schemas.microsoft.com/office/drawing/2014/main" id="{B559F645-7351-C144-9AE2-DCA74DB20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charset="0"/>
              </a:endParaRPr>
            </a:p>
          </p:txBody>
        </p:sp>
        <p:sp>
          <p:nvSpPr>
            <p:cNvPr id="281" name="Freeform 272">
              <a:extLst>
                <a:ext uri="{FF2B5EF4-FFF2-40B4-BE49-F238E27FC236}">
                  <a16:creationId xmlns:a16="http://schemas.microsoft.com/office/drawing/2014/main" id="{BDBAE511-74F9-3244-94BC-D6E8C23A4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20 w 296"/>
                <a:gd name="T3" fmla="*/ 69 h 256"/>
                <a:gd name="T4" fmla="*/ 122 w 296"/>
                <a:gd name="T5" fmla="*/ 122 h 256"/>
                <a:gd name="T6" fmla="*/ 0 w 296"/>
                <a:gd name="T7" fmla="*/ 4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2" name="Freeform 273">
              <a:extLst>
                <a:ext uri="{FF2B5EF4-FFF2-40B4-BE49-F238E27FC236}">
                  <a16:creationId xmlns:a16="http://schemas.microsoft.com/office/drawing/2014/main" id="{F24246BA-27AC-EC49-8B17-EBFCCF1EC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26 w 304"/>
                <a:gd name="T3" fmla="*/ 79 h 288"/>
                <a:gd name="T4" fmla="*/ 118 w 304"/>
                <a:gd name="T5" fmla="*/ 139 h 288"/>
                <a:gd name="T6" fmla="*/ 3 w 304"/>
                <a:gd name="T7" fmla="*/ 6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3" name="Oval 274">
              <a:extLst>
                <a:ext uri="{FF2B5EF4-FFF2-40B4-BE49-F238E27FC236}">
                  <a16:creationId xmlns:a16="http://schemas.microsoft.com/office/drawing/2014/main" id="{AE61D6B1-7441-3042-851B-64FDF1B98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2"/>
              <a:ext cx="48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charset="0"/>
              </a:endParaRPr>
            </a:p>
          </p:txBody>
        </p:sp>
        <p:sp>
          <p:nvSpPr>
            <p:cNvPr id="284" name="Freeform 275">
              <a:extLst>
                <a:ext uri="{FF2B5EF4-FFF2-40B4-BE49-F238E27FC236}">
                  <a16:creationId xmlns:a16="http://schemas.microsoft.com/office/drawing/2014/main" id="{949FFF87-993A-424E-B000-F5B7857D8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51 h 240"/>
                <a:gd name="T2" fmla="*/ 2 w 306"/>
                <a:gd name="T3" fmla="*/ 116 h 240"/>
                <a:gd name="T4" fmla="*/ 126 w 306"/>
                <a:gd name="T5" fmla="*/ 53 h 240"/>
                <a:gd name="T6" fmla="*/ 123 w 306"/>
                <a:gd name="T7" fmla="*/ 0 h 240"/>
                <a:gd name="T8" fmla="*/ 0 w 306"/>
                <a:gd name="T9" fmla="*/ 51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5" name="AutoShape 276">
              <a:extLst>
                <a:ext uri="{FF2B5EF4-FFF2-40B4-BE49-F238E27FC236}">
                  <a16:creationId xmlns:a16="http://schemas.microsoft.com/office/drawing/2014/main" id="{4730E002-A069-AD40-BDAF-BCE034E21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3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charset="0"/>
              </a:endParaRPr>
            </a:p>
          </p:txBody>
        </p:sp>
        <p:sp>
          <p:nvSpPr>
            <p:cNvPr id="286" name="AutoShape 277">
              <a:extLst>
                <a:ext uri="{FF2B5EF4-FFF2-40B4-BE49-F238E27FC236}">
                  <a16:creationId xmlns:a16="http://schemas.microsoft.com/office/drawing/2014/main" id="{6A5BF613-0ADA-FE48-97C8-629542574E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5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charset="0"/>
              </a:endParaRPr>
            </a:p>
          </p:txBody>
        </p:sp>
        <p:sp>
          <p:nvSpPr>
            <p:cNvPr id="287" name="Oval 278">
              <a:extLst>
                <a:ext uri="{FF2B5EF4-FFF2-40B4-BE49-F238E27FC236}">
                  <a16:creationId xmlns:a16="http://schemas.microsoft.com/office/drawing/2014/main" id="{93CD8B37-7AC2-934F-A6E3-3F0FBCB01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0"/>
              <a:ext cx="159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charset="0"/>
              </a:endParaRPr>
            </a:p>
          </p:txBody>
        </p:sp>
        <p:sp>
          <p:nvSpPr>
            <p:cNvPr id="288" name="Oval 279">
              <a:extLst>
                <a:ext uri="{FF2B5EF4-FFF2-40B4-BE49-F238E27FC236}">
                  <a16:creationId xmlns:a16="http://schemas.microsoft.com/office/drawing/2014/main" id="{51EF5D37-9B48-6343-A5F5-69AB85337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5"/>
              <a:ext cx="164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charset="0"/>
              </a:endParaRPr>
            </a:p>
          </p:txBody>
        </p:sp>
        <p:sp>
          <p:nvSpPr>
            <p:cNvPr id="289" name="Oval 280">
              <a:extLst>
                <a:ext uri="{FF2B5EF4-FFF2-40B4-BE49-F238E27FC236}">
                  <a16:creationId xmlns:a16="http://schemas.microsoft.com/office/drawing/2014/main" id="{6B00B086-5270-394E-9B40-A976F059E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4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charset="0"/>
              </a:endParaRPr>
            </a:p>
          </p:txBody>
        </p:sp>
        <p:sp>
          <p:nvSpPr>
            <p:cNvPr id="290" name="Rectangle 281">
              <a:extLst>
                <a:ext uri="{FF2B5EF4-FFF2-40B4-BE49-F238E27FC236}">
                  <a16:creationId xmlns:a16="http://schemas.microsoft.com/office/drawing/2014/main" id="{14B0BF53-3A29-964D-B23D-474036984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8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charset="0"/>
              </a:endParaRPr>
            </a:p>
          </p:txBody>
        </p:sp>
      </p:grpSp>
      <p:grpSp>
        <p:nvGrpSpPr>
          <p:cNvPr id="299" name="Group 134">
            <a:extLst>
              <a:ext uri="{FF2B5EF4-FFF2-40B4-BE49-F238E27FC236}">
                <a16:creationId xmlns:a16="http://schemas.microsoft.com/office/drawing/2014/main" id="{035EEFA2-3531-EF4E-A6EF-BC8C83C2B5B5}"/>
              </a:ext>
            </a:extLst>
          </p:cNvPr>
          <p:cNvGrpSpPr>
            <a:grpSpLocks/>
          </p:cNvGrpSpPr>
          <p:nvPr/>
        </p:nvGrpSpPr>
        <p:grpSpPr bwMode="auto">
          <a:xfrm>
            <a:off x="3361768" y="4441251"/>
            <a:ext cx="1281113" cy="363537"/>
            <a:chOff x="3621" y="3265"/>
            <a:chExt cx="1776" cy="744"/>
          </a:xfrm>
        </p:grpSpPr>
        <p:pic>
          <p:nvPicPr>
            <p:cNvPr id="300" name="Picture 135" descr="reellogo">
              <a:extLst>
                <a:ext uri="{FF2B5EF4-FFF2-40B4-BE49-F238E27FC236}">
                  <a16:creationId xmlns:a16="http://schemas.microsoft.com/office/drawing/2014/main" id="{14DC10E9-52C9-8142-A6BD-FA98F27C71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1" y="3265"/>
              <a:ext cx="1776" cy="7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1" name="Freeform 136">
              <a:extLst>
                <a:ext uri="{FF2B5EF4-FFF2-40B4-BE49-F238E27FC236}">
                  <a16:creationId xmlns:a16="http://schemas.microsoft.com/office/drawing/2014/main" id="{E8A0CF9D-AEF9-274D-8B33-ACF3DD6B2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3288"/>
              <a:ext cx="1402" cy="439"/>
            </a:xfrm>
            <a:custGeom>
              <a:avLst/>
              <a:gdLst>
                <a:gd name="T0" fmla="*/ 0 w 1401"/>
                <a:gd name="T1" fmla="*/ 6 h 438"/>
                <a:gd name="T2" fmla="*/ 27 w 1401"/>
                <a:gd name="T3" fmla="*/ 384 h 438"/>
                <a:gd name="T4" fmla="*/ 114 w 1401"/>
                <a:gd name="T5" fmla="*/ 381 h 438"/>
                <a:gd name="T6" fmla="*/ 132 w 1401"/>
                <a:gd name="T7" fmla="*/ 357 h 438"/>
                <a:gd name="T8" fmla="*/ 210 w 1401"/>
                <a:gd name="T9" fmla="*/ 402 h 438"/>
                <a:gd name="T10" fmla="*/ 450 w 1401"/>
                <a:gd name="T11" fmla="*/ 384 h 438"/>
                <a:gd name="T12" fmla="*/ 486 w 1401"/>
                <a:gd name="T13" fmla="*/ 393 h 438"/>
                <a:gd name="T14" fmla="*/ 690 w 1401"/>
                <a:gd name="T15" fmla="*/ 417 h 438"/>
                <a:gd name="T16" fmla="*/ 1074 w 1401"/>
                <a:gd name="T17" fmla="*/ 438 h 438"/>
                <a:gd name="T18" fmla="*/ 1401 w 1401"/>
                <a:gd name="T19" fmla="*/ 420 h 438"/>
                <a:gd name="T20" fmla="*/ 1392 w 1401"/>
                <a:gd name="T21" fmla="*/ 165 h 438"/>
                <a:gd name="T22" fmla="*/ 291 w 1401"/>
                <a:gd name="T23" fmla="*/ 0 h 438"/>
                <a:gd name="T24" fmla="*/ 0 w 1401"/>
                <a:gd name="T25" fmla="*/ 6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01" h="438">
                  <a:moveTo>
                    <a:pt x="0" y="6"/>
                  </a:moveTo>
                  <a:lnTo>
                    <a:pt x="27" y="384"/>
                  </a:lnTo>
                  <a:lnTo>
                    <a:pt x="114" y="381"/>
                  </a:lnTo>
                  <a:lnTo>
                    <a:pt x="132" y="357"/>
                  </a:lnTo>
                  <a:lnTo>
                    <a:pt x="210" y="402"/>
                  </a:lnTo>
                  <a:lnTo>
                    <a:pt x="450" y="384"/>
                  </a:lnTo>
                  <a:lnTo>
                    <a:pt x="486" y="393"/>
                  </a:lnTo>
                  <a:lnTo>
                    <a:pt x="690" y="417"/>
                  </a:lnTo>
                  <a:lnTo>
                    <a:pt x="1074" y="438"/>
                  </a:lnTo>
                  <a:lnTo>
                    <a:pt x="1401" y="420"/>
                  </a:lnTo>
                  <a:lnTo>
                    <a:pt x="1392" y="165"/>
                  </a:lnTo>
                  <a:lnTo>
                    <a:pt x="291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Arial"/>
              </a:endParaRPr>
            </a:p>
          </p:txBody>
        </p:sp>
        <p:sp>
          <p:nvSpPr>
            <p:cNvPr id="302" name="Freeform 137">
              <a:extLst>
                <a:ext uri="{FF2B5EF4-FFF2-40B4-BE49-F238E27FC236}">
                  <a16:creationId xmlns:a16="http://schemas.microsoft.com/office/drawing/2014/main" id="{DE9583DA-16F1-2D4B-929C-271789F62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3860"/>
              <a:ext cx="999" cy="120"/>
            </a:xfrm>
            <a:custGeom>
              <a:avLst/>
              <a:gdLst>
                <a:gd name="T0" fmla="*/ 0 w 999"/>
                <a:gd name="T1" fmla="*/ 6 h 123"/>
                <a:gd name="T2" fmla="*/ 717 w 999"/>
                <a:gd name="T3" fmla="*/ 12 h 123"/>
                <a:gd name="T4" fmla="*/ 744 w 999"/>
                <a:gd name="T5" fmla="*/ 36 h 123"/>
                <a:gd name="T6" fmla="*/ 801 w 999"/>
                <a:gd name="T7" fmla="*/ 42 h 123"/>
                <a:gd name="T8" fmla="*/ 876 w 999"/>
                <a:gd name="T9" fmla="*/ 6 h 123"/>
                <a:gd name="T10" fmla="*/ 933 w 999"/>
                <a:gd name="T11" fmla="*/ 0 h 123"/>
                <a:gd name="T12" fmla="*/ 981 w 999"/>
                <a:gd name="T13" fmla="*/ 15 h 123"/>
                <a:gd name="T14" fmla="*/ 999 w 999"/>
                <a:gd name="T15" fmla="*/ 51 h 123"/>
                <a:gd name="T16" fmla="*/ 987 w 999"/>
                <a:gd name="T17" fmla="*/ 123 h 123"/>
                <a:gd name="T18" fmla="*/ 18 w 999"/>
                <a:gd name="T19" fmla="*/ 120 h 123"/>
                <a:gd name="T20" fmla="*/ 0 w 999"/>
                <a:gd name="T21" fmla="*/ 6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9" h="123">
                  <a:moveTo>
                    <a:pt x="0" y="6"/>
                  </a:moveTo>
                  <a:lnTo>
                    <a:pt x="717" y="12"/>
                  </a:lnTo>
                  <a:lnTo>
                    <a:pt x="744" y="36"/>
                  </a:lnTo>
                  <a:lnTo>
                    <a:pt x="801" y="42"/>
                  </a:lnTo>
                  <a:lnTo>
                    <a:pt x="876" y="6"/>
                  </a:lnTo>
                  <a:lnTo>
                    <a:pt x="933" y="0"/>
                  </a:lnTo>
                  <a:lnTo>
                    <a:pt x="981" y="15"/>
                  </a:lnTo>
                  <a:lnTo>
                    <a:pt x="999" y="51"/>
                  </a:lnTo>
                  <a:lnTo>
                    <a:pt x="987" y="123"/>
                  </a:lnTo>
                  <a:lnTo>
                    <a:pt x="18" y="12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Arial"/>
              </a:endParaRPr>
            </a:p>
          </p:txBody>
        </p:sp>
        <p:pic>
          <p:nvPicPr>
            <p:cNvPr id="303" name="Picture 138" descr="video1">
              <a:extLst>
                <a:ext uri="{FF2B5EF4-FFF2-40B4-BE49-F238E27FC236}">
                  <a16:creationId xmlns:a16="http://schemas.microsoft.com/office/drawing/2014/main" id="{34AB05AF-3A1D-5E4A-AF17-1A795E8C62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83" y="3400"/>
              <a:ext cx="889" cy="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04" name="Line 168">
            <a:extLst>
              <a:ext uri="{FF2B5EF4-FFF2-40B4-BE49-F238E27FC236}">
                <a16:creationId xmlns:a16="http://schemas.microsoft.com/office/drawing/2014/main" id="{482428A4-15BB-F740-B74C-16D5589A557B}"/>
              </a:ext>
            </a:extLst>
          </p:cNvPr>
          <p:cNvSpPr>
            <a:spLocks noChangeShapeType="1"/>
          </p:cNvSpPr>
          <p:nvPr/>
        </p:nvSpPr>
        <p:spPr bwMode="auto">
          <a:xfrm>
            <a:off x="1396443" y="1371026"/>
            <a:ext cx="0" cy="28527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grpSp>
        <p:nvGrpSpPr>
          <p:cNvPr id="305" name="Group 357">
            <a:extLst>
              <a:ext uri="{FF2B5EF4-FFF2-40B4-BE49-F238E27FC236}">
                <a16:creationId xmlns:a16="http://schemas.microsoft.com/office/drawing/2014/main" id="{581A8529-F504-3846-8B36-89B971CA7477}"/>
              </a:ext>
            </a:extLst>
          </p:cNvPr>
          <p:cNvGrpSpPr>
            <a:grpSpLocks/>
          </p:cNvGrpSpPr>
          <p:nvPr/>
        </p:nvGrpSpPr>
        <p:grpSpPr bwMode="auto">
          <a:xfrm>
            <a:off x="2056843" y="3347465"/>
            <a:ext cx="1662113" cy="1489076"/>
            <a:chOff x="944" y="2184"/>
            <a:chExt cx="1047" cy="938"/>
          </a:xfrm>
        </p:grpSpPr>
        <p:sp>
          <p:nvSpPr>
            <p:cNvPr id="306" name="Freeform 207">
              <a:extLst>
                <a:ext uri="{FF2B5EF4-FFF2-40B4-BE49-F238E27FC236}">
                  <a16:creationId xmlns:a16="http://schemas.microsoft.com/office/drawing/2014/main" id="{FB5DBF6C-CEEB-DA4C-8661-582EC8619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184"/>
              <a:ext cx="660" cy="666"/>
            </a:xfrm>
            <a:custGeom>
              <a:avLst/>
              <a:gdLst>
                <a:gd name="T0" fmla="*/ 0 w 660"/>
                <a:gd name="T1" fmla="*/ 0 h 666"/>
                <a:gd name="T2" fmla="*/ 660 w 660"/>
                <a:gd name="T3" fmla="*/ 6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60" h="666">
                  <a:moveTo>
                    <a:pt x="0" y="0"/>
                  </a:moveTo>
                  <a:cubicBezTo>
                    <a:pt x="0" y="0"/>
                    <a:pt x="486" y="168"/>
                    <a:pt x="660" y="666"/>
                  </a:cubicBezTo>
                </a:path>
              </a:pathLst>
            </a:custGeom>
            <a:noFill/>
            <a:ln w="19050" cap="flat" cmpd="sng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Arial"/>
              </a:endParaRPr>
            </a:p>
          </p:txBody>
        </p:sp>
        <p:sp>
          <p:nvSpPr>
            <p:cNvPr id="307" name="Text Box 208">
              <a:extLst>
                <a:ext uri="{FF2B5EF4-FFF2-40B4-BE49-F238E27FC236}">
                  <a16:creationId xmlns:a16="http://schemas.microsoft.com/office/drawing/2014/main" id="{814C88A0-3287-EB46-9C41-FEA42D1AC9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4" y="2366"/>
              <a:ext cx="1047" cy="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342900" marR="0" lvl="0" indent="-34290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AutoNum type="arabicPeriod"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video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recorded (e.g., 30 frames/sec)</a:t>
              </a:r>
            </a:p>
          </p:txBody>
        </p:sp>
      </p:grpSp>
      <p:grpSp>
        <p:nvGrpSpPr>
          <p:cNvPr id="308" name="Group 262">
            <a:extLst>
              <a:ext uri="{FF2B5EF4-FFF2-40B4-BE49-F238E27FC236}">
                <a16:creationId xmlns:a16="http://schemas.microsoft.com/office/drawing/2014/main" id="{CECCA62F-4456-C34B-9177-029B14A96C8F}"/>
              </a:ext>
            </a:extLst>
          </p:cNvPr>
          <p:cNvGrpSpPr>
            <a:grpSpLocks/>
          </p:cNvGrpSpPr>
          <p:nvPr/>
        </p:nvGrpSpPr>
        <p:grpSpPr bwMode="auto">
          <a:xfrm>
            <a:off x="1586943" y="1691701"/>
            <a:ext cx="2552700" cy="2525712"/>
            <a:chOff x="648" y="1147"/>
            <a:chExt cx="1608" cy="1591"/>
          </a:xfrm>
        </p:grpSpPr>
        <p:grpSp>
          <p:nvGrpSpPr>
            <p:cNvPr id="309" name="Group 206">
              <a:extLst>
                <a:ext uri="{FF2B5EF4-FFF2-40B4-BE49-F238E27FC236}">
                  <a16:creationId xmlns:a16="http://schemas.microsoft.com/office/drawing/2014/main" id="{C77333BA-89DD-5D42-B008-4B67B599CF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" y="1725"/>
              <a:ext cx="1024" cy="1013"/>
              <a:chOff x="672" y="1071"/>
              <a:chExt cx="1024" cy="1013"/>
            </a:xfrm>
          </p:grpSpPr>
          <p:grpSp>
            <p:nvGrpSpPr>
              <p:cNvPr id="325" name="Group 189">
                <a:extLst>
                  <a:ext uri="{FF2B5EF4-FFF2-40B4-BE49-F238E27FC236}">
                    <a16:creationId xmlns:a16="http://schemas.microsoft.com/office/drawing/2014/main" id="{8A85A2D3-A990-8B41-B23F-258454EAAF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2" y="1506"/>
                <a:ext cx="583" cy="578"/>
                <a:chOff x="672" y="1486"/>
                <a:chExt cx="583" cy="578"/>
              </a:xfrm>
            </p:grpSpPr>
            <p:grpSp>
              <p:nvGrpSpPr>
                <p:cNvPr id="336" name="Group 181">
                  <a:extLst>
                    <a:ext uri="{FF2B5EF4-FFF2-40B4-BE49-F238E27FC236}">
                      <a16:creationId xmlns:a16="http://schemas.microsoft.com/office/drawing/2014/main" id="{7BDB39B8-53B4-9640-A017-C997019C694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77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344" name="Group 177">
                    <a:extLst>
                      <a:ext uri="{FF2B5EF4-FFF2-40B4-BE49-F238E27FC236}">
                        <a16:creationId xmlns:a16="http://schemas.microsoft.com/office/drawing/2014/main" id="{8EEE6973-A2DA-CC47-BBFC-6F5DF3C1820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48" name="Line 173">
                      <a:extLst>
                        <a:ext uri="{FF2B5EF4-FFF2-40B4-BE49-F238E27FC236}">
                          <a16:creationId xmlns:a16="http://schemas.microsoft.com/office/drawing/2014/main" id="{EA80EC66-00D7-FA43-A803-FB245F2B604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349" name="Line 176">
                      <a:extLst>
                        <a:ext uri="{FF2B5EF4-FFF2-40B4-BE49-F238E27FC236}">
                          <a16:creationId xmlns:a16="http://schemas.microsoft.com/office/drawing/2014/main" id="{F568A800-6A4E-6E4C-A167-13E4AE46AF8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345" name="Group 178">
                    <a:extLst>
                      <a:ext uri="{FF2B5EF4-FFF2-40B4-BE49-F238E27FC236}">
                        <a16:creationId xmlns:a16="http://schemas.microsoft.com/office/drawing/2014/main" id="{302EE25B-7A88-5F4B-B370-A03D1B2E52E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46" name="Line 179">
                      <a:extLst>
                        <a:ext uri="{FF2B5EF4-FFF2-40B4-BE49-F238E27FC236}">
                          <a16:creationId xmlns:a16="http://schemas.microsoft.com/office/drawing/2014/main" id="{40C6F382-C5D0-DC4C-9C98-5B6A9F97A11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347" name="Line 180">
                      <a:extLst>
                        <a:ext uri="{FF2B5EF4-FFF2-40B4-BE49-F238E27FC236}">
                          <a16:creationId xmlns:a16="http://schemas.microsoft.com/office/drawing/2014/main" id="{8060F88C-6D9A-F042-9854-C307CF9849B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337" name="Group 182">
                  <a:extLst>
                    <a:ext uri="{FF2B5EF4-FFF2-40B4-BE49-F238E27FC236}">
                      <a16:creationId xmlns:a16="http://schemas.microsoft.com/office/drawing/2014/main" id="{D0EB01A1-2EA5-0244-A29B-7580513BED0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64" y="148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338" name="Group 183">
                    <a:extLst>
                      <a:ext uri="{FF2B5EF4-FFF2-40B4-BE49-F238E27FC236}">
                        <a16:creationId xmlns:a16="http://schemas.microsoft.com/office/drawing/2014/main" id="{DBF9543B-F39B-274E-978C-E4A708F0B5D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42" name="Line 184">
                      <a:extLst>
                        <a:ext uri="{FF2B5EF4-FFF2-40B4-BE49-F238E27FC236}">
                          <a16:creationId xmlns:a16="http://schemas.microsoft.com/office/drawing/2014/main" id="{F7E287B9-5EBA-D74E-B700-9B84F2EC573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343" name="Line 185">
                      <a:extLst>
                        <a:ext uri="{FF2B5EF4-FFF2-40B4-BE49-F238E27FC236}">
                          <a16:creationId xmlns:a16="http://schemas.microsoft.com/office/drawing/2014/main" id="{C9CC3AA3-BDCE-0744-85DB-208F60B23AC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339" name="Group 186">
                    <a:extLst>
                      <a:ext uri="{FF2B5EF4-FFF2-40B4-BE49-F238E27FC236}">
                        <a16:creationId xmlns:a16="http://schemas.microsoft.com/office/drawing/2014/main" id="{8734C907-441E-C244-A935-5A9EB6ADD3D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40" name="Line 187">
                      <a:extLst>
                        <a:ext uri="{FF2B5EF4-FFF2-40B4-BE49-F238E27FC236}">
                          <a16:creationId xmlns:a16="http://schemas.microsoft.com/office/drawing/2014/main" id="{AC34B541-4E74-6E49-BE49-13688810373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341" name="Line 188">
                      <a:extLst>
                        <a:ext uri="{FF2B5EF4-FFF2-40B4-BE49-F238E27FC236}">
                          <a16:creationId xmlns:a16="http://schemas.microsoft.com/office/drawing/2014/main" id="{C37337D0-1B0B-F845-B482-8E0EF9CEDCD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</p:grpSp>
          <p:grpSp>
            <p:nvGrpSpPr>
              <p:cNvPr id="326" name="Group 191">
                <a:extLst>
                  <a:ext uri="{FF2B5EF4-FFF2-40B4-BE49-F238E27FC236}">
                    <a16:creationId xmlns:a16="http://schemas.microsoft.com/office/drawing/2014/main" id="{7BAA7828-347D-144C-A484-CBD99CA1A1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59" y="1217"/>
                <a:ext cx="291" cy="288"/>
                <a:chOff x="672" y="1776"/>
                <a:chExt cx="291" cy="288"/>
              </a:xfrm>
            </p:grpSpPr>
            <p:grpSp>
              <p:nvGrpSpPr>
                <p:cNvPr id="330" name="Group 192">
                  <a:extLst>
                    <a:ext uri="{FF2B5EF4-FFF2-40B4-BE49-F238E27FC236}">
                      <a16:creationId xmlns:a16="http://schemas.microsoft.com/office/drawing/2014/main" id="{080D745B-F776-FE43-B32E-EC1B13E0B73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334" name="Line 193">
                    <a:extLst>
                      <a:ext uri="{FF2B5EF4-FFF2-40B4-BE49-F238E27FC236}">
                        <a16:creationId xmlns:a16="http://schemas.microsoft.com/office/drawing/2014/main" id="{F073E972-0C07-B94E-84EB-F8A969E5451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335" name="Line 194">
                    <a:extLst>
                      <a:ext uri="{FF2B5EF4-FFF2-40B4-BE49-F238E27FC236}">
                        <a16:creationId xmlns:a16="http://schemas.microsoft.com/office/drawing/2014/main" id="{BF80B266-F6B9-2A4A-AD3E-D1EF434B78D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</p:grpSp>
            <p:grpSp>
              <p:nvGrpSpPr>
                <p:cNvPr id="331" name="Group 195">
                  <a:extLst>
                    <a:ext uri="{FF2B5EF4-FFF2-40B4-BE49-F238E27FC236}">
                      <a16:creationId xmlns:a16="http://schemas.microsoft.com/office/drawing/2014/main" id="{BEFF0755-D770-E64E-BB14-71631F6530A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332" name="Line 196">
                    <a:extLst>
                      <a:ext uri="{FF2B5EF4-FFF2-40B4-BE49-F238E27FC236}">
                        <a16:creationId xmlns:a16="http://schemas.microsoft.com/office/drawing/2014/main" id="{9970CA13-0D4D-6C45-B64C-ECA2953D292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333" name="Line 197">
                    <a:extLst>
                      <a:ext uri="{FF2B5EF4-FFF2-40B4-BE49-F238E27FC236}">
                        <a16:creationId xmlns:a16="http://schemas.microsoft.com/office/drawing/2014/main" id="{544A36AB-3BBC-2940-8CEB-E11FCED7C0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</p:grpSp>
          </p:grpSp>
          <p:grpSp>
            <p:nvGrpSpPr>
              <p:cNvPr id="327" name="Group 199">
                <a:extLst>
                  <a:ext uri="{FF2B5EF4-FFF2-40B4-BE49-F238E27FC236}">
                    <a16:creationId xmlns:a16="http://schemas.microsoft.com/office/drawing/2014/main" id="{55C303CA-BC99-6643-8004-D37635DAFB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51" y="1071"/>
                <a:ext cx="145" cy="144"/>
                <a:chOff x="672" y="1920"/>
                <a:chExt cx="145" cy="144"/>
              </a:xfrm>
            </p:grpSpPr>
            <p:sp>
              <p:nvSpPr>
                <p:cNvPr id="328" name="Line 200">
                  <a:extLst>
                    <a:ext uri="{FF2B5EF4-FFF2-40B4-BE49-F238E27FC236}">
                      <a16:creationId xmlns:a16="http://schemas.microsoft.com/office/drawing/2014/main" id="{D7E3913D-9FDC-F340-A052-D88746D124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</a:endParaRPr>
                </a:p>
              </p:txBody>
            </p:sp>
            <p:sp>
              <p:nvSpPr>
                <p:cNvPr id="329" name="Line 201">
                  <a:extLst>
                    <a:ext uri="{FF2B5EF4-FFF2-40B4-BE49-F238E27FC236}">
                      <a16:creationId xmlns:a16="http://schemas.microsoft.com/office/drawing/2014/main" id="{142EF7B4-50D8-2943-AD1B-C335009812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8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</a:endParaRPr>
                </a:p>
              </p:txBody>
            </p:sp>
          </p:grpSp>
        </p:grpSp>
        <p:grpSp>
          <p:nvGrpSpPr>
            <p:cNvPr id="310" name="Group 237">
              <a:extLst>
                <a:ext uri="{FF2B5EF4-FFF2-40B4-BE49-F238E27FC236}">
                  <a16:creationId xmlns:a16="http://schemas.microsoft.com/office/drawing/2014/main" id="{9B34BEB4-4FF9-8B40-B66D-4EDCA35D74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3" y="1147"/>
              <a:ext cx="583" cy="578"/>
              <a:chOff x="672" y="1486"/>
              <a:chExt cx="583" cy="578"/>
            </a:xfrm>
          </p:grpSpPr>
          <p:grpSp>
            <p:nvGrpSpPr>
              <p:cNvPr id="311" name="Group 238">
                <a:extLst>
                  <a:ext uri="{FF2B5EF4-FFF2-40B4-BE49-F238E27FC236}">
                    <a16:creationId xmlns:a16="http://schemas.microsoft.com/office/drawing/2014/main" id="{0D1959A2-DB88-6F4B-8C5B-3061C8A94F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2" y="1776"/>
                <a:ext cx="291" cy="288"/>
                <a:chOff x="672" y="1776"/>
                <a:chExt cx="291" cy="288"/>
              </a:xfrm>
            </p:grpSpPr>
            <p:grpSp>
              <p:nvGrpSpPr>
                <p:cNvPr id="319" name="Group 239">
                  <a:extLst>
                    <a:ext uri="{FF2B5EF4-FFF2-40B4-BE49-F238E27FC236}">
                      <a16:creationId xmlns:a16="http://schemas.microsoft.com/office/drawing/2014/main" id="{3C6F65E0-86EC-1641-A410-19EF004957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323" name="Line 240">
                    <a:extLst>
                      <a:ext uri="{FF2B5EF4-FFF2-40B4-BE49-F238E27FC236}">
                        <a16:creationId xmlns:a16="http://schemas.microsoft.com/office/drawing/2014/main" id="{A4A03A53-563D-2E4E-B447-0601F752DEE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324" name="Line 241">
                    <a:extLst>
                      <a:ext uri="{FF2B5EF4-FFF2-40B4-BE49-F238E27FC236}">
                        <a16:creationId xmlns:a16="http://schemas.microsoft.com/office/drawing/2014/main" id="{4272D3B1-5096-A24D-9784-DFE7C5ED000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</p:grpSp>
            <p:grpSp>
              <p:nvGrpSpPr>
                <p:cNvPr id="320" name="Group 242">
                  <a:extLst>
                    <a:ext uri="{FF2B5EF4-FFF2-40B4-BE49-F238E27FC236}">
                      <a16:creationId xmlns:a16="http://schemas.microsoft.com/office/drawing/2014/main" id="{B2D22486-FFD1-1042-8AF1-5A878A82D10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321" name="Line 243">
                    <a:extLst>
                      <a:ext uri="{FF2B5EF4-FFF2-40B4-BE49-F238E27FC236}">
                        <a16:creationId xmlns:a16="http://schemas.microsoft.com/office/drawing/2014/main" id="{597BFF9E-F6C6-C84E-8FFA-8CFC0406DBC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322" name="Line 244">
                    <a:extLst>
                      <a:ext uri="{FF2B5EF4-FFF2-40B4-BE49-F238E27FC236}">
                        <a16:creationId xmlns:a16="http://schemas.microsoft.com/office/drawing/2014/main" id="{964E8744-6FF4-724B-A203-2418454DE57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</p:grpSp>
          </p:grpSp>
          <p:grpSp>
            <p:nvGrpSpPr>
              <p:cNvPr id="312" name="Group 245">
                <a:extLst>
                  <a:ext uri="{FF2B5EF4-FFF2-40B4-BE49-F238E27FC236}">
                    <a16:creationId xmlns:a16="http://schemas.microsoft.com/office/drawing/2014/main" id="{47D01BA6-9852-834A-B5F1-D93F8DCE2C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64" y="1486"/>
                <a:ext cx="291" cy="288"/>
                <a:chOff x="672" y="1776"/>
                <a:chExt cx="291" cy="288"/>
              </a:xfrm>
            </p:grpSpPr>
            <p:grpSp>
              <p:nvGrpSpPr>
                <p:cNvPr id="313" name="Group 246">
                  <a:extLst>
                    <a:ext uri="{FF2B5EF4-FFF2-40B4-BE49-F238E27FC236}">
                      <a16:creationId xmlns:a16="http://schemas.microsoft.com/office/drawing/2014/main" id="{A27FE7C3-AFCC-BD42-B31C-4050EDEC47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317" name="Line 247">
                    <a:extLst>
                      <a:ext uri="{FF2B5EF4-FFF2-40B4-BE49-F238E27FC236}">
                        <a16:creationId xmlns:a16="http://schemas.microsoft.com/office/drawing/2014/main" id="{C9007E8A-3559-C441-BD8C-B8D23A4202A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318" name="Line 248">
                    <a:extLst>
                      <a:ext uri="{FF2B5EF4-FFF2-40B4-BE49-F238E27FC236}">
                        <a16:creationId xmlns:a16="http://schemas.microsoft.com/office/drawing/2014/main" id="{79923FA7-D368-3A45-9EB3-81814AFFCB3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</p:grpSp>
            <p:grpSp>
              <p:nvGrpSpPr>
                <p:cNvPr id="314" name="Group 249">
                  <a:extLst>
                    <a:ext uri="{FF2B5EF4-FFF2-40B4-BE49-F238E27FC236}">
                      <a16:creationId xmlns:a16="http://schemas.microsoft.com/office/drawing/2014/main" id="{59663083-2325-5045-AACD-16293E50CA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315" name="Line 250">
                    <a:extLst>
                      <a:ext uri="{FF2B5EF4-FFF2-40B4-BE49-F238E27FC236}">
                        <a16:creationId xmlns:a16="http://schemas.microsoft.com/office/drawing/2014/main" id="{3DA93C20-E9D3-5F48-8A08-30C0C6E0D0F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316" name="Line 251">
                    <a:extLst>
                      <a:ext uri="{FF2B5EF4-FFF2-40B4-BE49-F238E27FC236}">
                        <a16:creationId xmlns:a16="http://schemas.microsoft.com/office/drawing/2014/main" id="{E7B69FBE-F697-5843-A2CF-1BC0FB43C51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</p:grpSp>
          </p:grpSp>
        </p:grpSp>
      </p:grpSp>
      <p:grpSp>
        <p:nvGrpSpPr>
          <p:cNvPr id="350" name="Group 358">
            <a:extLst>
              <a:ext uri="{FF2B5EF4-FFF2-40B4-BE49-F238E27FC236}">
                <a16:creationId xmlns:a16="http://schemas.microsoft.com/office/drawing/2014/main" id="{B1A75650-3CD8-7F42-A19F-FB22F9C5426D}"/>
              </a:ext>
            </a:extLst>
          </p:cNvPr>
          <p:cNvGrpSpPr>
            <a:grpSpLocks/>
          </p:cNvGrpSpPr>
          <p:nvPr/>
        </p:nvGrpSpPr>
        <p:grpSpPr bwMode="auto">
          <a:xfrm>
            <a:off x="3723718" y="3122038"/>
            <a:ext cx="1373188" cy="1296988"/>
            <a:chOff x="1994" y="2042"/>
            <a:chExt cx="865" cy="817"/>
          </a:xfrm>
        </p:grpSpPr>
        <p:sp>
          <p:nvSpPr>
            <p:cNvPr id="351" name="Freeform 209">
              <a:extLst>
                <a:ext uri="{FF2B5EF4-FFF2-40B4-BE49-F238E27FC236}">
                  <a16:creationId xmlns:a16="http://schemas.microsoft.com/office/drawing/2014/main" id="{726DD585-FDAA-D146-A36E-E461C4F3AF00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196" y="2196"/>
              <a:ext cx="660" cy="666"/>
            </a:xfrm>
            <a:custGeom>
              <a:avLst/>
              <a:gdLst>
                <a:gd name="T0" fmla="*/ 0 w 660"/>
                <a:gd name="T1" fmla="*/ 0 h 666"/>
                <a:gd name="T2" fmla="*/ 660 w 660"/>
                <a:gd name="T3" fmla="*/ 6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60" h="666">
                  <a:moveTo>
                    <a:pt x="0" y="0"/>
                  </a:moveTo>
                  <a:cubicBezTo>
                    <a:pt x="0" y="0"/>
                    <a:pt x="486" y="168"/>
                    <a:pt x="660" y="666"/>
                  </a:cubicBezTo>
                </a:path>
              </a:pathLst>
            </a:custGeom>
            <a:noFill/>
            <a:ln w="19050" cap="flat" cmpd="sng">
              <a:solidFill>
                <a:srgbClr val="CC0000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Arial"/>
              </a:endParaRPr>
            </a:p>
          </p:txBody>
        </p:sp>
        <p:sp>
          <p:nvSpPr>
            <p:cNvPr id="352" name="Text Box 305">
              <a:extLst>
                <a:ext uri="{FF2B5EF4-FFF2-40B4-BE49-F238E27FC236}">
                  <a16:creationId xmlns:a16="http://schemas.microsoft.com/office/drawing/2014/main" id="{0ADC53BD-DC1E-0447-B68F-69D1E40B8E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94" y="2042"/>
              <a:ext cx="638" cy="4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2. 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video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sent</a:t>
              </a:r>
            </a:p>
          </p:txBody>
        </p:sp>
      </p:grpSp>
      <p:sp>
        <p:nvSpPr>
          <p:cNvPr id="353" name="Text Box 354">
            <a:extLst>
              <a:ext uri="{FF2B5EF4-FFF2-40B4-BE49-F238E27FC236}">
                <a16:creationId xmlns:a16="http://schemas.microsoft.com/office/drawing/2014/main" id="{42A079BA-138E-2D44-8617-F62E7B879731}"/>
              </a:ext>
            </a:extLst>
          </p:cNvPr>
          <p:cNvSpPr txBox="1">
            <a:spLocks noChangeArrowheads="1"/>
          </p:cNvSpPr>
          <p:nvPr/>
        </p:nvSpPr>
        <p:spPr bwMode="auto">
          <a:xfrm rot="-5433387">
            <a:off x="145493" y="2518789"/>
            <a:ext cx="1957387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Cumulative data</a:t>
            </a:r>
          </a:p>
        </p:txBody>
      </p:sp>
      <p:grpSp>
        <p:nvGrpSpPr>
          <p:cNvPr id="354" name="Group 365">
            <a:extLst>
              <a:ext uri="{FF2B5EF4-FFF2-40B4-BE49-F238E27FC236}">
                <a16:creationId xmlns:a16="http://schemas.microsoft.com/office/drawing/2014/main" id="{9B87CE31-DB37-9A44-A229-BC284C3E993B}"/>
              </a:ext>
            </a:extLst>
          </p:cNvPr>
          <p:cNvGrpSpPr>
            <a:grpSpLocks/>
          </p:cNvGrpSpPr>
          <p:nvPr/>
        </p:nvGrpSpPr>
        <p:grpSpPr bwMode="auto">
          <a:xfrm>
            <a:off x="5009593" y="1507551"/>
            <a:ext cx="5768976" cy="4732339"/>
            <a:chOff x="2804" y="903"/>
            <a:chExt cx="3634" cy="2981"/>
          </a:xfrm>
        </p:grpSpPr>
        <p:sp>
          <p:nvSpPr>
            <p:cNvPr id="355" name="Line 360">
              <a:extLst>
                <a:ext uri="{FF2B5EF4-FFF2-40B4-BE49-F238E27FC236}">
                  <a16:creationId xmlns:a16="http://schemas.microsoft.com/office/drawing/2014/main" id="{F2FACE5B-2598-2B4B-A1C2-C2BAFF6685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2" y="903"/>
              <a:ext cx="0" cy="229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Arial"/>
              </a:endParaRPr>
            </a:p>
          </p:txBody>
        </p:sp>
        <p:sp>
          <p:nvSpPr>
            <p:cNvPr id="356" name="Text Box 361">
              <a:extLst>
                <a:ext uri="{FF2B5EF4-FFF2-40B4-BE49-F238E27FC236}">
                  <a16:creationId xmlns:a16="http://schemas.microsoft.com/office/drawing/2014/main" id="{D1AB6A8D-7F02-5641-A31E-07D5852A46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04" y="3198"/>
              <a:ext cx="3634" cy="686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prstDash val="sysDot"/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streaming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: at this time, client  playing out early part of video, while server still sending later part of video</a:t>
              </a:r>
            </a:p>
          </p:txBody>
        </p:sp>
      </p:grpSp>
      <p:sp>
        <p:nvSpPr>
          <p:cNvPr id="360" name="Text Box 366">
            <a:extLst>
              <a:ext uri="{FF2B5EF4-FFF2-40B4-BE49-F238E27FC236}">
                <a16:creationId xmlns:a16="http://schemas.microsoft.com/office/drawing/2014/main" id="{58466624-90AF-9D42-9091-9FAEB77AA6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57668" y="4236463"/>
            <a:ext cx="620713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time</a:t>
            </a:r>
          </a:p>
        </p:txBody>
      </p:sp>
      <p:grpSp>
        <p:nvGrpSpPr>
          <p:cNvPr id="362" name="Group 263">
            <a:extLst>
              <a:ext uri="{FF2B5EF4-FFF2-40B4-BE49-F238E27FC236}">
                <a16:creationId xmlns:a16="http://schemas.microsoft.com/office/drawing/2014/main" id="{EA56C58B-56AC-834F-849E-EA54C767221C}"/>
              </a:ext>
            </a:extLst>
          </p:cNvPr>
          <p:cNvGrpSpPr>
            <a:grpSpLocks/>
          </p:cNvGrpSpPr>
          <p:nvPr/>
        </p:nvGrpSpPr>
        <p:grpSpPr bwMode="auto">
          <a:xfrm>
            <a:off x="4478338" y="1693820"/>
            <a:ext cx="2552700" cy="2525713"/>
            <a:chOff x="648" y="1147"/>
            <a:chExt cx="1608" cy="1591"/>
          </a:xfrm>
        </p:grpSpPr>
        <p:grpSp>
          <p:nvGrpSpPr>
            <p:cNvPr id="411" name="Group 264">
              <a:extLst>
                <a:ext uri="{FF2B5EF4-FFF2-40B4-BE49-F238E27FC236}">
                  <a16:creationId xmlns:a16="http://schemas.microsoft.com/office/drawing/2014/main" id="{A10C73EE-575B-0448-A214-6B59FB271F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" y="1725"/>
              <a:ext cx="1024" cy="1013"/>
              <a:chOff x="672" y="1071"/>
              <a:chExt cx="1024" cy="1013"/>
            </a:xfrm>
          </p:grpSpPr>
          <p:grpSp>
            <p:nvGrpSpPr>
              <p:cNvPr id="427" name="Group 265">
                <a:extLst>
                  <a:ext uri="{FF2B5EF4-FFF2-40B4-BE49-F238E27FC236}">
                    <a16:creationId xmlns:a16="http://schemas.microsoft.com/office/drawing/2014/main" id="{F163D769-B2B9-5944-B2D0-4C48E895A9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2" y="1506"/>
                <a:ext cx="583" cy="578"/>
                <a:chOff x="672" y="1486"/>
                <a:chExt cx="583" cy="578"/>
              </a:xfrm>
            </p:grpSpPr>
            <p:grpSp>
              <p:nvGrpSpPr>
                <p:cNvPr id="438" name="Group 266">
                  <a:extLst>
                    <a:ext uri="{FF2B5EF4-FFF2-40B4-BE49-F238E27FC236}">
                      <a16:creationId xmlns:a16="http://schemas.microsoft.com/office/drawing/2014/main" id="{47CE18EE-DF25-8F4A-9956-7FA1F500B11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77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446" name="Group 267">
                    <a:extLst>
                      <a:ext uri="{FF2B5EF4-FFF2-40B4-BE49-F238E27FC236}">
                        <a16:creationId xmlns:a16="http://schemas.microsoft.com/office/drawing/2014/main" id="{3BB4504D-1A2B-9343-8787-5B23B121367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50" name="Line 268">
                      <a:extLst>
                        <a:ext uri="{FF2B5EF4-FFF2-40B4-BE49-F238E27FC236}">
                          <a16:creationId xmlns:a16="http://schemas.microsoft.com/office/drawing/2014/main" id="{47C9C95F-7187-0B4A-8496-E31A38F679B9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451" name="Line 269">
                      <a:extLst>
                        <a:ext uri="{FF2B5EF4-FFF2-40B4-BE49-F238E27FC236}">
                          <a16:creationId xmlns:a16="http://schemas.microsoft.com/office/drawing/2014/main" id="{33A91F87-4A1F-2D40-8D8C-B09DE015907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447" name="Group 270">
                    <a:extLst>
                      <a:ext uri="{FF2B5EF4-FFF2-40B4-BE49-F238E27FC236}">
                        <a16:creationId xmlns:a16="http://schemas.microsoft.com/office/drawing/2014/main" id="{500194A4-54C5-0641-B353-57816A03636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48" name="Line 271">
                      <a:extLst>
                        <a:ext uri="{FF2B5EF4-FFF2-40B4-BE49-F238E27FC236}">
                          <a16:creationId xmlns:a16="http://schemas.microsoft.com/office/drawing/2014/main" id="{1FDA36DA-2649-534C-B0C6-3320116F465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449" name="Line 272">
                      <a:extLst>
                        <a:ext uri="{FF2B5EF4-FFF2-40B4-BE49-F238E27FC236}">
                          <a16:creationId xmlns:a16="http://schemas.microsoft.com/office/drawing/2014/main" id="{ED38F4B9-ADDD-1740-ACAD-6B7D2291F3D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439" name="Group 273">
                  <a:extLst>
                    <a:ext uri="{FF2B5EF4-FFF2-40B4-BE49-F238E27FC236}">
                      <a16:creationId xmlns:a16="http://schemas.microsoft.com/office/drawing/2014/main" id="{DBA0E83F-92A1-3B41-828B-8B2BBBBAA69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64" y="148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440" name="Group 274">
                    <a:extLst>
                      <a:ext uri="{FF2B5EF4-FFF2-40B4-BE49-F238E27FC236}">
                        <a16:creationId xmlns:a16="http://schemas.microsoft.com/office/drawing/2014/main" id="{ADE50871-4E66-4249-9CD5-5873E4222FC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44" name="Line 275">
                      <a:extLst>
                        <a:ext uri="{FF2B5EF4-FFF2-40B4-BE49-F238E27FC236}">
                          <a16:creationId xmlns:a16="http://schemas.microsoft.com/office/drawing/2014/main" id="{6105385D-B8C1-9E47-B0C5-FD41228A2B3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445" name="Line 276">
                      <a:extLst>
                        <a:ext uri="{FF2B5EF4-FFF2-40B4-BE49-F238E27FC236}">
                          <a16:creationId xmlns:a16="http://schemas.microsoft.com/office/drawing/2014/main" id="{E47EBE3F-A869-2749-9EBA-837F378EC1B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441" name="Group 277">
                    <a:extLst>
                      <a:ext uri="{FF2B5EF4-FFF2-40B4-BE49-F238E27FC236}">
                        <a16:creationId xmlns:a16="http://schemas.microsoft.com/office/drawing/2014/main" id="{C321EA68-449A-194D-B714-57BECE87067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42" name="Line 278">
                      <a:extLst>
                        <a:ext uri="{FF2B5EF4-FFF2-40B4-BE49-F238E27FC236}">
                          <a16:creationId xmlns:a16="http://schemas.microsoft.com/office/drawing/2014/main" id="{0BC1D629-7CBF-4947-BBB5-DF0E6A1B00D7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443" name="Line 279">
                      <a:extLst>
                        <a:ext uri="{FF2B5EF4-FFF2-40B4-BE49-F238E27FC236}">
                          <a16:creationId xmlns:a16="http://schemas.microsoft.com/office/drawing/2014/main" id="{E702AD42-70DB-5441-87E9-BC7872AFFF3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</p:grpSp>
          <p:grpSp>
            <p:nvGrpSpPr>
              <p:cNvPr id="428" name="Group 280">
                <a:extLst>
                  <a:ext uri="{FF2B5EF4-FFF2-40B4-BE49-F238E27FC236}">
                    <a16:creationId xmlns:a16="http://schemas.microsoft.com/office/drawing/2014/main" id="{BE071EE1-B986-0248-B7C6-E944D585DA3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59" y="1217"/>
                <a:ext cx="291" cy="288"/>
                <a:chOff x="672" y="1776"/>
                <a:chExt cx="291" cy="288"/>
              </a:xfrm>
            </p:grpSpPr>
            <p:grpSp>
              <p:nvGrpSpPr>
                <p:cNvPr id="432" name="Group 281">
                  <a:extLst>
                    <a:ext uri="{FF2B5EF4-FFF2-40B4-BE49-F238E27FC236}">
                      <a16:creationId xmlns:a16="http://schemas.microsoft.com/office/drawing/2014/main" id="{7229A489-CAC6-274F-AF69-A101419B763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436" name="Line 282">
                    <a:extLst>
                      <a:ext uri="{FF2B5EF4-FFF2-40B4-BE49-F238E27FC236}">
                        <a16:creationId xmlns:a16="http://schemas.microsoft.com/office/drawing/2014/main" id="{74E31333-2568-0642-8D3B-1650F159FCF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437" name="Line 283">
                    <a:extLst>
                      <a:ext uri="{FF2B5EF4-FFF2-40B4-BE49-F238E27FC236}">
                        <a16:creationId xmlns:a16="http://schemas.microsoft.com/office/drawing/2014/main" id="{98BA3F1E-08EE-4746-B16D-A5A2FB8E92D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</p:grpSp>
            <p:grpSp>
              <p:nvGrpSpPr>
                <p:cNvPr id="433" name="Group 284">
                  <a:extLst>
                    <a:ext uri="{FF2B5EF4-FFF2-40B4-BE49-F238E27FC236}">
                      <a16:creationId xmlns:a16="http://schemas.microsoft.com/office/drawing/2014/main" id="{199D0F45-97C2-344B-85F5-3E8B9657CFE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434" name="Line 285">
                    <a:extLst>
                      <a:ext uri="{FF2B5EF4-FFF2-40B4-BE49-F238E27FC236}">
                        <a16:creationId xmlns:a16="http://schemas.microsoft.com/office/drawing/2014/main" id="{B2664896-9A99-934B-910D-7193C0DAD30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435" name="Line 286">
                    <a:extLst>
                      <a:ext uri="{FF2B5EF4-FFF2-40B4-BE49-F238E27FC236}">
                        <a16:creationId xmlns:a16="http://schemas.microsoft.com/office/drawing/2014/main" id="{E43C55B4-FF96-6947-854C-72D13A10754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</p:grpSp>
          </p:grpSp>
          <p:grpSp>
            <p:nvGrpSpPr>
              <p:cNvPr id="429" name="Group 287">
                <a:extLst>
                  <a:ext uri="{FF2B5EF4-FFF2-40B4-BE49-F238E27FC236}">
                    <a16:creationId xmlns:a16="http://schemas.microsoft.com/office/drawing/2014/main" id="{E773068B-72AF-1E4E-805C-FB886AD664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51" y="1071"/>
                <a:ext cx="145" cy="144"/>
                <a:chOff x="672" y="1920"/>
                <a:chExt cx="145" cy="144"/>
              </a:xfrm>
            </p:grpSpPr>
            <p:sp>
              <p:nvSpPr>
                <p:cNvPr id="430" name="Line 288">
                  <a:extLst>
                    <a:ext uri="{FF2B5EF4-FFF2-40B4-BE49-F238E27FC236}">
                      <a16:creationId xmlns:a16="http://schemas.microsoft.com/office/drawing/2014/main" id="{016DE7C6-744C-CF4D-9603-B9B0567975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</a:endParaRPr>
                </a:p>
              </p:txBody>
            </p:sp>
            <p:sp>
              <p:nvSpPr>
                <p:cNvPr id="431" name="Line 289">
                  <a:extLst>
                    <a:ext uri="{FF2B5EF4-FFF2-40B4-BE49-F238E27FC236}">
                      <a16:creationId xmlns:a16="http://schemas.microsoft.com/office/drawing/2014/main" id="{3936F322-2E52-8A48-98FB-C4941C484F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8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</a:endParaRPr>
                </a:p>
              </p:txBody>
            </p:sp>
          </p:grpSp>
        </p:grpSp>
        <p:grpSp>
          <p:nvGrpSpPr>
            <p:cNvPr id="412" name="Group 290">
              <a:extLst>
                <a:ext uri="{FF2B5EF4-FFF2-40B4-BE49-F238E27FC236}">
                  <a16:creationId xmlns:a16="http://schemas.microsoft.com/office/drawing/2014/main" id="{F68B663C-2198-094C-B28B-2828EAAB82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3" y="1147"/>
              <a:ext cx="583" cy="578"/>
              <a:chOff x="672" y="1486"/>
              <a:chExt cx="583" cy="578"/>
            </a:xfrm>
          </p:grpSpPr>
          <p:grpSp>
            <p:nvGrpSpPr>
              <p:cNvPr id="413" name="Group 291">
                <a:extLst>
                  <a:ext uri="{FF2B5EF4-FFF2-40B4-BE49-F238E27FC236}">
                    <a16:creationId xmlns:a16="http://schemas.microsoft.com/office/drawing/2014/main" id="{5A97AB60-18EF-0243-A1FF-2BF42CBB2F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2" y="1776"/>
                <a:ext cx="291" cy="288"/>
                <a:chOff x="672" y="1776"/>
                <a:chExt cx="291" cy="288"/>
              </a:xfrm>
            </p:grpSpPr>
            <p:grpSp>
              <p:nvGrpSpPr>
                <p:cNvPr id="421" name="Group 292">
                  <a:extLst>
                    <a:ext uri="{FF2B5EF4-FFF2-40B4-BE49-F238E27FC236}">
                      <a16:creationId xmlns:a16="http://schemas.microsoft.com/office/drawing/2014/main" id="{2B4B77F7-854F-F143-9436-9C80F22387D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425" name="Line 293">
                    <a:extLst>
                      <a:ext uri="{FF2B5EF4-FFF2-40B4-BE49-F238E27FC236}">
                        <a16:creationId xmlns:a16="http://schemas.microsoft.com/office/drawing/2014/main" id="{2FF0E93C-F1F9-7B49-8B1B-8BAD10F67AB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426" name="Line 294">
                    <a:extLst>
                      <a:ext uri="{FF2B5EF4-FFF2-40B4-BE49-F238E27FC236}">
                        <a16:creationId xmlns:a16="http://schemas.microsoft.com/office/drawing/2014/main" id="{44E6EFCD-AE01-414D-8B02-800D0BCBAB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</p:grpSp>
            <p:grpSp>
              <p:nvGrpSpPr>
                <p:cNvPr id="422" name="Group 295">
                  <a:extLst>
                    <a:ext uri="{FF2B5EF4-FFF2-40B4-BE49-F238E27FC236}">
                      <a16:creationId xmlns:a16="http://schemas.microsoft.com/office/drawing/2014/main" id="{F14A7FE1-7840-A04E-8A45-1602A0A5CBC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423" name="Line 296">
                    <a:extLst>
                      <a:ext uri="{FF2B5EF4-FFF2-40B4-BE49-F238E27FC236}">
                        <a16:creationId xmlns:a16="http://schemas.microsoft.com/office/drawing/2014/main" id="{0C44817A-8DE7-E74C-8DEF-886B4822272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424" name="Line 297">
                    <a:extLst>
                      <a:ext uri="{FF2B5EF4-FFF2-40B4-BE49-F238E27FC236}">
                        <a16:creationId xmlns:a16="http://schemas.microsoft.com/office/drawing/2014/main" id="{C7FE7A0E-E74D-E840-B1B1-ED9C2641F67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</p:grpSp>
          </p:grpSp>
          <p:grpSp>
            <p:nvGrpSpPr>
              <p:cNvPr id="414" name="Group 298">
                <a:extLst>
                  <a:ext uri="{FF2B5EF4-FFF2-40B4-BE49-F238E27FC236}">
                    <a16:creationId xmlns:a16="http://schemas.microsoft.com/office/drawing/2014/main" id="{BAE76EE8-D72E-7B46-9B65-1BDDB924335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64" y="1486"/>
                <a:ext cx="291" cy="288"/>
                <a:chOff x="672" y="1776"/>
                <a:chExt cx="291" cy="288"/>
              </a:xfrm>
            </p:grpSpPr>
            <p:grpSp>
              <p:nvGrpSpPr>
                <p:cNvPr id="415" name="Group 299">
                  <a:extLst>
                    <a:ext uri="{FF2B5EF4-FFF2-40B4-BE49-F238E27FC236}">
                      <a16:creationId xmlns:a16="http://schemas.microsoft.com/office/drawing/2014/main" id="{83CD0457-8AD2-E843-AAF8-B0F1829FB9D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419" name="Line 300">
                    <a:extLst>
                      <a:ext uri="{FF2B5EF4-FFF2-40B4-BE49-F238E27FC236}">
                        <a16:creationId xmlns:a16="http://schemas.microsoft.com/office/drawing/2014/main" id="{A755790D-3242-B64C-B9BA-B6E2166A562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420" name="Line 301">
                    <a:extLst>
                      <a:ext uri="{FF2B5EF4-FFF2-40B4-BE49-F238E27FC236}">
                        <a16:creationId xmlns:a16="http://schemas.microsoft.com/office/drawing/2014/main" id="{EE069ECB-9B06-9247-8CA7-98D070E6CE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</p:grpSp>
            <p:grpSp>
              <p:nvGrpSpPr>
                <p:cNvPr id="416" name="Group 302">
                  <a:extLst>
                    <a:ext uri="{FF2B5EF4-FFF2-40B4-BE49-F238E27FC236}">
                      <a16:creationId xmlns:a16="http://schemas.microsoft.com/office/drawing/2014/main" id="{65323115-99B2-2B48-9A17-90D66814A4D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417" name="Line 303">
                    <a:extLst>
                      <a:ext uri="{FF2B5EF4-FFF2-40B4-BE49-F238E27FC236}">
                        <a16:creationId xmlns:a16="http://schemas.microsoft.com/office/drawing/2014/main" id="{19BED610-B77A-0442-981F-B9C075A789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418" name="Line 304">
                    <a:extLst>
                      <a:ext uri="{FF2B5EF4-FFF2-40B4-BE49-F238E27FC236}">
                        <a16:creationId xmlns:a16="http://schemas.microsoft.com/office/drawing/2014/main" id="{66FBF5F5-B319-504D-8CF7-D8606838AD4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</p:grpSp>
          </p:grp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26649D5-E4EE-4F43-8952-3DE73D1995E6}"/>
              </a:ext>
            </a:extLst>
          </p:cNvPr>
          <p:cNvGrpSpPr/>
          <p:nvPr/>
        </p:nvGrpSpPr>
        <p:grpSpPr>
          <a:xfrm>
            <a:off x="6369579" y="1703345"/>
            <a:ext cx="4535488" cy="2581276"/>
            <a:chOff x="7656512" y="-921322"/>
            <a:chExt cx="4535488" cy="2581276"/>
          </a:xfrm>
        </p:grpSpPr>
        <p:grpSp>
          <p:nvGrpSpPr>
            <p:cNvPr id="363" name="Group 306">
              <a:extLst>
                <a:ext uri="{FF2B5EF4-FFF2-40B4-BE49-F238E27FC236}">
                  <a16:creationId xmlns:a16="http://schemas.microsoft.com/office/drawing/2014/main" id="{0516F032-FE9D-2B4F-8986-B4FAAF3F01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56512" y="-921322"/>
              <a:ext cx="2552700" cy="2525713"/>
              <a:chOff x="648" y="1147"/>
              <a:chExt cx="1608" cy="1591"/>
            </a:xfrm>
          </p:grpSpPr>
          <p:grpSp>
            <p:nvGrpSpPr>
              <p:cNvPr id="370" name="Group 307">
                <a:extLst>
                  <a:ext uri="{FF2B5EF4-FFF2-40B4-BE49-F238E27FC236}">
                    <a16:creationId xmlns:a16="http://schemas.microsoft.com/office/drawing/2014/main" id="{FCE877C4-30B2-B143-B2B5-3F9FC5C206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" y="1725"/>
                <a:ext cx="1024" cy="1013"/>
                <a:chOff x="672" y="1071"/>
                <a:chExt cx="1024" cy="1013"/>
              </a:xfrm>
            </p:grpSpPr>
            <p:grpSp>
              <p:nvGrpSpPr>
                <p:cNvPr id="386" name="Group 308">
                  <a:extLst>
                    <a:ext uri="{FF2B5EF4-FFF2-40B4-BE49-F238E27FC236}">
                      <a16:creationId xmlns:a16="http://schemas.microsoft.com/office/drawing/2014/main" id="{FAA05A91-979A-6E4C-A6D3-AF67FC0465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506"/>
                  <a:ext cx="583" cy="578"/>
                  <a:chOff x="672" y="1486"/>
                  <a:chExt cx="583" cy="578"/>
                </a:xfrm>
              </p:grpSpPr>
              <p:grpSp>
                <p:nvGrpSpPr>
                  <p:cNvPr id="397" name="Group 309">
                    <a:extLst>
                      <a:ext uri="{FF2B5EF4-FFF2-40B4-BE49-F238E27FC236}">
                        <a16:creationId xmlns:a16="http://schemas.microsoft.com/office/drawing/2014/main" id="{6021DC4E-9A45-C14C-A354-9C1D3F32B88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77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405" name="Group 310">
                      <a:extLst>
                        <a:ext uri="{FF2B5EF4-FFF2-40B4-BE49-F238E27FC236}">
                          <a16:creationId xmlns:a16="http://schemas.microsoft.com/office/drawing/2014/main" id="{47E1CFDB-4FDB-1C44-93F6-7ABDF732EA8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09" name="Line 311">
                        <a:extLst>
                          <a:ext uri="{FF2B5EF4-FFF2-40B4-BE49-F238E27FC236}">
                            <a16:creationId xmlns:a16="http://schemas.microsoft.com/office/drawing/2014/main" id="{52426066-BE78-FA40-BA19-55914C827C4A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410" name="Line 312">
                        <a:extLst>
                          <a:ext uri="{FF2B5EF4-FFF2-40B4-BE49-F238E27FC236}">
                            <a16:creationId xmlns:a16="http://schemas.microsoft.com/office/drawing/2014/main" id="{E2F7B2B2-36A4-CA4B-A8CF-83716F4F674C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406" name="Group 313">
                      <a:extLst>
                        <a:ext uri="{FF2B5EF4-FFF2-40B4-BE49-F238E27FC236}">
                          <a16:creationId xmlns:a16="http://schemas.microsoft.com/office/drawing/2014/main" id="{4755E447-E81B-0944-A9A7-DF6C99CDB03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07" name="Line 314">
                        <a:extLst>
                          <a:ext uri="{FF2B5EF4-FFF2-40B4-BE49-F238E27FC236}">
                            <a16:creationId xmlns:a16="http://schemas.microsoft.com/office/drawing/2014/main" id="{F1EF30CE-F055-0149-B8A3-9DEF6EF73A84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408" name="Line 315">
                        <a:extLst>
                          <a:ext uri="{FF2B5EF4-FFF2-40B4-BE49-F238E27FC236}">
                            <a16:creationId xmlns:a16="http://schemas.microsoft.com/office/drawing/2014/main" id="{0BB5EB04-9952-174C-99CD-3427A06864B8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</p:grpSp>
              </p:grpSp>
              <p:grpSp>
                <p:nvGrpSpPr>
                  <p:cNvPr id="398" name="Group 316">
                    <a:extLst>
                      <a:ext uri="{FF2B5EF4-FFF2-40B4-BE49-F238E27FC236}">
                        <a16:creationId xmlns:a16="http://schemas.microsoft.com/office/drawing/2014/main" id="{58F1F43C-1F32-F443-BAEB-492023EFC88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964" y="148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399" name="Group 317">
                      <a:extLst>
                        <a:ext uri="{FF2B5EF4-FFF2-40B4-BE49-F238E27FC236}">
                          <a16:creationId xmlns:a16="http://schemas.microsoft.com/office/drawing/2014/main" id="{90824723-F5D4-E244-8DF6-AE09CB2E7FE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03" name="Line 318">
                        <a:extLst>
                          <a:ext uri="{FF2B5EF4-FFF2-40B4-BE49-F238E27FC236}">
                            <a16:creationId xmlns:a16="http://schemas.microsoft.com/office/drawing/2014/main" id="{ACB7FC2A-303F-4648-9F38-4CCCB1BB39B9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404" name="Line 319">
                        <a:extLst>
                          <a:ext uri="{FF2B5EF4-FFF2-40B4-BE49-F238E27FC236}">
                            <a16:creationId xmlns:a16="http://schemas.microsoft.com/office/drawing/2014/main" id="{09ABC1E4-7543-A340-914F-466169FB484F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400" name="Group 320">
                      <a:extLst>
                        <a:ext uri="{FF2B5EF4-FFF2-40B4-BE49-F238E27FC236}">
                          <a16:creationId xmlns:a16="http://schemas.microsoft.com/office/drawing/2014/main" id="{D7DAEDF4-8339-8F41-B87B-88131AEDDC5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01" name="Line 321">
                        <a:extLst>
                          <a:ext uri="{FF2B5EF4-FFF2-40B4-BE49-F238E27FC236}">
                            <a16:creationId xmlns:a16="http://schemas.microsoft.com/office/drawing/2014/main" id="{E0F86CC7-DAB8-AD47-9235-069B9F5E2988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402" name="Line 322">
                        <a:extLst>
                          <a:ext uri="{FF2B5EF4-FFF2-40B4-BE49-F238E27FC236}">
                            <a16:creationId xmlns:a16="http://schemas.microsoft.com/office/drawing/2014/main" id="{8BE66779-1A50-884A-851D-35266CBCC86C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387" name="Group 323">
                  <a:extLst>
                    <a:ext uri="{FF2B5EF4-FFF2-40B4-BE49-F238E27FC236}">
                      <a16:creationId xmlns:a16="http://schemas.microsoft.com/office/drawing/2014/main" id="{BE59FF33-CDA5-7244-B201-8AAE14DC6D5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" y="1217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391" name="Group 324">
                    <a:extLst>
                      <a:ext uri="{FF2B5EF4-FFF2-40B4-BE49-F238E27FC236}">
                        <a16:creationId xmlns:a16="http://schemas.microsoft.com/office/drawing/2014/main" id="{3E3B7537-9F96-EE42-A049-F8C1ACA68B5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95" name="Line 325">
                      <a:extLst>
                        <a:ext uri="{FF2B5EF4-FFF2-40B4-BE49-F238E27FC236}">
                          <a16:creationId xmlns:a16="http://schemas.microsoft.com/office/drawing/2014/main" id="{E1F9D205-0879-BF4E-BAAF-622A6E70515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396" name="Line 326">
                      <a:extLst>
                        <a:ext uri="{FF2B5EF4-FFF2-40B4-BE49-F238E27FC236}">
                          <a16:creationId xmlns:a16="http://schemas.microsoft.com/office/drawing/2014/main" id="{2EE9D9A7-6728-744E-806D-B66ED0F1538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392" name="Group 327">
                    <a:extLst>
                      <a:ext uri="{FF2B5EF4-FFF2-40B4-BE49-F238E27FC236}">
                        <a16:creationId xmlns:a16="http://schemas.microsoft.com/office/drawing/2014/main" id="{CF99EC66-E905-E94E-9D9A-19C9F943BBA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93" name="Line 328">
                      <a:extLst>
                        <a:ext uri="{FF2B5EF4-FFF2-40B4-BE49-F238E27FC236}">
                          <a16:creationId xmlns:a16="http://schemas.microsoft.com/office/drawing/2014/main" id="{F9B5BC5E-33FB-D349-A3DD-AE03FB3C1E1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394" name="Line 329">
                      <a:extLst>
                        <a:ext uri="{FF2B5EF4-FFF2-40B4-BE49-F238E27FC236}">
                          <a16:creationId xmlns:a16="http://schemas.microsoft.com/office/drawing/2014/main" id="{CBD9259E-F38C-E54B-B7E4-98FDD08A911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388" name="Group 330">
                  <a:extLst>
                    <a:ext uri="{FF2B5EF4-FFF2-40B4-BE49-F238E27FC236}">
                      <a16:creationId xmlns:a16="http://schemas.microsoft.com/office/drawing/2014/main" id="{5323BDFE-0961-3146-B4B4-FC0E9736C8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51" y="1071"/>
                  <a:ext cx="145" cy="144"/>
                  <a:chOff x="672" y="1920"/>
                  <a:chExt cx="145" cy="144"/>
                </a:xfrm>
              </p:grpSpPr>
              <p:sp>
                <p:nvSpPr>
                  <p:cNvPr id="389" name="Line 331">
                    <a:extLst>
                      <a:ext uri="{FF2B5EF4-FFF2-40B4-BE49-F238E27FC236}">
                        <a16:creationId xmlns:a16="http://schemas.microsoft.com/office/drawing/2014/main" id="{6115D713-81B5-6747-96FA-0F9C8C6035B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A3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390" name="Line 332">
                    <a:extLst>
                      <a:ext uri="{FF2B5EF4-FFF2-40B4-BE49-F238E27FC236}">
                        <a16:creationId xmlns:a16="http://schemas.microsoft.com/office/drawing/2014/main" id="{B9642549-AB85-A04B-8EC5-ADCFF9097C0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A3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</p:grpSp>
          </p:grpSp>
          <p:grpSp>
            <p:nvGrpSpPr>
              <p:cNvPr id="371" name="Group 333">
                <a:extLst>
                  <a:ext uri="{FF2B5EF4-FFF2-40B4-BE49-F238E27FC236}">
                    <a16:creationId xmlns:a16="http://schemas.microsoft.com/office/drawing/2014/main" id="{CAC31C7D-05D6-2F4D-A00D-F83483273B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73" y="1147"/>
                <a:ext cx="583" cy="578"/>
                <a:chOff x="672" y="1486"/>
                <a:chExt cx="583" cy="578"/>
              </a:xfrm>
            </p:grpSpPr>
            <p:grpSp>
              <p:nvGrpSpPr>
                <p:cNvPr id="372" name="Group 334">
                  <a:extLst>
                    <a:ext uri="{FF2B5EF4-FFF2-40B4-BE49-F238E27FC236}">
                      <a16:creationId xmlns:a16="http://schemas.microsoft.com/office/drawing/2014/main" id="{71C7249F-3067-1F4D-8F66-1B5B1094A3C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77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380" name="Group 335">
                    <a:extLst>
                      <a:ext uri="{FF2B5EF4-FFF2-40B4-BE49-F238E27FC236}">
                        <a16:creationId xmlns:a16="http://schemas.microsoft.com/office/drawing/2014/main" id="{C5A6F622-F154-BF45-9F94-C3B10DC0A85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84" name="Line 336">
                      <a:extLst>
                        <a:ext uri="{FF2B5EF4-FFF2-40B4-BE49-F238E27FC236}">
                          <a16:creationId xmlns:a16="http://schemas.microsoft.com/office/drawing/2014/main" id="{DD57CCE3-92DB-3247-9E4F-34ADAD46C15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385" name="Line 337">
                      <a:extLst>
                        <a:ext uri="{FF2B5EF4-FFF2-40B4-BE49-F238E27FC236}">
                          <a16:creationId xmlns:a16="http://schemas.microsoft.com/office/drawing/2014/main" id="{CCEF5726-C82F-2140-91D2-989A78841E5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381" name="Group 338">
                    <a:extLst>
                      <a:ext uri="{FF2B5EF4-FFF2-40B4-BE49-F238E27FC236}">
                        <a16:creationId xmlns:a16="http://schemas.microsoft.com/office/drawing/2014/main" id="{A14C6AF9-8449-1549-B8F5-37FD02854ED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82" name="Line 339">
                      <a:extLst>
                        <a:ext uri="{FF2B5EF4-FFF2-40B4-BE49-F238E27FC236}">
                          <a16:creationId xmlns:a16="http://schemas.microsoft.com/office/drawing/2014/main" id="{E22E39A0-17D3-5348-8C6E-A704BE850B0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383" name="Line 340">
                      <a:extLst>
                        <a:ext uri="{FF2B5EF4-FFF2-40B4-BE49-F238E27FC236}">
                          <a16:creationId xmlns:a16="http://schemas.microsoft.com/office/drawing/2014/main" id="{5846B49D-0E13-4949-B39E-580AB2FACA2A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373" name="Group 341">
                  <a:extLst>
                    <a:ext uri="{FF2B5EF4-FFF2-40B4-BE49-F238E27FC236}">
                      <a16:creationId xmlns:a16="http://schemas.microsoft.com/office/drawing/2014/main" id="{4D3495D5-9154-054B-BBB9-65F4FEE5F5C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64" y="148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374" name="Group 342">
                    <a:extLst>
                      <a:ext uri="{FF2B5EF4-FFF2-40B4-BE49-F238E27FC236}">
                        <a16:creationId xmlns:a16="http://schemas.microsoft.com/office/drawing/2014/main" id="{E8975124-5DEB-2042-8ABB-BA0BC8FC6E6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78" name="Line 343">
                      <a:extLst>
                        <a:ext uri="{FF2B5EF4-FFF2-40B4-BE49-F238E27FC236}">
                          <a16:creationId xmlns:a16="http://schemas.microsoft.com/office/drawing/2014/main" id="{ADD7229B-D47C-E645-BBB5-A8204AC76F3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379" name="Line 344">
                      <a:extLst>
                        <a:ext uri="{FF2B5EF4-FFF2-40B4-BE49-F238E27FC236}">
                          <a16:creationId xmlns:a16="http://schemas.microsoft.com/office/drawing/2014/main" id="{93FA844C-058B-B945-9BEC-1FC4A08EC3A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375" name="Group 345">
                    <a:extLst>
                      <a:ext uri="{FF2B5EF4-FFF2-40B4-BE49-F238E27FC236}">
                        <a16:creationId xmlns:a16="http://schemas.microsoft.com/office/drawing/2014/main" id="{936A7715-A350-CD4E-AD3B-646C2FC0EB7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76" name="Line 346">
                      <a:extLst>
                        <a:ext uri="{FF2B5EF4-FFF2-40B4-BE49-F238E27FC236}">
                          <a16:creationId xmlns:a16="http://schemas.microsoft.com/office/drawing/2014/main" id="{45FC6DFA-C931-4E4B-9342-F3BF4820A7F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377" name="Line 347">
                      <a:extLst>
                        <a:ext uri="{FF2B5EF4-FFF2-40B4-BE49-F238E27FC236}">
                          <a16:creationId xmlns:a16="http://schemas.microsoft.com/office/drawing/2014/main" id="{1ABA2EAC-0A2B-D945-84F7-2973AB6D7D2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</p:grpSp>
        </p:grpSp>
        <p:sp>
          <p:nvSpPr>
            <p:cNvPr id="364" name="Text Box 348">
              <a:extLst>
                <a:ext uri="{FF2B5EF4-FFF2-40B4-BE49-F238E27FC236}">
                  <a16:creationId xmlns:a16="http://schemas.microsoft.com/office/drawing/2014/main" id="{1EE074AD-465E-A046-A879-EADCFBBADE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26412" y="951929"/>
              <a:ext cx="4065588" cy="7080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3. 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video received, played out at client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(30 frames/sec)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grpSp>
          <p:nvGrpSpPr>
            <p:cNvPr id="365" name="Group 349">
              <a:extLst>
                <a:ext uri="{FF2B5EF4-FFF2-40B4-BE49-F238E27FC236}">
                  <a16:creationId xmlns:a16="http://schemas.microsoft.com/office/drawing/2014/main" id="{0388287B-726E-2B4E-A59D-B016F4430D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12275" y="210566"/>
              <a:ext cx="677863" cy="663575"/>
              <a:chOff x="4437" y="1472"/>
              <a:chExt cx="427" cy="418"/>
            </a:xfrm>
          </p:grpSpPr>
          <p:sp>
            <p:nvSpPr>
              <p:cNvPr id="366" name="Rectangle 350">
                <a:extLst>
                  <a:ext uri="{FF2B5EF4-FFF2-40B4-BE49-F238E27FC236}">
                    <a16:creationId xmlns:a16="http://schemas.microsoft.com/office/drawing/2014/main" id="{BFCF8F0E-EC75-D24F-AAFC-E0B1D5278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1475"/>
                <a:ext cx="421" cy="361"/>
              </a:xfrm>
              <a:prstGeom prst="rect">
                <a:avLst/>
              </a:prstGeom>
              <a:gradFill rotWithShape="0">
                <a:gsLst>
                  <a:gs pos="0">
                    <a:srgbClr val="99CCFF">
                      <a:gamma/>
                      <a:shade val="46275"/>
                      <a:invGamma/>
                    </a:srgbClr>
                  </a:gs>
                  <a:gs pos="50000">
                    <a:srgbClr val="99CCFF"/>
                  </a:gs>
                  <a:gs pos="100000">
                    <a:srgbClr val="99CCFF">
                      <a:gamma/>
                      <a:shade val="46275"/>
                      <a:invGamma/>
                    </a:srgbClr>
                  </a:gs>
                </a:gsLst>
                <a:lin ang="5400000" scaled="1"/>
              </a:gradFill>
              <a:ln w="19050">
                <a:solidFill>
                  <a:srgbClr val="5F5F5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Arial"/>
                </a:endParaRPr>
              </a:p>
            </p:txBody>
          </p:sp>
          <p:sp>
            <p:nvSpPr>
              <p:cNvPr id="367" name="Rectangle 351">
                <a:extLst>
                  <a:ext uri="{FF2B5EF4-FFF2-40B4-BE49-F238E27FC236}">
                    <a16:creationId xmlns:a16="http://schemas.microsoft.com/office/drawing/2014/main" id="{14E93C87-60E1-B54D-BE05-A6BA7A645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7" y="1837"/>
                <a:ext cx="179" cy="23"/>
              </a:xfrm>
              <a:prstGeom prst="rect">
                <a:avLst/>
              </a:prstGeom>
              <a:solidFill>
                <a:srgbClr val="5F5F5F"/>
              </a:solidFill>
              <a:ln w="19050">
                <a:solidFill>
                  <a:srgbClr val="5F5F5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Arial"/>
                </a:endParaRPr>
              </a:p>
            </p:txBody>
          </p:sp>
          <p:sp>
            <p:nvSpPr>
              <p:cNvPr id="368" name="Rectangle 352">
                <a:extLst>
                  <a:ext uri="{FF2B5EF4-FFF2-40B4-BE49-F238E27FC236}">
                    <a16:creationId xmlns:a16="http://schemas.microsoft.com/office/drawing/2014/main" id="{F78CE801-66E6-3847-8195-5DFE1E22B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1866"/>
                <a:ext cx="414" cy="24"/>
              </a:xfrm>
              <a:prstGeom prst="rect">
                <a:avLst/>
              </a:prstGeom>
              <a:solidFill>
                <a:schemeClr val="tx2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Arial"/>
                </a:endParaRPr>
              </a:p>
            </p:txBody>
          </p:sp>
          <p:sp>
            <p:nvSpPr>
              <p:cNvPr id="369" name="Rectangle 353">
                <a:extLst>
                  <a:ext uri="{FF2B5EF4-FFF2-40B4-BE49-F238E27FC236}">
                    <a16:creationId xmlns:a16="http://schemas.microsoft.com/office/drawing/2014/main" id="{28642E6F-604C-1A49-B871-85987CBF8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7" y="1472"/>
                <a:ext cx="423" cy="356"/>
              </a:xfrm>
              <a:prstGeom prst="rect">
                <a:avLst/>
              </a:prstGeom>
              <a:noFill/>
              <a:ln w="19050">
                <a:solidFill>
                  <a:srgbClr val="0000A3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Arial"/>
                </a:endParaRPr>
              </a:p>
            </p:txBody>
          </p:sp>
        </p:grpSp>
      </p:grpSp>
      <p:sp>
        <p:nvSpPr>
          <p:cNvPr id="452" name="Line 169">
            <a:extLst>
              <a:ext uri="{FF2B5EF4-FFF2-40B4-BE49-F238E27FC236}">
                <a16:creationId xmlns:a16="http://schemas.microsoft.com/office/drawing/2014/main" id="{DA225847-8F7D-9F44-BA01-7DC68D99A9B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86918" y="4214238"/>
            <a:ext cx="7815263" cy="142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BE0D6503-9562-024F-BE70-62D92EDC5180}"/>
              </a:ext>
            </a:extLst>
          </p:cNvPr>
          <p:cNvGrpSpPr/>
          <p:nvPr/>
        </p:nvGrpSpPr>
        <p:grpSpPr>
          <a:xfrm>
            <a:off x="3779783" y="4034727"/>
            <a:ext cx="249757" cy="291754"/>
            <a:chOff x="9055510" y="606165"/>
            <a:chExt cx="249757" cy="291754"/>
          </a:xfrm>
        </p:grpSpPr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88B913BD-3831-124B-83EB-5B289E761C4D}"/>
                </a:ext>
              </a:extLst>
            </p:cNvPr>
            <p:cNvSpPr/>
            <p:nvPr/>
          </p:nvSpPr>
          <p:spPr>
            <a:xfrm rot="1596992">
              <a:off x="9109854" y="606165"/>
              <a:ext cx="133240" cy="29175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417BA7FC-5B58-E045-9862-35230DAF716C}"/>
                </a:ext>
              </a:extLst>
            </p:cNvPr>
            <p:cNvCxnSpPr/>
            <p:nvPr/>
          </p:nvCxnSpPr>
          <p:spPr>
            <a:xfrm flipH="1">
              <a:off x="9055510" y="634181"/>
              <a:ext cx="128405" cy="250722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3989452D-2D4A-884A-9775-581E405FF2DD}"/>
                </a:ext>
              </a:extLst>
            </p:cNvPr>
            <p:cNvCxnSpPr/>
            <p:nvPr/>
          </p:nvCxnSpPr>
          <p:spPr>
            <a:xfrm flipH="1">
              <a:off x="9176862" y="638677"/>
              <a:ext cx="128405" cy="250722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0DFDC198-9A1E-FB42-8983-6DE13CE8C154}"/>
              </a:ext>
            </a:extLst>
          </p:cNvPr>
          <p:cNvGrpSpPr/>
          <p:nvPr/>
        </p:nvGrpSpPr>
        <p:grpSpPr>
          <a:xfrm>
            <a:off x="4470401" y="4318000"/>
            <a:ext cx="1930400" cy="869908"/>
            <a:chOff x="6858000" y="237067"/>
            <a:chExt cx="1930400" cy="869908"/>
          </a:xfrm>
        </p:grpSpPr>
        <p:sp>
          <p:nvSpPr>
            <p:cNvPr id="358" name="Text Box 362">
              <a:extLst>
                <a:ext uri="{FF2B5EF4-FFF2-40B4-BE49-F238E27FC236}">
                  <a16:creationId xmlns:a16="http://schemas.microsoft.com/office/drawing/2014/main" id="{33CCCA46-E288-AE45-B982-2DDD8E2B00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99260" y="267187"/>
              <a:ext cx="1616075" cy="8397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9050">
                  <a:solidFill>
                    <a:schemeClr val="tx1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network delay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(fixed in this example)</a:t>
              </a:r>
            </a:p>
          </p:txBody>
        </p:sp>
        <p:cxnSp>
          <p:nvCxnSpPr>
            <p:cNvPr id="6" name="Straight Arrow Connector 5">
              <a:extLst>
                <a:ext uri="{FF2B5EF4-FFF2-40B4-BE49-F238E27FC236}">
                  <a16:creationId xmlns:a16="http://schemas.microsoft.com/office/drawing/2014/main" id="{4638F084-4052-604E-8890-A35DAF4397B3}"/>
                </a:ext>
              </a:extLst>
            </p:cNvPr>
            <p:cNvCxnSpPr/>
            <p:nvPr/>
          </p:nvCxnSpPr>
          <p:spPr>
            <a:xfrm>
              <a:off x="6858000" y="237067"/>
              <a:ext cx="1930400" cy="0"/>
            </a:xfrm>
            <a:prstGeom prst="straightConnector1">
              <a:avLst/>
            </a:prstGeom>
            <a:ln w="15875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4" name="Slide Number Placeholder 2">
            <a:extLst>
              <a:ext uri="{FF2B5EF4-FFF2-40B4-BE49-F238E27FC236}">
                <a16:creationId xmlns:a16="http://schemas.microsoft.com/office/drawing/2014/main" id="{200F8D35-5C8A-854F-A1A3-1381940E739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108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535470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Streaming stored </a:t>
            </a:r>
            <a:r>
              <a:rPr lang="en-US" altLang="en-US" dirty="0">
                <a:ea typeface="ＭＳ Ｐゴシック" panose="020B0600070205080204" pitchFamily="34" charset="-128"/>
              </a:rPr>
              <a:t>v</a:t>
            </a:r>
            <a:r>
              <a:rPr lang="en-US" altLang="en-US" sz="4400" dirty="0">
                <a:ea typeface="ＭＳ Ｐゴシック" panose="020B0600070205080204" pitchFamily="34" charset="-128"/>
              </a:rPr>
              <a:t>ideo: challenges</a:t>
            </a:r>
          </a:p>
        </p:txBody>
      </p:sp>
      <p:sp>
        <p:nvSpPr>
          <p:cNvPr id="195" name="Rectangle 153">
            <a:extLst>
              <a:ext uri="{FF2B5EF4-FFF2-40B4-BE49-F238E27FC236}">
                <a16:creationId xmlns:a16="http://schemas.microsoft.com/office/drawing/2014/main" id="{F0360033-494E-BF42-811C-9015EDCF8F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7801" y="1389828"/>
            <a:ext cx="8553400" cy="448876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82575" marR="0" lvl="0" indent="-28257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continuous playout constraint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during client video playout, playout timing must match original timing 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… but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delays are variable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(jitter), so will need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client-side buffer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to match continuous playout constraint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Char char="v"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44034" name="Picture 2" descr="Image result for netflix rebuffering">
            <a:extLst>
              <a:ext uri="{FF2B5EF4-FFF2-40B4-BE49-F238E27FC236}">
                <a16:creationId xmlns:a16="http://schemas.microsoft.com/office/drawing/2014/main" id="{781B3964-3F60-B74D-87BD-9FF56B024D2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35393" y="3044149"/>
            <a:ext cx="2124226" cy="11801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Rectangle 153">
            <a:extLst>
              <a:ext uri="{FF2B5EF4-FFF2-40B4-BE49-F238E27FC236}">
                <a16:creationId xmlns:a16="http://schemas.microsoft.com/office/drawing/2014/main" id="{2D8ACF56-1254-EA43-AF00-B0937780F2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7801" y="4167220"/>
            <a:ext cx="8171815" cy="11664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82575" marR="0" lvl="0" indent="-28257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other challenges:</a:t>
            </a:r>
          </a:p>
          <a:p>
            <a:pPr marL="682625" marR="0" lvl="1" indent="-22542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client interactivity: pause, fast-forward, rewind, jump through video</a:t>
            </a:r>
          </a:p>
          <a:p>
            <a:pPr marL="682625" marR="0" lvl="1" indent="-22542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video packets may be lost, retransmitted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Char char="v"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A5D2AE2C-F374-234F-A82C-47425405A1C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109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64246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Streaming stored </a:t>
            </a:r>
            <a:r>
              <a:rPr lang="en-US" altLang="en-US" dirty="0">
                <a:ea typeface="ＭＳ Ｐゴシック" panose="020B0600070205080204" pitchFamily="34" charset="-128"/>
              </a:rPr>
              <a:t>v</a:t>
            </a:r>
            <a:r>
              <a:rPr lang="en-US" altLang="en-US" sz="4400" dirty="0">
                <a:ea typeface="ＭＳ Ｐゴシック" panose="020B0600070205080204" pitchFamily="34" charset="-128"/>
              </a:rPr>
              <a:t>ideo: playout buffering</a:t>
            </a:r>
          </a:p>
        </p:txBody>
      </p:sp>
      <p:sp>
        <p:nvSpPr>
          <p:cNvPr id="195" name="Line 9">
            <a:extLst>
              <a:ext uri="{FF2B5EF4-FFF2-40B4-BE49-F238E27FC236}">
                <a16:creationId xmlns:a16="http://schemas.microsoft.com/office/drawing/2014/main" id="{A2879A06-676B-2645-9200-7687B4C31E56}"/>
              </a:ext>
            </a:extLst>
          </p:cNvPr>
          <p:cNvSpPr>
            <a:spLocks noChangeShapeType="1"/>
          </p:cNvSpPr>
          <p:nvPr/>
        </p:nvSpPr>
        <p:spPr bwMode="auto">
          <a:xfrm>
            <a:off x="2445774" y="1667644"/>
            <a:ext cx="0" cy="28527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</a:endParaRPr>
          </a:p>
        </p:txBody>
      </p:sp>
      <p:sp>
        <p:nvSpPr>
          <p:cNvPr id="196" name="Line 10">
            <a:extLst>
              <a:ext uri="{FF2B5EF4-FFF2-40B4-BE49-F238E27FC236}">
                <a16:creationId xmlns:a16="http://schemas.microsoft.com/office/drawing/2014/main" id="{0C277100-E592-BE4A-81BB-FCEE0F16D6D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36249" y="4510856"/>
            <a:ext cx="7815263" cy="142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</a:endParaRPr>
          </a:p>
        </p:txBody>
      </p:sp>
      <p:sp>
        <p:nvSpPr>
          <p:cNvPr id="197" name="Text Box 58">
            <a:extLst>
              <a:ext uri="{FF2B5EF4-FFF2-40B4-BE49-F238E27FC236}">
                <a16:creationId xmlns:a16="http://schemas.microsoft.com/office/drawing/2014/main" id="{28926672-6078-6B4D-A3A9-0F8C03FF11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77599" y="1770831"/>
            <a:ext cx="1884555" cy="9233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rPr>
              <a:t>       constant bit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rPr>
              <a:t>      rate video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rPr>
              <a:t>transmission</a:t>
            </a:r>
          </a:p>
        </p:txBody>
      </p:sp>
      <p:grpSp>
        <p:nvGrpSpPr>
          <p:cNvPr id="198" name="Group 60">
            <a:extLst>
              <a:ext uri="{FF2B5EF4-FFF2-40B4-BE49-F238E27FC236}">
                <a16:creationId xmlns:a16="http://schemas.microsoft.com/office/drawing/2014/main" id="{6210DD39-CD82-1A47-A671-C6E1E92DF70E}"/>
              </a:ext>
            </a:extLst>
          </p:cNvPr>
          <p:cNvGrpSpPr>
            <a:grpSpLocks/>
          </p:cNvGrpSpPr>
          <p:nvPr/>
        </p:nvGrpSpPr>
        <p:grpSpPr bwMode="auto">
          <a:xfrm>
            <a:off x="2826774" y="1997844"/>
            <a:ext cx="2552700" cy="2525712"/>
            <a:chOff x="648" y="1147"/>
            <a:chExt cx="1608" cy="1591"/>
          </a:xfrm>
        </p:grpSpPr>
        <p:grpSp>
          <p:nvGrpSpPr>
            <p:cNvPr id="199" name="Group 61">
              <a:extLst>
                <a:ext uri="{FF2B5EF4-FFF2-40B4-BE49-F238E27FC236}">
                  <a16:creationId xmlns:a16="http://schemas.microsoft.com/office/drawing/2014/main" id="{ABD85516-4FF1-C344-BFB9-73A3F6FA6D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" y="1725"/>
              <a:ext cx="1024" cy="1013"/>
              <a:chOff x="672" y="1071"/>
              <a:chExt cx="1024" cy="1013"/>
            </a:xfrm>
          </p:grpSpPr>
          <p:grpSp>
            <p:nvGrpSpPr>
              <p:cNvPr id="215" name="Group 62">
                <a:extLst>
                  <a:ext uri="{FF2B5EF4-FFF2-40B4-BE49-F238E27FC236}">
                    <a16:creationId xmlns:a16="http://schemas.microsoft.com/office/drawing/2014/main" id="{086027DC-6B25-C241-B8C9-FEBDD311AB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2" y="1506"/>
                <a:ext cx="583" cy="578"/>
                <a:chOff x="672" y="1486"/>
                <a:chExt cx="583" cy="578"/>
              </a:xfrm>
            </p:grpSpPr>
            <p:grpSp>
              <p:nvGrpSpPr>
                <p:cNvPr id="226" name="Group 63">
                  <a:extLst>
                    <a:ext uri="{FF2B5EF4-FFF2-40B4-BE49-F238E27FC236}">
                      <a16:creationId xmlns:a16="http://schemas.microsoft.com/office/drawing/2014/main" id="{28E8BE44-A8E6-2B43-940A-815DCEC4C39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77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234" name="Group 64">
                    <a:extLst>
                      <a:ext uri="{FF2B5EF4-FFF2-40B4-BE49-F238E27FC236}">
                        <a16:creationId xmlns:a16="http://schemas.microsoft.com/office/drawing/2014/main" id="{6B9BE568-EF77-CD4A-9005-22142300C86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238" name="Line 65">
                      <a:extLst>
                        <a:ext uri="{FF2B5EF4-FFF2-40B4-BE49-F238E27FC236}">
                          <a16:creationId xmlns:a16="http://schemas.microsoft.com/office/drawing/2014/main" id="{0687693B-9E3C-F04D-9053-65D5D8F93D3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239" name="Line 66">
                      <a:extLst>
                        <a:ext uri="{FF2B5EF4-FFF2-40B4-BE49-F238E27FC236}">
                          <a16:creationId xmlns:a16="http://schemas.microsoft.com/office/drawing/2014/main" id="{DD417D04-76E1-A948-AC8A-D4CA4D6CB3C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235" name="Group 67">
                    <a:extLst>
                      <a:ext uri="{FF2B5EF4-FFF2-40B4-BE49-F238E27FC236}">
                        <a16:creationId xmlns:a16="http://schemas.microsoft.com/office/drawing/2014/main" id="{A7A42189-5DDA-0545-BE4F-EFA25AAF3F8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236" name="Line 68">
                      <a:extLst>
                        <a:ext uri="{FF2B5EF4-FFF2-40B4-BE49-F238E27FC236}">
                          <a16:creationId xmlns:a16="http://schemas.microsoft.com/office/drawing/2014/main" id="{50AC0BCB-A3E3-AB4C-A202-1D77C93E171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237" name="Line 69">
                      <a:extLst>
                        <a:ext uri="{FF2B5EF4-FFF2-40B4-BE49-F238E27FC236}">
                          <a16:creationId xmlns:a16="http://schemas.microsoft.com/office/drawing/2014/main" id="{BE6AC399-19AF-C649-B200-4C0B9FF6422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227" name="Group 70">
                  <a:extLst>
                    <a:ext uri="{FF2B5EF4-FFF2-40B4-BE49-F238E27FC236}">
                      <a16:creationId xmlns:a16="http://schemas.microsoft.com/office/drawing/2014/main" id="{2CB93727-C3F2-764D-92C8-69C0B80B293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64" y="148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228" name="Group 71">
                    <a:extLst>
                      <a:ext uri="{FF2B5EF4-FFF2-40B4-BE49-F238E27FC236}">
                        <a16:creationId xmlns:a16="http://schemas.microsoft.com/office/drawing/2014/main" id="{A186A73E-EB20-7248-8BB6-E12926A2D07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232" name="Line 72">
                      <a:extLst>
                        <a:ext uri="{FF2B5EF4-FFF2-40B4-BE49-F238E27FC236}">
                          <a16:creationId xmlns:a16="http://schemas.microsoft.com/office/drawing/2014/main" id="{294595A7-42B6-F544-BABC-C613EC72184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233" name="Line 73">
                      <a:extLst>
                        <a:ext uri="{FF2B5EF4-FFF2-40B4-BE49-F238E27FC236}">
                          <a16:creationId xmlns:a16="http://schemas.microsoft.com/office/drawing/2014/main" id="{103FB363-2880-8749-B505-92061192195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229" name="Group 74">
                    <a:extLst>
                      <a:ext uri="{FF2B5EF4-FFF2-40B4-BE49-F238E27FC236}">
                        <a16:creationId xmlns:a16="http://schemas.microsoft.com/office/drawing/2014/main" id="{0C2A5C19-D154-BA4B-B77F-BAC13B85C42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230" name="Line 75">
                      <a:extLst>
                        <a:ext uri="{FF2B5EF4-FFF2-40B4-BE49-F238E27FC236}">
                          <a16:creationId xmlns:a16="http://schemas.microsoft.com/office/drawing/2014/main" id="{AA436D38-A4BD-9F48-ACB6-71E3584679B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231" name="Line 76">
                      <a:extLst>
                        <a:ext uri="{FF2B5EF4-FFF2-40B4-BE49-F238E27FC236}">
                          <a16:creationId xmlns:a16="http://schemas.microsoft.com/office/drawing/2014/main" id="{AD5E16CE-9C60-924E-AEA8-771C8F7BE91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</p:grpSp>
          <p:grpSp>
            <p:nvGrpSpPr>
              <p:cNvPr id="216" name="Group 77">
                <a:extLst>
                  <a:ext uri="{FF2B5EF4-FFF2-40B4-BE49-F238E27FC236}">
                    <a16:creationId xmlns:a16="http://schemas.microsoft.com/office/drawing/2014/main" id="{590906C3-8438-564F-A18A-B01F4CBACB2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59" y="1217"/>
                <a:ext cx="291" cy="288"/>
                <a:chOff x="672" y="1776"/>
                <a:chExt cx="291" cy="288"/>
              </a:xfrm>
            </p:grpSpPr>
            <p:grpSp>
              <p:nvGrpSpPr>
                <p:cNvPr id="220" name="Group 78">
                  <a:extLst>
                    <a:ext uri="{FF2B5EF4-FFF2-40B4-BE49-F238E27FC236}">
                      <a16:creationId xmlns:a16="http://schemas.microsoft.com/office/drawing/2014/main" id="{90B7B172-FE74-474A-860F-950A4E5E2FB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224" name="Line 79">
                    <a:extLst>
                      <a:ext uri="{FF2B5EF4-FFF2-40B4-BE49-F238E27FC236}">
                        <a16:creationId xmlns:a16="http://schemas.microsoft.com/office/drawing/2014/main" id="{DA98A219-B383-CD4D-8C19-E7062BA1CB8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225" name="Line 80">
                    <a:extLst>
                      <a:ext uri="{FF2B5EF4-FFF2-40B4-BE49-F238E27FC236}">
                        <a16:creationId xmlns:a16="http://schemas.microsoft.com/office/drawing/2014/main" id="{99DDF2C7-4BB4-444F-88C9-EC97B73784D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</p:grpSp>
            <p:grpSp>
              <p:nvGrpSpPr>
                <p:cNvPr id="221" name="Group 81">
                  <a:extLst>
                    <a:ext uri="{FF2B5EF4-FFF2-40B4-BE49-F238E27FC236}">
                      <a16:creationId xmlns:a16="http://schemas.microsoft.com/office/drawing/2014/main" id="{9E407ECB-B0DD-2542-84E4-67E112276A0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222" name="Line 82">
                    <a:extLst>
                      <a:ext uri="{FF2B5EF4-FFF2-40B4-BE49-F238E27FC236}">
                        <a16:creationId xmlns:a16="http://schemas.microsoft.com/office/drawing/2014/main" id="{7A966565-D20D-BC4D-BFEF-684E75D8237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223" name="Line 83">
                    <a:extLst>
                      <a:ext uri="{FF2B5EF4-FFF2-40B4-BE49-F238E27FC236}">
                        <a16:creationId xmlns:a16="http://schemas.microsoft.com/office/drawing/2014/main" id="{DE790389-F96F-3645-8B5C-56C99B7A623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</p:grpSp>
          </p:grpSp>
          <p:grpSp>
            <p:nvGrpSpPr>
              <p:cNvPr id="217" name="Group 84">
                <a:extLst>
                  <a:ext uri="{FF2B5EF4-FFF2-40B4-BE49-F238E27FC236}">
                    <a16:creationId xmlns:a16="http://schemas.microsoft.com/office/drawing/2014/main" id="{B44615B9-9107-AE4B-B6B2-5C8842A57D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51" y="1071"/>
                <a:ext cx="145" cy="144"/>
                <a:chOff x="672" y="1920"/>
                <a:chExt cx="145" cy="144"/>
              </a:xfrm>
            </p:grpSpPr>
            <p:sp>
              <p:nvSpPr>
                <p:cNvPr id="218" name="Line 85">
                  <a:extLst>
                    <a:ext uri="{FF2B5EF4-FFF2-40B4-BE49-F238E27FC236}">
                      <a16:creationId xmlns:a16="http://schemas.microsoft.com/office/drawing/2014/main" id="{3A621BC4-A685-9B4E-914E-9C7F23251D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endParaRPr>
                </a:p>
              </p:txBody>
            </p:sp>
            <p:sp>
              <p:nvSpPr>
                <p:cNvPr id="219" name="Line 86">
                  <a:extLst>
                    <a:ext uri="{FF2B5EF4-FFF2-40B4-BE49-F238E27FC236}">
                      <a16:creationId xmlns:a16="http://schemas.microsoft.com/office/drawing/2014/main" id="{71296EA3-B1E3-434E-B779-CC6E8E6126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8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endParaRPr>
                </a:p>
              </p:txBody>
            </p:sp>
          </p:grpSp>
        </p:grpSp>
        <p:grpSp>
          <p:nvGrpSpPr>
            <p:cNvPr id="200" name="Group 87">
              <a:extLst>
                <a:ext uri="{FF2B5EF4-FFF2-40B4-BE49-F238E27FC236}">
                  <a16:creationId xmlns:a16="http://schemas.microsoft.com/office/drawing/2014/main" id="{B2EFB5FC-1592-8042-A1C0-0B36516D6C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3" y="1147"/>
              <a:ext cx="583" cy="578"/>
              <a:chOff x="672" y="1486"/>
              <a:chExt cx="583" cy="578"/>
            </a:xfrm>
          </p:grpSpPr>
          <p:grpSp>
            <p:nvGrpSpPr>
              <p:cNvPr id="201" name="Group 88">
                <a:extLst>
                  <a:ext uri="{FF2B5EF4-FFF2-40B4-BE49-F238E27FC236}">
                    <a16:creationId xmlns:a16="http://schemas.microsoft.com/office/drawing/2014/main" id="{32E73C25-B702-224F-854F-9E057ECBED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2" y="1776"/>
                <a:ext cx="291" cy="288"/>
                <a:chOff x="672" y="1776"/>
                <a:chExt cx="291" cy="288"/>
              </a:xfrm>
            </p:grpSpPr>
            <p:grpSp>
              <p:nvGrpSpPr>
                <p:cNvPr id="209" name="Group 89">
                  <a:extLst>
                    <a:ext uri="{FF2B5EF4-FFF2-40B4-BE49-F238E27FC236}">
                      <a16:creationId xmlns:a16="http://schemas.microsoft.com/office/drawing/2014/main" id="{1B7CB7E1-B153-E14D-8D8A-11207424B68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213" name="Line 90">
                    <a:extLst>
                      <a:ext uri="{FF2B5EF4-FFF2-40B4-BE49-F238E27FC236}">
                        <a16:creationId xmlns:a16="http://schemas.microsoft.com/office/drawing/2014/main" id="{27A6C125-E096-AC4A-9964-A4909913280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214" name="Line 91">
                    <a:extLst>
                      <a:ext uri="{FF2B5EF4-FFF2-40B4-BE49-F238E27FC236}">
                        <a16:creationId xmlns:a16="http://schemas.microsoft.com/office/drawing/2014/main" id="{DE0BE3B6-14E9-DF42-B4CC-2E8405F58F2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</p:grpSp>
            <p:grpSp>
              <p:nvGrpSpPr>
                <p:cNvPr id="210" name="Group 92">
                  <a:extLst>
                    <a:ext uri="{FF2B5EF4-FFF2-40B4-BE49-F238E27FC236}">
                      <a16:creationId xmlns:a16="http://schemas.microsoft.com/office/drawing/2014/main" id="{877C2484-7A5E-604F-9B08-1724B41CACC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211" name="Line 93">
                    <a:extLst>
                      <a:ext uri="{FF2B5EF4-FFF2-40B4-BE49-F238E27FC236}">
                        <a16:creationId xmlns:a16="http://schemas.microsoft.com/office/drawing/2014/main" id="{D9C04E3F-D0AB-1745-91FE-A097CA11D7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212" name="Line 94">
                    <a:extLst>
                      <a:ext uri="{FF2B5EF4-FFF2-40B4-BE49-F238E27FC236}">
                        <a16:creationId xmlns:a16="http://schemas.microsoft.com/office/drawing/2014/main" id="{EDC1866B-DE17-3A44-A7FF-A42ACFA6A19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</p:grpSp>
          </p:grpSp>
          <p:grpSp>
            <p:nvGrpSpPr>
              <p:cNvPr id="202" name="Group 95">
                <a:extLst>
                  <a:ext uri="{FF2B5EF4-FFF2-40B4-BE49-F238E27FC236}">
                    <a16:creationId xmlns:a16="http://schemas.microsoft.com/office/drawing/2014/main" id="{B3FD2508-1A3B-F545-BB35-F836D08E57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64" y="1486"/>
                <a:ext cx="291" cy="288"/>
                <a:chOff x="672" y="1776"/>
                <a:chExt cx="291" cy="288"/>
              </a:xfrm>
            </p:grpSpPr>
            <p:grpSp>
              <p:nvGrpSpPr>
                <p:cNvPr id="203" name="Group 96">
                  <a:extLst>
                    <a:ext uri="{FF2B5EF4-FFF2-40B4-BE49-F238E27FC236}">
                      <a16:creationId xmlns:a16="http://schemas.microsoft.com/office/drawing/2014/main" id="{63FA1812-A241-CA46-94C2-4E003FA31FF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207" name="Line 97">
                    <a:extLst>
                      <a:ext uri="{FF2B5EF4-FFF2-40B4-BE49-F238E27FC236}">
                        <a16:creationId xmlns:a16="http://schemas.microsoft.com/office/drawing/2014/main" id="{5DD14580-BC6A-434D-9D65-4334BD0BCF1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208" name="Line 98">
                    <a:extLst>
                      <a:ext uri="{FF2B5EF4-FFF2-40B4-BE49-F238E27FC236}">
                        <a16:creationId xmlns:a16="http://schemas.microsoft.com/office/drawing/2014/main" id="{A48F997B-99F2-154D-9314-2BC629216B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</p:grpSp>
            <p:grpSp>
              <p:nvGrpSpPr>
                <p:cNvPr id="204" name="Group 99">
                  <a:extLst>
                    <a:ext uri="{FF2B5EF4-FFF2-40B4-BE49-F238E27FC236}">
                      <a16:creationId xmlns:a16="http://schemas.microsoft.com/office/drawing/2014/main" id="{F8264A2E-19A3-B54A-AAE8-CE725258FFD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205" name="Line 100">
                    <a:extLst>
                      <a:ext uri="{FF2B5EF4-FFF2-40B4-BE49-F238E27FC236}">
                        <a16:creationId xmlns:a16="http://schemas.microsoft.com/office/drawing/2014/main" id="{BF8CE0C4-18BD-2D42-A867-062C10FB608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206" name="Line 101">
                    <a:extLst>
                      <a:ext uri="{FF2B5EF4-FFF2-40B4-BE49-F238E27FC236}">
                        <a16:creationId xmlns:a16="http://schemas.microsoft.com/office/drawing/2014/main" id="{1417D3B3-BCF8-4444-B762-8DA06CB3777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</p:grpSp>
          </p:grpSp>
        </p:grpSp>
      </p:grpSp>
      <p:sp>
        <p:nvSpPr>
          <p:cNvPr id="240" name="Text Box 150">
            <a:extLst>
              <a:ext uri="{FF2B5EF4-FFF2-40B4-BE49-F238E27FC236}">
                <a16:creationId xmlns:a16="http://schemas.microsoft.com/office/drawing/2014/main" id="{F48E0A72-EE06-8747-9412-C085A5FC1DC0}"/>
              </a:ext>
            </a:extLst>
          </p:cNvPr>
          <p:cNvSpPr txBox="1">
            <a:spLocks noChangeArrowheads="1"/>
          </p:cNvSpPr>
          <p:nvPr/>
        </p:nvSpPr>
        <p:spPr bwMode="auto">
          <a:xfrm rot="-5433387">
            <a:off x="1194824" y="2814097"/>
            <a:ext cx="1957387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rPr>
              <a:t>Cumulative data</a:t>
            </a:r>
          </a:p>
        </p:txBody>
      </p:sp>
      <p:sp>
        <p:nvSpPr>
          <p:cNvPr id="241" name="Text Box 154">
            <a:extLst>
              <a:ext uri="{FF2B5EF4-FFF2-40B4-BE49-F238E27FC236}">
                <a16:creationId xmlns:a16="http://schemas.microsoft.com/office/drawing/2014/main" id="{8132C866-C3A3-F54B-8107-0983C1BB47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06999" y="4533081"/>
            <a:ext cx="663964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rPr>
              <a:t>time</a:t>
            </a:r>
          </a:p>
        </p:txBody>
      </p:sp>
      <p:grpSp>
        <p:nvGrpSpPr>
          <p:cNvPr id="242" name="Group 201">
            <a:extLst>
              <a:ext uri="{FF2B5EF4-FFF2-40B4-BE49-F238E27FC236}">
                <a16:creationId xmlns:a16="http://schemas.microsoft.com/office/drawing/2014/main" id="{98B35B39-6845-B44A-A9E2-DDF3A24FBA05}"/>
              </a:ext>
            </a:extLst>
          </p:cNvPr>
          <p:cNvGrpSpPr>
            <a:grpSpLocks/>
          </p:cNvGrpSpPr>
          <p:nvPr/>
        </p:nvGrpSpPr>
        <p:grpSpPr bwMode="auto">
          <a:xfrm>
            <a:off x="4103124" y="2012131"/>
            <a:ext cx="3500438" cy="2520950"/>
            <a:chOff x="1572" y="1156"/>
            <a:chExt cx="2205" cy="1588"/>
          </a:xfrm>
        </p:grpSpPr>
        <p:grpSp>
          <p:nvGrpSpPr>
            <p:cNvPr id="243" name="Group 198">
              <a:extLst>
                <a:ext uri="{FF2B5EF4-FFF2-40B4-BE49-F238E27FC236}">
                  <a16:creationId xmlns:a16="http://schemas.microsoft.com/office/drawing/2014/main" id="{03EED693-FDB3-0940-BE24-338512144B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8" y="1156"/>
              <a:ext cx="1839" cy="1588"/>
              <a:chOff x="1938" y="1156"/>
              <a:chExt cx="1839" cy="1588"/>
            </a:xfrm>
          </p:grpSpPr>
          <p:grpSp>
            <p:nvGrpSpPr>
              <p:cNvPr id="247" name="Group 106">
                <a:extLst>
                  <a:ext uri="{FF2B5EF4-FFF2-40B4-BE49-F238E27FC236}">
                    <a16:creationId xmlns:a16="http://schemas.microsoft.com/office/drawing/2014/main" id="{249BAAF5-FA7A-D147-ABC6-E05F52DB1C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38" y="2600"/>
                <a:ext cx="319" cy="144"/>
                <a:chOff x="672" y="1920"/>
                <a:chExt cx="145" cy="144"/>
              </a:xfrm>
            </p:grpSpPr>
            <p:sp>
              <p:nvSpPr>
                <p:cNvPr id="469" name="Line 107">
                  <a:extLst>
                    <a:ext uri="{FF2B5EF4-FFF2-40B4-BE49-F238E27FC236}">
                      <a16:creationId xmlns:a16="http://schemas.microsoft.com/office/drawing/2014/main" id="{BCEB014D-84F6-CC4F-B058-2BB9795CA9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endParaRPr>
                </a:p>
              </p:txBody>
            </p:sp>
            <p:sp>
              <p:nvSpPr>
                <p:cNvPr id="470" name="Line 108">
                  <a:extLst>
                    <a:ext uri="{FF2B5EF4-FFF2-40B4-BE49-F238E27FC236}">
                      <a16:creationId xmlns:a16="http://schemas.microsoft.com/office/drawing/2014/main" id="{A731394B-CB70-DC48-82B7-B15FFCD67E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8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endParaRPr>
                </a:p>
              </p:txBody>
            </p:sp>
          </p:grpSp>
          <p:grpSp>
            <p:nvGrpSpPr>
              <p:cNvPr id="248" name="Group 109">
                <a:extLst>
                  <a:ext uri="{FF2B5EF4-FFF2-40B4-BE49-F238E27FC236}">
                    <a16:creationId xmlns:a16="http://schemas.microsoft.com/office/drawing/2014/main" id="{ABBCE7F6-E0A4-9C46-85D9-7B00EE2A1D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52" y="2456"/>
                <a:ext cx="73" cy="144"/>
                <a:chOff x="672" y="1920"/>
                <a:chExt cx="145" cy="144"/>
              </a:xfrm>
            </p:grpSpPr>
            <p:sp>
              <p:nvSpPr>
                <p:cNvPr id="467" name="Line 110">
                  <a:extLst>
                    <a:ext uri="{FF2B5EF4-FFF2-40B4-BE49-F238E27FC236}">
                      <a16:creationId xmlns:a16="http://schemas.microsoft.com/office/drawing/2014/main" id="{413794F4-A4DC-BA41-B5A9-710F6654FB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endParaRPr>
                </a:p>
              </p:txBody>
            </p:sp>
            <p:sp>
              <p:nvSpPr>
                <p:cNvPr id="468" name="Line 111">
                  <a:extLst>
                    <a:ext uri="{FF2B5EF4-FFF2-40B4-BE49-F238E27FC236}">
                      <a16:creationId xmlns:a16="http://schemas.microsoft.com/office/drawing/2014/main" id="{C1AA099D-2573-154E-82E2-DCE65051084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9"/>
                  <a:ext cx="0" cy="14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endParaRPr>
                </a:p>
              </p:txBody>
            </p:sp>
          </p:grpSp>
          <p:grpSp>
            <p:nvGrpSpPr>
              <p:cNvPr id="249" name="Group 112">
                <a:extLst>
                  <a:ext uri="{FF2B5EF4-FFF2-40B4-BE49-F238E27FC236}">
                    <a16:creationId xmlns:a16="http://schemas.microsoft.com/office/drawing/2014/main" id="{C42BB911-E80C-A34F-974F-1C46657BBA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17" y="2169"/>
                <a:ext cx="126" cy="288"/>
                <a:chOff x="672" y="1776"/>
                <a:chExt cx="291" cy="288"/>
              </a:xfrm>
            </p:grpSpPr>
            <p:grpSp>
              <p:nvGrpSpPr>
                <p:cNvPr id="461" name="Group 113">
                  <a:extLst>
                    <a:ext uri="{FF2B5EF4-FFF2-40B4-BE49-F238E27FC236}">
                      <a16:creationId xmlns:a16="http://schemas.microsoft.com/office/drawing/2014/main" id="{0DFA3004-ECFE-DC44-A8A1-99A4A7737F8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465" name="Line 114">
                    <a:extLst>
                      <a:ext uri="{FF2B5EF4-FFF2-40B4-BE49-F238E27FC236}">
                        <a16:creationId xmlns:a16="http://schemas.microsoft.com/office/drawing/2014/main" id="{3DEB4882-8A2F-A547-B051-38774E3138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466" name="Line 115">
                    <a:extLst>
                      <a:ext uri="{FF2B5EF4-FFF2-40B4-BE49-F238E27FC236}">
                        <a16:creationId xmlns:a16="http://schemas.microsoft.com/office/drawing/2014/main" id="{B6148270-BC4A-FE49-89B7-92782BEE021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7"/>
                    <a:ext cx="0" cy="14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</p:grpSp>
            <p:grpSp>
              <p:nvGrpSpPr>
                <p:cNvPr id="462" name="Group 116">
                  <a:extLst>
                    <a:ext uri="{FF2B5EF4-FFF2-40B4-BE49-F238E27FC236}">
                      <a16:creationId xmlns:a16="http://schemas.microsoft.com/office/drawing/2014/main" id="{8586C9B8-424B-834D-869E-BC829A7C589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463" name="Line 117">
                    <a:extLst>
                      <a:ext uri="{FF2B5EF4-FFF2-40B4-BE49-F238E27FC236}">
                        <a16:creationId xmlns:a16="http://schemas.microsoft.com/office/drawing/2014/main" id="{1FD5AE65-BCFC-EC43-865A-187EBD2DD2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1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464" name="Line 118">
                    <a:extLst>
                      <a:ext uri="{FF2B5EF4-FFF2-40B4-BE49-F238E27FC236}">
                        <a16:creationId xmlns:a16="http://schemas.microsoft.com/office/drawing/2014/main" id="{33DFFECE-C171-2749-A0BE-91786BD5530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4" y="1847"/>
                    <a:ext cx="0" cy="14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</p:grpSp>
          </p:grpSp>
          <p:grpSp>
            <p:nvGrpSpPr>
              <p:cNvPr id="250" name="Group 119">
                <a:extLst>
                  <a:ext uri="{FF2B5EF4-FFF2-40B4-BE49-F238E27FC236}">
                    <a16:creationId xmlns:a16="http://schemas.microsoft.com/office/drawing/2014/main" id="{1F5518E3-719F-B14E-B055-6113FFA0D4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41" y="1877"/>
                <a:ext cx="609" cy="288"/>
                <a:chOff x="672" y="1776"/>
                <a:chExt cx="291" cy="288"/>
              </a:xfrm>
            </p:grpSpPr>
            <p:grpSp>
              <p:nvGrpSpPr>
                <p:cNvPr id="455" name="Group 120">
                  <a:extLst>
                    <a:ext uri="{FF2B5EF4-FFF2-40B4-BE49-F238E27FC236}">
                      <a16:creationId xmlns:a16="http://schemas.microsoft.com/office/drawing/2014/main" id="{20B31051-705E-9542-AFFC-72559BB0F9A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459" name="Line 121">
                    <a:extLst>
                      <a:ext uri="{FF2B5EF4-FFF2-40B4-BE49-F238E27FC236}">
                        <a16:creationId xmlns:a16="http://schemas.microsoft.com/office/drawing/2014/main" id="{01BB5816-7204-6647-BB2C-26310485E1B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460" name="Line 122">
                    <a:extLst>
                      <a:ext uri="{FF2B5EF4-FFF2-40B4-BE49-F238E27FC236}">
                        <a16:creationId xmlns:a16="http://schemas.microsoft.com/office/drawing/2014/main" id="{4F4B0D82-EAE7-2242-8DF1-F7B4FFACA8B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</p:grpSp>
            <p:grpSp>
              <p:nvGrpSpPr>
                <p:cNvPr id="456" name="Group 123">
                  <a:extLst>
                    <a:ext uri="{FF2B5EF4-FFF2-40B4-BE49-F238E27FC236}">
                      <a16:creationId xmlns:a16="http://schemas.microsoft.com/office/drawing/2014/main" id="{83006F75-5500-5748-938E-5D5C5F1A944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457" name="Line 124">
                    <a:extLst>
                      <a:ext uri="{FF2B5EF4-FFF2-40B4-BE49-F238E27FC236}">
                        <a16:creationId xmlns:a16="http://schemas.microsoft.com/office/drawing/2014/main" id="{A2CE2AD8-EED8-BB46-AAA0-229AB680F9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458" name="Line 125">
                    <a:extLst>
                      <a:ext uri="{FF2B5EF4-FFF2-40B4-BE49-F238E27FC236}">
                        <a16:creationId xmlns:a16="http://schemas.microsoft.com/office/drawing/2014/main" id="{9CA3C61B-AAE4-644C-902C-0FB0031DD00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</p:grpSp>
          </p:grpSp>
          <p:grpSp>
            <p:nvGrpSpPr>
              <p:cNvPr id="251" name="Group 126">
                <a:extLst>
                  <a:ext uri="{FF2B5EF4-FFF2-40B4-BE49-F238E27FC236}">
                    <a16:creationId xmlns:a16="http://schemas.microsoft.com/office/drawing/2014/main" id="{0D5BD217-3E68-D04C-A046-D2DF3EC87AC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45" y="1740"/>
                <a:ext cx="52" cy="144"/>
                <a:chOff x="672" y="1920"/>
                <a:chExt cx="145" cy="144"/>
              </a:xfrm>
            </p:grpSpPr>
            <p:sp>
              <p:nvSpPr>
                <p:cNvPr id="265" name="Line 127">
                  <a:extLst>
                    <a:ext uri="{FF2B5EF4-FFF2-40B4-BE49-F238E27FC236}">
                      <a16:creationId xmlns:a16="http://schemas.microsoft.com/office/drawing/2014/main" id="{63421A91-A260-604C-B7EF-CE53173E92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endParaRPr>
                </a:p>
              </p:txBody>
            </p:sp>
            <p:sp>
              <p:nvSpPr>
                <p:cNvPr id="454" name="Line 128">
                  <a:extLst>
                    <a:ext uri="{FF2B5EF4-FFF2-40B4-BE49-F238E27FC236}">
                      <a16:creationId xmlns:a16="http://schemas.microsoft.com/office/drawing/2014/main" id="{5ACCDE26-4AE7-474C-B0E6-D4317E90F0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9"/>
                  <a:ext cx="0" cy="14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endParaRPr>
                </a:p>
              </p:txBody>
            </p:sp>
          </p:grpSp>
          <p:grpSp>
            <p:nvGrpSpPr>
              <p:cNvPr id="252" name="Group 131">
                <a:extLst>
                  <a:ext uri="{FF2B5EF4-FFF2-40B4-BE49-F238E27FC236}">
                    <a16:creationId xmlns:a16="http://schemas.microsoft.com/office/drawing/2014/main" id="{C1AC9525-5797-124E-A677-A0A962D778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92" y="1590"/>
                <a:ext cx="469" cy="144"/>
                <a:chOff x="672" y="1920"/>
                <a:chExt cx="145" cy="144"/>
              </a:xfrm>
            </p:grpSpPr>
            <p:sp>
              <p:nvSpPr>
                <p:cNvPr id="263" name="Line 132">
                  <a:extLst>
                    <a:ext uri="{FF2B5EF4-FFF2-40B4-BE49-F238E27FC236}">
                      <a16:creationId xmlns:a16="http://schemas.microsoft.com/office/drawing/2014/main" id="{1B85E59A-4AA2-5647-9EEB-87D45C3C98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endParaRPr>
                </a:p>
              </p:txBody>
            </p:sp>
            <p:sp>
              <p:nvSpPr>
                <p:cNvPr id="264" name="Line 133">
                  <a:extLst>
                    <a:ext uri="{FF2B5EF4-FFF2-40B4-BE49-F238E27FC236}">
                      <a16:creationId xmlns:a16="http://schemas.microsoft.com/office/drawing/2014/main" id="{82EE49D4-A79D-D041-AF79-59F7DB5739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8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endParaRPr>
                </a:p>
              </p:txBody>
            </p:sp>
          </p:grpSp>
          <p:grpSp>
            <p:nvGrpSpPr>
              <p:cNvPr id="253" name="Group 134">
                <a:extLst>
                  <a:ext uri="{FF2B5EF4-FFF2-40B4-BE49-F238E27FC236}">
                    <a16:creationId xmlns:a16="http://schemas.microsoft.com/office/drawing/2014/main" id="{514EDBAD-45E8-C341-9B6D-21A7A489FB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0" y="1446"/>
                <a:ext cx="145" cy="144"/>
                <a:chOff x="672" y="1920"/>
                <a:chExt cx="145" cy="144"/>
              </a:xfrm>
            </p:grpSpPr>
            <p:sp>
              <p:nvSpPr>
                <p:cNvPr id="261" name="Line 135">
                  <a:extLst>
                    <a:ext uri="{FF2B5EF4-FFF2-40B4-BE49-F238E27FC236}">
                      <a16:creationId xmlns:a16="http://schemas.microsoft.com/office/drawing/2014/main" id="{C48631F1-3B13-5F46-8A45-26547347B9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endParaRPr>
                </a:p>
              </p:txBody>
            </p:sp>
            <p:sp>
              <p:nvSpPr>
                <p:cNvPr id="262" name="Line 136">
                  <a:extLst>
                    <a:ext uri="{FF2B5EF4-FFF2-40B4-BE49-F238E27FC236}">
                      <a16:creationId xmlns:a16="http://schemas.microsoft.com/office/drawing/2014/main" id="{2650A6FC-C4D0-F54D-8D69-65B6EC19FF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8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endParaRPr>
                </a:p>
              </p:txBody>
            </p:sp>
          </p:grpSp>
          <p:grpSp>
            <p:nvGrpSpPr>
              <p:cNvPr id="254" name="Group 137">
                <a:extLst>
                  <a:ext uri="{FF2B5EF4-FFF2-40B4-BE49-F238E27FC236}">
                    <a16:creationId xmlns:a16="http://schemas.microsoft.com/office/drawing/2014/main" id="{E11AEF40-3AE5-6745-964C-3A95695364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90" y="1156"/>
                <a:ext cx="87" cy="288"/>
                <a:chOff x="672" y="1776"/>
                <a:chExt cx="291" cy="288"/>
              </a:xfrm>
            </p:grpSpPr>
            <p:grpSp>
              <p:nvGrpSpPr>
                <p:cNvPr id="255" name="Group 138">
                  <a:extLst>
                    <a:ext uri="{FF2B5EF4-FFF2-40B4-BE49-F238E27FC236}">
                      <a16:creationId xmlns:a16="http://schemas.microsoft.com/office/drawing/2014/main" id="{1A362898-74D2-1544-8CB1-95EA79C25F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259" name="Line 139">
                    <a:extLst>
                      <a:ext uri="{FF2B5EF4-FFF2-40B4-BE49-F238E27FC236}">
                        <a16:creationId xmlns:a16="http://schemas.microsoft.com/office/drawing/2014/main" id="{5C955EC5-AEF2-C840-94BF-ECDF7E721E3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260" name="Line 140">
                    <a:extLst>
                      <a:ext uri="{FF2B5EF4-FFF2-40B4-BE49-F238E27FC236}">
                        <a16:creationId xmlns:a16="http://schemas.microsoft.com/office/drawing/2014/main" id="{6DD8161A-D076-C84B-81F0-0A52F1549D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4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</p:grpSp>
            <p:grpSp>
              <p:nvGrpSpPr>
                <p:cNvPr id="256" name="Group 141">
                  <a:extLst>
                    <a:ext uri="{FF2B5EF4-FFF2-40B4-BE49-F238E27FC236}">
                      <a16:creationId xmlns:a16="http://schemas.microsoft.com/office/drawing/2014/main" id="{C22A4CBA-7C11-AD40-BFCC-9555A0FC6E9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257" name="Line 142">
                    <a:extLst>
                      <a:ext uri="{FF2B5EF4-FFF2-40B4-BE49-F238E27FC236}">
                        <a16:creationId xmlns:a16="http://schemas.microsoft.com/office/drawing/2014/main" id="{D34B9002-AD10-5D4B-93B9-4CB7E3CFC3F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3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258" name="Line 143">
                    <a:extLst>
                      <a:ext uri="{FF2B5EF4-FFF2-40B4-BE49-F238E27FC236}">
                        <a16:creationId xmlns:a16="http://schemas.microsoft.com/office/drawing/2014/main" id="{80DF59F4-160E-D045-8986-77B568B3A67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</p:grpSp>
          </p:grpSp>
        </p:grpSp>
        <p:sp>
          <p:nvSpPr>
            <p:cNvPr id="244" name="Text Box 152">
              <a:extLst>
                <a:ext uri="{FF2B5EF4-FFF2-40B4-BE49-F238E27FC236}">
                  <a16:creationId xmlns:a16="http://schemas.microsoft.com/office/drawing/2014/main" id="{7EB75F6E-9A0B-7248-957A-DF95A2A9F9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7" y="1724"/>
              <a:ext cx="664" cy="5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19050">
                  <a:solidFill>
                    <a:schemeClr val="tx1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variable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delay</a:t>
              </a:r>
            </a:p>
          </p:txBody>
        </p:sp>
        <p:sp>
          <p:nvSpPr>
            <p:cNvPr id="245" name="Line 153">
              <a:extLst>
                <a:ext uri="{FF2B5EF4-FFF2-40B4-BE49-F238E27FC236}">
                  <a16:creationId xmlns:a16="http://schemas.microsoft.com/office/drawing/2014/main" id="{A758800A-7C03-9644-8754-5F8514AC77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2" y="1938"/>
              <a:ext cx="109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246" name="Text Box 197">
              <a:extLst>
                <a:ext uri="{FF2B5EF4-FFF2-40B4-BE49-F238E27FC236}">
                  <a16:creationId xmlns:a16="http://schemas.microsoft.com/office/drawing/2014/main" id="{E2D57BCC-95D4-B846-8D60-5061813600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1" y="1196"/>
              <a:ext cx="875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client video</a:t>
              </a:r>
            </a:p>
            <a:p>
              <a:pPr marL="0" marR="0" lvl="0" indent="0" algn="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reception</a:t>
              </a:r>
            </a:p>
          </p:txBody>
        </p:sp>
      </p:grpSp>
      <p:grpSp>
        <p:nvGrpSpPr>
          <p:cNvPr id="471" name="Group 203">
            <a:extLst>
              <a:ext uri="{FF2B5EF4-FFF2-40B4-BE49-F238E27FC236}">
                <a16:creationId xmlns:a16="http://schemas.microsoft.com/office/drawing/2014/main" id="{0A5D4D99-D2D3-5145-8C99-4359533C8DB5}"/>
              </a:ext>
            </a:extLst>
          </p:cNvPr>
          <p:cNvGrpSpPr>
            <a:grpSpLocks/>
          </p:cNvGrpSpPr>
          <p:nvPr/>
        </p:nvGrpSpPr>
        <p:grpSpPr bwMode="auto">
          <a:xfrm>
            <a:off x="4582549" y="1983556"/>
            <a:ext cx="5226054" cy="3214688"/>
            <a:chOff x="1874" y="1138"/>
            <a:chExt cx="3292" cy="2025"/>
          </a:xfrm>
        </p:grpSpPr>
        <p:grpSp>
          <p:nvGrpSpPr>
            <p:cNvPr id="472" name="Group 155">
              <a:extLst>
                <a:ext uri="{FF2B5EF4-FFF2-40B4-BE49-F238E27FC236}">
                  <a16:creationId xmlns:a16="http://schemas.microsoft.com/office/drawing/2014/main" id="{07264358-3F6F-F34E-A331-1214EAB808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84" y="1138"/>
              <a:ext cx="1608" cy="1591"/>
              <a:chOff x="648" y="1147"/>
              <a:chExt cx="1608" cy="1591"/>
            </a:xfrm>
          </p:grpSpPr>
          <p:grpSp>
            <p:nvGrpSpPr>
              <p:cNvPr id="477" name="Group 156">
                <a:extLst>
                  <a:ext uri="{FF2B5EF4-FFF2-40B4-BE49-F238E27FC236}">
                    <a16:creationId xmlns:a16="http://schemas.microsoft.com/office/drawing/2014/main" id="{E2731D05-9C4A-504E-ADE0-6F211B66B53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" y="1725"/>
                <a:ext cx="1024" cy="1013"/>
                <a:chOff x="672" y="1071"/>
                <a:chExt cx="1024" cy="1013"/>
              </a:xfrm>
            </p:grpSpPr>
            <p:grpSp>
              <p:nvGrpSpPr>
                <p:cNvPr id="493" name="Group 157">
                  <a:extLst>
                    <a:ext uri="{FF2B5EF4-FFF2-40B4-BE49-F238E27FC236}">
                      <a16:creationId xmlns:a16="http://schemas.microsoft.com/office/drawing/2014/main" id="{7FC78464-051F-134D-8FAE-FBAF0F550A8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506"/>
                  <a:ext cx="583" cy="578"/>
                  <a:chOff x="672" y="1486"/>
                  <a:chExt cx="583" cy="578"/>
                </a:xfrm>
              </p:grpSpPr>
              <p:grpSp>
                <p:nvGrpSpPr>
                  <p:cNvPr id="504" name="Group 158">
                    <a:extLst>
                      <a:ext uri="{FF2B5EF4-FFF2-40B4-BE49-F238E27FC236}">
                        <a16:creationId xmlns:a16="http://schemas.microsoft.com/office/drawing/2014/main" id="{3F92BA0B-BE53-FA46-BC59-59D252B71F8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77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512" name="Group 159">
                      <a:extLst>
                        <a:ext uri="{FF2B5EF4-FFF2-40B4-BE49-F238E27FC236}">
                          <a16:creationId xmlns:a16="http://schemas.microsoft.com/office/drawing/2014/main" id="{085B4E92-95EE-3643-A0DC-D7033658CC4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516" name="Line 160">
                        <a:extLst>
                          <a:ext uri="{FF2B5EF4-FFF2-40B4-BE49-F238E27FC236}">
                            <a16:creationId xmlns:a16="http://schemas.microsoft.com/office/drawing/2014/main" id="{4CCBADDF-3AAD-244C-84F2-955713D33B56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517" name="Line 161">
                        <a:extLst>
                          <a:ext uri="{FF2B5EF4-FFF2-40B4-BE49-F238E27FC236}">
                            <a16:creationId xmlns:a16="http://schemas.microsoft.com/office/drawing/2014/main" id="{60DD74BD-68A2-D642-9D61-2E97298246D9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513" name="Group 162">
                      <a:extLst>
                        <a:ext uri="{FF2B5EF4-FFF2-40B4-BE49-F238E27FC236}">
                          <a16:creationId xmlns:a16="http://schemas.microsoft.com/office/drawing/2014/main" id="{C1989A72-D268-824D-9875-979E1F6D219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514" name="Line 163">
                        <a:extLst>
                          <a:ext uri="{FF2B5EF4-FFF2-40B4-BE49-F238E27FC236}">
                            <a16:creationId xmlns:a16="http://schemas.microsoft.com/office/drawing/2014/main" id="{E2822205-D42B-A942-A638-4E9E35216C0F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515" name="Line 164">
                        <a:extLst>
                          <a:ext uri="{FF2B5EF4-FFF2-40B4-BE49-F238E27FC236}">
                            <a16:creationId xmlns:a16="http://schemas.microsoft.com/office/drawing/2014/main" id="{CBDD1753-3892-2E48-9E57-9DF5FF1106E1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</p:grpSp>
              </p:grpSp>
              <p:grpSp>
                <p:nvGrpSpPr>
                  <p:cNvPr id="505" name="Group 165">
                    <a:extLst>
                      <a:ext uri="{FF2B5EF4-FFF2-40B4-BE49-F238E27FC236}">
                        <a16:creationId xmlns:a16="http://schemas.microsoft.com/office/drawing/2014/main" id="{E13E93F8-7EEA-CD42-AF90-CE67AC1026A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964" y="148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506" name="Group 166">
                      <a:extLst>
                        <a:ext uri="{FF2B5EF4-FFF2-40B4-BE49-F238E27FC236}">
                          <a16:creationId xmlns:a16="http://schemas.microsoft.com/office/drawing/2014/main" id="{40324903-D84E-FE42-8880-F5D6F8A53F3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510" name="Line 167">
                        <a:extLst>
                          <a:ext uri="{FF2B5EF4-FFF2-40B4-BE49-F238E27FC236}">
                            <a16:creationId xmlns:a16="http://schemas.microsoft.com/office/drawing/2014/main" id="{B3E7679D-902C-D144-A1D7-B871E1CE6ACD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511" name="Line 168">
                        <a:extLst>
                          <a:ext uri="{FF2B5EF4-FFF2-40B4-BE49-F238E27FC236}">
                            <a16:creationId xmlns:a16="http://schemas.microsoft.com/office/drawing/2014/main" id="{3CDD5500-6D60-1041-B4A6-4098D994E12F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507" name="Group 169">
                      <a:extLst>
                        <a:ext uri="{FF2B5EF4-FFF2-40B4-BE49-F238E27FC236}">
                          <a16:creationId xmlns:a16="http://schemas.microsoft.com/office/drawing/2014/main" id="{9B075E85-842D-8943-A399-F54A797ECE6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508" name="Line 170">
                        <a:extLst>
                          <a:ext uri="{FF2B5EF4-FFF2-40B4-BE49-F238E27FC236}">
                            <a16:creationId xmlns:a16="http://schemas.microsoft.com/office/drawing/2014/main" id="{9D762FA7-59F0-DA45-9D27-B2CF3B8BA563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509" name="Line 171">
                        <a:extLst>
                          <a:ext uri="{FF2B5EF4-FFF2-40B4-BE49-F238E27FC236}">
                            <a16:creationId xmlns:a16="http://schemas.microsoft.com/office/drawing/2014/main" id="{087EFDEE-BDC8-064C-88E6-C6513D297CE2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494" name="Group 172">
                  <a:extLst>
                    <a:ext uri="{FF2B5EF4-FFF2-40B4-BE49-F238E27FC236}">
                      <a16:creationId xmlns:a16="http://schemas.microsoft.com/office/drawing/2014/main" id="{647341C8-FCBB-8240-BABA-9DA1ABC3B5D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" y="1217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498" name="Group 173">
                    <a:extLst>
                      <a:ext uri="{FF2B5EF4-FFF2-40B4-BE49-F238E27FC236}">
                        <a16:creationId xmlns:a16="http://schemas.microsoft.com/office/drawing/2014/main" id="{99A07B8A-25DE-DB4F-B10F-551AD575115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502" name="Line 174">
                      <a:extLst>
                        <a:ext uri="{FF2B5EF4-FFF2-40B4-BE49-F238E27FC236}">
                          <a16:creationId xmlns:a16="http://schemas.microsoft.com/office/drawing/2014/main" id="{459607AA-BBEC-A64A-A370-920FB0AA666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503" name="Line 175">
                      <a:extLst>
                        <a:ext uri="{FF2B5EF4-FFF2-40B4-BE49-F238E27FC236}">
                          <a16:creationId xmlns:a16="http://schemas.microsoft.com/office/drawing/2014/main" id="{A9BA5078-706D-CA40-8B4F-E87C7F4DEDB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499" name="Group 176">
                    <a:extLst>
                      <a:ext uri="{FF2B5EF4-FFF2-40B4-BE49-F238E27FC236}">
                        <a16:creationId xmlns:a16="http://schemas.microsoft.com/office/drawing/2014/main" id="{C5B29228-B2C4-104D-8F6E-77622350827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500" name="Line 177">
                      <a:extLst>
                        <a:ext uri="{FF2B5EF4-FFF2-40B4-BE49-F238E27FC236}">
                          <a16:creationId xmlns:a16="http://schemas.microsoft.com/office/drawing/2014/main" id="{AB6FB84E-6945-224D-9263-1A3379FADD9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501" name="Line 178">
                      <a:extLst>
                        <a:ext uri="{FF2B5EF4-FFF2-40B4-BE49-F238E27FC236}">
                          <a16:creationId xmlns:a16="http://schemas.microsoft.com/office/drawing/2014/main" id="{EACF4AEF-2DA0-BF4C-860B-B166C57159C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495" name="Group 179">
                  <a:extLst>
                    <a:ext uri="{FF2B5EF4-FFF2-40B4-BE49-F238E27FC236}">
                      <a16:creationId xmlns:a16="http://schemas.microsoft.com/office/drawing/2014/main" id="{B94E0988-88DB-A949-B923-553FDE2D79C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51" y="1071"/>
                  <a:ext cx="145" cy="144"/>
                  <a:chOff x="672" y="1920"/>
                  <a:chExt cx="145" cy="144"/>
                </a:xfrm>
              </p:grpSpPr>
              <p:sp>
                <p:nvSpPr>
                  <p:cNvPr id="496" name="Line 180">
                    <a:extLst>
                      <a:ext uri="{FF2B5EF4-FFF2-40B4-BE49-F238E27FC236}">
                        <a16:creationId xmlns:a16="http://schemas.microsoft.com/office/drawing/2014/main" id="{7610B0EF-3671-9B47-8937-955B079514F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A3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497" name="Line 181">
                    <a:extLst>
                      <a:ext uri="{FF2B5EF4-FFF2-40B4-BE49-F238E27FC236}">
                        <a16:creationId xmlns:a16="http://schemas.microsoft.com/office/drawing/2014/main" id="{1BD97D86-FC68-8941-AE16-6F13A0D4BED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A3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</p:grpSp>
          </p:grpSp>
          <p:grpSp>
            <p:nvGrpSpPr>
              <p:cNvPr id="478" name="Group 182">
                <a:extLst>
                  <a:ext uri="{FF2B5EF4-FFF2-40B4-BE49-F238E27FC236}">
                    <a16:creationId xmlns:a16="http://schemas.microsoft.com/office/drawing/2014/main" id="{91BD84F8-614F-EE49-8B30-EB628E008C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73" y="1147"/>
                <a:ext cx="583" cy="578"/>
                <a:chOff x="672" y="1486"/>
                <a:chExt cx="583" cy="578"/>
              </a:xfrm>
            </p:grpSpPr>
            <p:grpSp>
              <p:nvGrpSpPr>
                <p:cNvPr id="479" name="Group 183">
                  <a:extLst>
                    <a:ext uri="{FF2B5EF4-FFF2-40B4-BE49-F238E27FC236}">
                      <a16:creationId xmlns:a16="http://schemas.microsoft.com/office/drawing/2014/main" id="{6B3D007C-D887-E846-ABE5-9D65BE55F5F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77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487" name="Group 184">
                    <a:extLst>
                      <a:ext uri="{FF2B5EF4-FFF2-40B4-BE49-F238E27FC236}">
                        <a16:creationId xmlns:a16="http://schemas.microsoft.com/office/drawing/2014/main" id="{0F4A8FB1-234D-A74B-A92E-F105987D2A8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91" name="Line 185">
                      <a:extLst>
                        <a:ext uri="{FF2B5EF4-FFF2-40B4-BE49-F238E27FC236}">
                          <a16:creationId xmlns:a16="http://schemas.microsoft.com/office/drawing/2014/main" id="{D952B360-FBAF-2741-81A1-732D48B651B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492" name="Line 186">
                      <a:extLst>
                        <a:ext uri="{FF2B5EF4-FFF2-40B4-BE49-F238E27FC236}">
                          <a16:creationId xmlns:a16="http://schemas.microsoft.com/office/drawing/2014/main" id="{AEAD8438-5EA8-234A-A2B5-555235A30D9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488" name="Group 187">
                    <a:extLst>
                      <a:ext uri="{FF2B5EF4-FFF2-40B4-BE49-F238E27FC236}">
                        <a16:creationId xmlns:a16="http://schemas.microsoft.com/office/drawing/2014/main" id="{577925E6-FFEB-3A40-9E76-8B98C0C87A0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89" name="Line 188">
                      <a:extLst>
                        <a:ext uri="{FF2B5EF4-FFF2-40B4-BE49-F238E27FC236}">
                          <a16:creationId xmlns:a16="http://schemas.microsoft.com/office/drawing/2014/main" id="{2E6E6815-69E5-D04B-9ABA-E40A83C8821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490" name="Line 189">
                      <a:extLst>
                        <a:ext uri="{FF2B5EF4-FFF2-40B4-BE49-F238E27FC236}">
                          <a16:creationId xmlns:a16="http://schemas.microsoft.com/office/drawing/2014/main" id="{8BCCFECC-5324-5845-A48C-BB1D60CCAC6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480" name="Group 190">
                  <a:extLst>
                    <a:ext uri="{FF2B5EF4-FFF2-40B4-BE49-F238E27FC236}">
                      <a16:creationId xmlns:a16="http://schemas.microsoft.com/office/drawing/2014/main" id="{61B305A6-EEB9-964C-9E04-C9D42306C3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64" y="148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481" name="Group 191">
                    <a:extLst>
                      <a:ext uri="{FF2B5EF4-FFF2-40B4-BE49-F238E27FC236}">
                        <a16:creationId xmlns:a16="http://schemas.microsoft.com/office/drawing/2014/main" id="{FCF6C6CD-53CA-294C-9163-FFBDA5D874D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85" name="Line 192">
                      <a:extLst>
                        <a:ext uri="{FF2B5EF4-FFF2-40B4-BE49-F238E27FC236}">
                          <a16:creationId xmlns:a16="http://schemas.microsoft.com/office/drawing/2014/main" id="{710DA281-9270-3141-831A-EF64A8D11BD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486" name="Line 193">
                      <a:extLst>
                        <a:ext uri="{FF2B5EF4-FFF2-40B4-BE49-F238E27FC236}">
                          <a16:creationId xmlns:a16="http://schemas.microsoft.com/office/drawing/2014/main" id="{D28C55A7-2B25-F842-9E06-6A5686B46B6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482" name="Group 194">
                    <a:extLst>
                      <a:ext uri="{FF2B5EF4-FFF2-40B4-BE49-F238E27FC236}">
                        <a16:creationId xmlns:a16="http://schemas.microsoft.com/office/drawing/2014/main" id="{DEEA721B-C219-8245-A0C0-33633AEDE75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83" name="Line 195">
                      <a:extLst>
                        <a:ext uri="{FF2B5EF4-FFF2-40B4-BE49-F238E27FC236}">
                          <a16:creationId xmlns:a16="http://schemas.microsoft.com/office/drawing/2014/main" id="{0A50F111-740E-7940-AB52-4CFF0F471D8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484" name="Line 196">
                      <a:extLst>
                        <a:ext uri="{FF2B5EF4-FFF2-40B4-BE49-F238E27FC236}">
                          <a16:creationId xmlns:a16="http://schemas.microsoft.com/office/drawing/2014/main" id="{90766983-5BAF-F14B-8DDD-484D026ADE37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</p:grpSp>
        </p:grpSp>
        <p:sp>
          <p:nvSpPr>
            <p:cNvPr id="473" name="Text Box 199">
              <a:extLst>
                <a:ext uri="{FF2B5EF4-FFF2-40B4-BE49-F238E27FC236}">
                  <a16:creationId xmlns:a16="http://schemas.microsoft.com/office/drawing/2014/main" id="{3A6E3EE9-BAAF-5B45-BD91-B018F71B86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56" y="1225"/>
              <a:ext cx="1210" cy="5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       constant bit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     rate video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 playout at client</a:t>
              </a:r>
            </a:p>
          </p:txBody>
        </p:sp>
        <p:grpSp>
          <p:nvGrpSpPr>
            <p:cNvPr id="474" name="Group 202">
              <a:extLst>
                <a:ext uri="{FF2B5EF4-FFF2-40B4-BE49-F238E27FC236}">
                  <a16:creationId xmlns:a16="http://schemas.microsoft.com/office/drawing/2014/main" id="{B198ACDA-9CD7-7242-AB89-3C394AE5E3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74" y="2756"/>
              <a:ext cx="1059" cy="407"/>
              <a:chOff x="1874" y="2756"/>
              <a:chExt cx="1059" cy="407"/>
            </a:xfrm>
          </p:grpSpPr>
          <p:sp>
            <p:nvSpPr>
              <p:cNvPr id="475" name="Text Box 144">
                <a:extLst>
                  <a:ext uri="{FF2B5EF4-FFF2-40B4-BE49-F238E27FC236}">
                    <a16:creationId xmlns:a16="http://schemas.microsoft.com/office/drawing/2014/main" id="{42AFCD94-B607-E042-AA0B-D3DA375480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4" y="2756"/>
                <a:ext cx="1059" cy="40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rPr>
                  <a:t>client playout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rPr>
                  <a:t>delay</a:t>
                </a:r>
              </a:p>
            </p:txBody>
          </p:sp>
          <p:sp>
            <p:nvSpPr>
              <p:cNvPr id="476" name="Line 200">
                <a:extLst>
                  <a:ext uri="{FF2B5EF4-FFF2-40B4-BE49-F238E27FC236}">
                    <a16:creationId xmlns:a16="http://schemas.microsoft.com/office/drawing/2014/main" id="{B2F37120-6CC9-8B41-A98D-BBB28D8C42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38" y="2952"/>
                <a:ext cx="905" cy="0"/>
              </a:xfrm>
              <a:prstGeom prst="line">
                <a:avLst/>
              </a:prstGeom>
              <a:noFill/>
              <a:ln w="19050">
                <a:solidFill>
                  <a:srgbClr val="010086"/>
                </a:solidFill>
                <a:round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endParaRPr>
              </a:p>
            </p:txBody>
          </p:sp>
        </p:grpSp>
      </p:grpSp>
      <p:grpSp>
        <p:nvGrpSpPr>
          <p:cNvPr id="518" name="Group 206">
            <a:extLst>
              <a:ext uri="{FF2B5EF4-FFF2-40B4-BE49-F238E27FC236}">
                <a16:creationId xmlns:a16="http://schemas.microsoft.com/office/drawing/2014/main" id="{1D57C5D2-2C50-2F46-9BEF-96B0205E9727}"/>
              </a:ext>
            </a:extLst>
          </p:cNvPr>
          <p:cNvGrpSpPr>
            <a:grpSpLocks/>
          </p:cNvGrpSpPr>
          <p:nvPr/>
        </p:nvGrpSpPr>
        <p:grpSpPr bwMode="auto">
          <a:xfrm>
            <a:off x="6060511" y="3126165"/>
            <a:ext cx="534988" cy="923926"/>
            <a:chOff x="2822" y="1854"/>
            <a:chExt cx="337" cy="582"/>
          </a:xfrm>
        </p:grpSpPr>
        <p:sp>
          <p:nvSpPr>
            <p:cNvPr id="519" name="Line 204">
              <a:extLst>
                <a:ext uri="{FF2B5EF4-FFF2-40B4-BE49-F238E27FC236}">
                  <a16:creationId xmlns:a16="http://schemas.microsoft.com/office/drawing/2014/main" id="{2A631B38-97FE-2F4B-B874-714F6ADE13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88" y="1872"/>
              <a:ext cx="0" cy="564"/>
            </a:xfrm>
            <a:prstGeom prst="line">
              <a:avLst/>
            </a:prstGeom>
            <a:noFill/>
            <a:ln w="19050">
              <a:solidFill>
                <a:srgbClr val="0000A3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520" name="Text Box 205">
              <a:extLst>
                <a:ext uri="{FF2B5EF4-FFF2-40B4-BE49-F238E27FC236}">
                  <a16:creationId xmlns:a16="http://schemas.microsoft.com/office/drawing/2014/main" id="{F78B503E-7C5A-E04D-917B-32B040F9BA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2707" y="1969"/>
              <a:ext cx="567" cy="3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A3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buffered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A3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video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</p:grpSp>
      <p:sp>
        <p:nvSpPr>
          <p:cNvPr id="521" name="Rectangle 208">
            <a:extLst>
              <a:ext uri="{FF2B5EF4-FFF2-40B4-BE49-F238E27FC236}">
                <a16:creationId xmlns:a16="http://schemas.microsoft.com/office/drawing/2014/main" id="{19B23E15-1132-3D4B-A1F4-6A0D9B2054BA}"/>
              </a:ext>
            </a:extLst>
          </p:cNvPr>
          <p:cNvSpPr txBox="1">
            <a:spLocks noChangeArrowheads="1"/>
          </p:cNvSpPr>
          <p:nvPr/>
        </p:nvSpPr>
        <p:spPr>
          <a:xfrm>
            <a:off x="1252768" y="5367320"/>
            <a:ext cx="10515599" cy="8890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1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client-side buffering and playout delay: </a:t>
            </a:r>
            <a:r>
              <a:rPr kumimoji="0" lang="en-US" sz="3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compensate for network-added delay, delay jitter</a:t>
            </a: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2" name="Slide Number Placeholder 2">
            <a:extLst>
              <a:ext uri="{FF2B5EF4-FFF2-40B4-BE49-F238E27FC236}">
                <a16:creationId xmlns:a16="http://schemas.microsoft.com/office/drawing/2014/main" id="{F1384BB5-FDBF-D848-A676-BE0449CF3AF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110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95014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1" grpId="0" build="p" autoUpdateAnimBg="0" advAuto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Streaming multimedia: DASH</a:t>
            </a:r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A86288FC-1EC1-EF4E-A6E3-F04D9EE4709E}"/>
              </a:ext>
            </a:extLst>
          </p:cNvPr>
          <p:cNvSpPr txBox="1">
            <a:spLocks noChangeArrowheads="1"/>
          </p:cNvSpPr>
          <p:nvPr/>
        </p:nvSpPr>
        <p:spPr>
          <a:xfrm>
            <a:off x="822435" y="1484670"/>
            <a:ext cx="10369274" cy="50530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None/>
              <a:tabLst/>
              <a:defRPr/>
            </a:pPr>
            <a:r>
              <a:rPr kumimoji="0" lang="en-US" altLang="en-US" b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server:</a:t>
            </a:r>
          </a:p>
          <a:p>
            <a:pPr marR="0" lvl="1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divides video file into multiple chunks</a:t>
            </a:r>
          </a:p>
          <a:p>
            <a:pPr marR="0" lvl="1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chunk encoded at multiple different rates</a:t>
            </a:r>
          </a:p>
          <a:p>
            <a:pPr marR="0" lvl="1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lang="en-US" altLang="en-US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different rate encodings stored in different files</a:t>
            </a:r>
          </a:p>
          <a:p>
            <a:pPr marR="0" lvl="1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lang="en-US" altLang="en-US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files replicated in various CDN nodes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R="0" lvl="1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manifest file: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provides URLs for different chunks</a:t>
            </a:r>
          </a:p>
        </p:txBody>
      </p:sp>
      <p:grpSp>
        <p:nvGrpSpPr>
          <p:cNvPr id="56" name="Group 2">
            <a:extLst>
              <a:ext uri="{FF2B5EF4-FFF2-40B4-BE49-F238E27FC236}">
                <a16:creationId xmlns:a16="http://schemas.microsoft.com/office/drawing/2014/main" id="{232E2937-932A-8140-A56C-A78B8BFCFF64}"/>
              </a:ext>
            </a:extLst>
          </p:cNvPr>
          <p:cNvGrpSpPr>
            <a:grpSpLocks/>
          </p:cNvGrpSpPr>
          <p:nvPr/>
        </p:nvGrpSpPr>
        <p:grpSpPr bwMode="auto">
          <a:xfrm>
            <a:off x="10418918" y="2387938"/>
            <a:ext cx="1331627" cy="1083147"/>
            <a:chOff x="1842724" y="2867233"/>
            <a:chExt cx="5649912" cy="3416300"/>
          </a:xfrm>
        </p:grpSpPr>
        <p:sp>
          <p:nvSpPr>
            <p:cNvPr id="57" name="AutoShape 99">
              <a:extLst>
                <a:ext uri="{FF2B5EF4-FFF2-40B4-BE49-F238E27FC236}">
                  <a16:creationId xmlns:a16="http://schemas.microsoft.com/office/drawing/2014/main" id="{5055D5A0-B7B0-8947-9D7F-F28A31600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2724" y="2867233"/>
              <a:ext cx="5649912" cy="768350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" name="Rectangle 87">
              <a:extLst>
                <a:ext uri="{FF2B5EF4-FFF2-40B4-BE49-F238E27FC236}">
                  <a16:creationId xmlns:a16="http://schemas.microsoft.com/office/drawing/2014/main" id="{13B28B0D-9C67-5D40-8231-3A83B9C16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699" y="3621296"/>
              <a:ext cx="4781550" cy="2662237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51" name="Group 349">
            <a:extLst>
              <a:ext uri="{FF2B5EF4-FFF2-40B4-BE49-F238E27FC236}">
                <a16:creationId xmlns:a16="http://schemas.microsoft.com/office/drawing/2014/main" id="{431C7441-FEA9-E649-870D-E4A204A68EA2}"/>
              </a:ext>
            </a:extLst>
          </p:cNvPr>
          <p:cNvGrpSpPr>
            <a:grpSpLocks/>
          </p:cNvGrpSpPr>
          <p:nvPr/>
        </p:nvGrpSpPr>
        <p:grpSpPr bwMode="auto">
          <a:xfrm>
            <a:off x="10897863" y="2829271"/>
            <a:ext cx="427844" cy="454118"/>
            <a:chOff x="4437" y="1472"/>
            <a:chExt cx="427" cy="418"/>
          </a:xfrm>
        </p:grpSpPr>
        <p:sp>
          <p:nvSpPr>
            <p:cNvPr id="152" name="Rectangle 350">
              <a:extLst>
                <a:ext uri="{FF2B5EF4-FFF2-40B4-BE49-F238E27FC236}">
                  <a16:creationId xmlns:a16="http://schemas.microsoft.com/office/drawing/2014/main" id="{5CB65625-7D77-2D48-9EBF-E0DD7EB55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" y="1475"/>
              <a:ext cx="421" cy="361"/>
            </a:xfrm>
            <a:prstGeom prst="rect">
              <a:avLst/>
            </a:prstGeom>
            <a:gradFill rotWithShape="0">
              <a:gsLst>
                <a:gs pos="0">
                  <a:srgbClr val="99CCFF">
                    <a:gamma/>
                    <a:shade val="46275"/>
                    <a:invGamma/>
                  </a:srgbClr>
                </a:gs>
                <a:gs pos="50000">
                  <a:srgbClr val="99CCFF"/>
                </a:gs>
                <a:gs pos="100000">
                  <a:srgbClr val="99CC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19050">
              <a:solidFill>
                <a:srgbClr val="5F5F5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3" name="Rectangle 351">
              <a:extLst>
                <a:ext uri="{FF2B5EF4-FFF2-40B4-BE49-F238E27FC236}">
                  <a16:creationId xmlns:a16="http://schemas.microsoft.com/office/drawing/2014/main" id="{9179FB7F-3949-174E-9E9E-A161E0EF4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7" y="1837"/>
              <a:ext cx="179" cy="23"/>
            </a:xfrm>
            <a:prstGeom prst="rect">
              <a:avLst/>
            </a:prstGeom>
            <a:solidFill>
              <a:srgbClr val="5F5F5F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4" name="Rectangle 352">
              <a:extLst>
                <a:ext uri="{FF2B5EF4-FFF2-40B4-BE49-F238E27FC236}">
                  <a16:creationId xmlns:a16="http://schemas.microsoft.com/office/drawing/2014/main" id="{7E315010-D1DB-594B-B06F-DFFAAC621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2" y="1866"/>
              <a:ext cx="414" cy="24"/>
            </a:xfrm>
            <a:prstGeom prst="rect">
              <a:avLst/>
            </a:prstGeom>
            <a:solidFill>
              <a:schemeClr val="tx2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5" name="Rectangle 353">
              <a:extLst>
                <a:ext uri="{FF2B5EF4-FFF2-40B4-BE49-F238E27FC236}">
                  <a16:creationId xmlns:a16="http://schemas.microsoft.com/office/drawing/2014/main" id="{03963D0C-B78F-CD4C-82A8-1D695049C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" y="1472"/>
              <a:ext cx="423" cy="356"/>
            </a:xfrm>
            <a:prstGeom prst="rect">
              <a:avLst/>
            </a:prstGeom>
            <a:noFill/>
            <a:ln w="19050">
              <a:solidFill>
                <a:schemeClr val="accent2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</p:grpSp>
      <p:sp>
        <p:nvSpPr>
          <p:cNvPr id="156" name="Freeform 1287">
            <a:extLst>
              <a:ext uri="{FF2B5EF4-FFF2-40B4-BE49-F238E27FC236}">
                <a16:creationId xmlns:a16="http://schemas.microsoft.com/office/drawing/2014/main" id="{77B492B9-F4A6-AA4F-886C-26D56EDFBA9C}"/>
              </a:ext>
            </a:extLst>
          </p:cNvPr>
          <p:cNvSpPr>
            <a:spLocks/>
          </p:cNvSpPr>
          <p:nvPr/>
        </p:nvSpPr>
        <p:spPr bwMode="auto">
          <a:xfrm>
            <a:off x="8707673" y="2598154"/>
            <a:ext cx="1464890" cy="840879"/>
          </a:xfrm>
          <a:custGeom>
            <a:avLst/>
            <a:gdLst>
              <a:gd name="T0" fmla="*/ 2147483647 w 1036"/>
              <a:gd name="T1" fmla="*/ 2147483647 h 675"/>
              <a:gd name="T2" fmla="*/ 2147483647 w 1036"/>
              <a:gd name="T3" fmla="*/ 2147483647 h 675"/>
              <a:gd name="T4" fmla="*/ 2147483647 w 1036"/>
              <a:gd name="T5" fmla="*/ 2147483647 h 675"/>
              <a:gd name="T6" fmla="*/ 2147483647 w 1036"/>
              <a:gd name="T7" fmla="*/ 2147483647 h 675"/>
              <a:gd name="T8" fmla="*/ 2147483647 w 1036"/>
              <a:gd name="T9" fmla="*/ 2147483647 h 675"/>
              <a:gd name="T10" fmla="*/ 2147483647 w 1036"/>
              <a:gd name="T11" fmla="*/ 2147483647 h 675"/>
              <a:gd name="T12" fmla="*/ 2147483647 w 1036"/>
              <a:gd name="T13" fmla="*/ 2147483647 h 675"/>
              <a:gd name="T14" fmla="*/ 2147483647 w 1036"/>
              <a:gd name="T15" fmla="*/ 2147483647 h 675"/>
              <a:gd name="T16" fmla="*/ 2147483647 w 1036"/>
              <a:gd name="T17" fmla="*/ 2147483647 h 675"/>
              <a:gd name="T18" fmla="*/ 2147483647 w 1036"/>
              <a:gd name="T19" fmla="*/ 2147483647 h 675"/>
              <a:gd name="T20" fmla="*/ 2147483647 w 1036"/>
              <a:gd name="T21" fmla="*/ 2147483647 h 675"/>
              <a:gd name="T22" fmla="*/ 2147483647 w 1036"/>
              <a:gd name="T23" fmla="*/ 2147483647 h 675"/>
              <a:gd name="T24" fmla="*/ 2147483647 w 1036"/>
              <a:gd name="T25" fmla="*/ 2147483647 h 675"/>
              <a:gd name="T26" fmla="*/ 2147483647 w 1036"/>
              <a:gd name="T27" fmla="*/ 2147483647 h 675"/>
              <a:gd name="T28" fmla="*/ 2147483647 w 1036"/>
              <a:gd name="T29" fmla="*/ 2147483647 h 675"/>
              <a:gd name="T30" fmla="*/ 2147483647 w 1036"/>
              <a:gd name="T31" fmla="*/ 2147483647 h 675"/>
              <a:gd name="T32" fmla="*/ 2147483647 w 1036"/>
              <a:gd name="T33" fmla="*/ 2147483647 h 675"/>
              <a:gd name="T34" fmla="*/ 2147483647 w 1036"/>
              <a:gd name="T35" fmla="*/ 2147483647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157" name="Straight Connector 45">
            <a:extLst>
              <a:ext uri="{FF2B5EF4-FFF2-40B4-BE49-F238E27FC236}">
                <a16:creationId xmlns:a16="http://schemas.microsoft.com/office/drawing/2014/main" id="{EF812D6A-3887-5D48-A2A7-90D0F185855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593059" y="3030964"/>
            <a:ext cx="2202124" cy="0"/>
          </a:xfrm>
          <a:prstGeom prst="line">
            <a:avLst/>
          </a:prstGeom>
          <a:noFill/>
          <a:ln w="317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58" name="TextBox 64">
            <a:extLst>
              <a:ext uri="{FF2B5EF4-FFF2-40B4-BE49-F238E27FC236}">
                <a16:creationId xmlns:a16="http://schemas.microsoft.com/office/drawing/2014/main" id="{47349889-E81A-C242-9729-98BDB7A6D2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44758" y="3478691"/>
            <a:ext cx="483955" cy="2520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client</a:t>
            </a:r>
            <a:endParaRPr kumimoji="0" lang="en-US" altLang="en-US" sz="1800" b="0" i="1" u="none" strike="noStrike" kern="120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37" name="Freeform 236">
            <a:extLst>
              <a:ext uri="{FF2B5EF4-FFF2-40B4-BE49-F238E27FC236}">
                <a16:creationId xmlns:a16="http://schemas.microsoft.com/office/drawing/2014/main" id="{0AB0D303-D269-7F44-8600-794F5467067C}"/>
              </a:ext>
            </a:extLst>
          </p:cNvPr>
          <p:cNvSpPr/>
          <p:nvPr/>
        </p:nvSpPr>
        <p:spPr>
          <a:xfrm>
            <a:off x="9433447" y="2723465"/>
            <a:ext cx="1348576" cy="190774"/>
          </a:xfrm>
          <a:custGeom>
            <a:avLst/>
            <a:gdLst>
              <a:gd name="connsiteX0" fmla="*/ 0 w 1348576"/>
              <a:gd name="connsiteY0" fmla="*/ 0 h 190774"/>
              <a:gd name="connsiteX1" fmla="*/ 374970 w 1348576"/>
              <a:gd name="connsiteY1" fmla="*/ 190774 h 190774"/>
              <a:gd name="connsiteX2" fmla="*/ 1348576 w 1348576"/>
              <a:gd name="connsiteY2" fmla="*/ 190774 h 190774"/>
              <a:gd name="connsiteX3" fmla="*/ 1348576 w 1348576"/>
              <a:gd name="connsiteY3" fmla="*/ 177617 h 190774"/>
              <a:gd name="connsiteX0" fmla="*/ 0 w 1348576"/>
              <a:gd name="connsiteY0" fmla="*/ 0 h 190774"/>
              <a:gd name="connsiteX1" fmla="*/ 374970 w 1348576"/>
              <a:gd name="connsiteY1" fmla="*/ 190774 h 190774"/>
              <a:gd name="connsiteX2" fmla="*/ 1348576 w 1348576"/>
              <a:gd name="connsiteY2" fmla="*/ 190774 h 190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48576" h="190774">
                <a:moveTo>
                  <a:pt x="0" y="0"/>
                </a:moveTo>
                <a:lnTo>
                  <a:pt x="374970" y="190774"/>
                </a:lnTo>
                <a:lnTo>
                  <a:pt x="1348576" y="190774"/>
                </a:lnTo>
              </a:path>
            </a:pathLst>
          </a:custGeom>
          <a:noFill/>
          <a:ln w="31750">
            <a:solidFill>
              <a:srgbClr val="CD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" name="Freeform 237">
            <a:extLst>
              <a:ext uri="{FF2B5EF4-FFF2-40B4-BE49-F238E27FC236}">
                <a16:creationId xmlns:a16="http://schemas.microsoft.com/office/drawing/2014/main" id="{7CE77C4C-F0D2-6344-8886-D4BFC98A935F}"/>
              </a:ext>
            </a:extLst>
          </p:cNvPr>
          <p:cNvSpPr/>
          <p:nvPr/>
        </p:nvSpPr>
        <p:spPr>
          <a:xfrm flipV="1">
            <a:off x="9441126" y="3152158"/>
            <a:ext cx="1348576" cy="190774"/>
          </a:xfrm>
          <a:custGeom>
            <a:avLst/>
            <a:gdLst>
              <a:gd name="connsiteX0" fmla="*/ 0 w 1348576"/>
              <a:gd name="connsiteY0" fmla="*/ 0 h 190774"/>
              <a:gd name="connsiteX1" fmla="*/ 374970 w 1348576"/>
              <a:gd name="connsiteY1" fmla="*/ 190774 h 190774"/>
              <a:gd name="connsiteX2" fmla="*/ 1348576 w 1348576"/>
              <a:gd name="connsiteY2" fmla="*/ 190774 h 190774"/>
              <a:gd name="connsiteX3" fmla="*/ 1348576 w 1348576"/>
              <a:gd name="connsiteY3" fmla="*/ 177617 h 190774"/>
              <a:gd name="connsiteX0" fmla="*/ 0 w 1348576"/>
              <a:gd name="connsiteY0" fmla="*/ 0 h 190774"/>
              <a:gd name="connsiteX1" fmla="*/ 374970 w 1348576"/>
              <a:gd name="connsiteY1" fmla="*/ 190774 h 190774"/>
              <a:gd name="connsiteX2" fmla="*/ 1348576 w 1348576"/>
              <a:gd name="connsiteY2" fmla="*/ 190774 h 190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48576" h="190774">
                <a:moveTo>
                  <a:pt x="0" y="0"/>
                </a:moveTo>
                <a:lnTo>
                  <a:pt x="374970" y="190774"/>
                </a:lnTo>
                <a:lnTo>
                  <a:pt x="1348576" y="190774"/>
                </a:lnTo>
              </a:path>
            </a:pathLst>
          </a:custGeom>
          <a:noFill/>
          <a:ln w="31750">
            <a:solidFill>
              <a:srgbClr val="CD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0D8A0B99-F17E-9048-89FF-C5E63CBAF4A2}"/>
              </a:ext>
            </a:extLst>
          </p:cNvPr>
          <p:cNvGrpSpPr/>
          <p:nvPr/>
        </p:nvGrpSpPr>
        <p:grpSpPr>
          <a:xfrm>
            <a:off x="10236017" y="2762935"/>
            <a:ext cx="351378" cy="523220"/>
            <a:chOff x="10485997" y="1295948"/>
            <a:chExt cx="351378" cy="523220"/>
          </a:xfrm>
        </p:grpSpPr>
        <p:sp>
          <p:nvSpPr>
            <p:cNvPr id="240" name="Oval 239">
              <a:extLst>
                <a:ext uri="{FF2B5EF4-FFF2-40B4-BE49-F238E27FC236}">
                  <a16:creationId xmlns:a16="http://schemas.microsoft.com/office/drawing/2014/main" id="{336856DC-DFE0-7C40-ABCD-4AD555F9A214}"/>
                </a:ext>
              </a:extLst>
            </p:cNvPr>
            <p:cNvSpPr/>
            <p:nvPr/>
          </p:nvSpPr>
          <p:spPr>
            <a:xfrm>
              <a:off x="10492576" y="1381467"/>
              <a:ext cx="342078" cy="342078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CD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F96EFC4C-7C92-AA47-8E56-845F6C38BF12}"/>
                </a:ext>
              </a:extLst>
            </p:cNvPr>
            <p:cNvSpPr txBox="1"/>
            <p:nvPr/>
          </p:nvSpPr>
          <p:spPr>
            <a:xfrm>
              <a:off x="10485997" y="1295948"/>
              <a:ext cx="351378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dirty="0">
                  <a:solidFill>
                    <a:srgbClr val="CD0000"/>
                  </a:solidFill>
                </a:rPr>
                <a:t>?</a:t>
              </a:r>
            </a:p>
          </p:txBody>
        </p:sp>
      </p:grpSp>
      <p:sp>
        <p:nvSpPr>
          <p:cNvPr id="243" name="Rectangle 3">
            <a:extLst>
              <a:ext uri="{FF2B5EF4-FFF2-40B4-BE49-F238E27FC236}">
                <a16:creationId xmlns:a16="http://schemas.microsoft.com/office/drawing/2014/main" id="{09884CFC-62B5-6946-85A6-0910ED9BC848}"/>
              </a:ext>
            </a:extLst>
          </p:cNvPr>
          <p:cNvSpPr txBox="1">
            <a:spLocks noChangeArrowheads="1"/>
          </p:cNvSpPr>
          <p:nvPr/>
        </p:nvSpPr>
        <p:spPr>
          <a:xfrm>
            <a:off x="857469" y="4086563"/>
            <a:ext cx="10369274" cy="256648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None/>
              <a:tabLst/>
              <a:defRPr/>
            </a:pPr>
            <a:r>
              <a:rPr kumimoji="0" lang="en-US" altLang="en-US" sz="2800" b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client:</a:t>
            </a:r>
          </a:p>
          <a:p>
            <a:pPr marR="0" lvl="1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periodically estimates server-to-client bandwidth</a:t>
            </a:r>
          </a:p>
          <a:p>
            <a:pPr marR="0" lvl="1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consulting manifest, requests one chunk at a time </a:t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chooses maximum coding rate sustainable given current bandwidth</a:t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can choose different coding rates at different points in time (depending on available bandwidth at time), and from different servers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9516C6FF-6A10-6041-9BDF-81CF75A59CA8}"/>
              </a:ext>
            </a:extLst>
          </p:cNvPr>
          <p:cNvGrpSpPr/>
          <p:nvPr/>
        </p:nvGrpSpPr>
        <p:grpSpPr>
          <a:xfrm>
            <a:off x="7793102" y="2318615"/>
            <a:ext cx="943482" cy="1132486"/>
            <a:chOff x="7698509" y="2176725"/>
            <a:chExt cx="943482" cy="1132486"/>
          </a:xfrm>
        </p:grpSpPr>
        <p:grpSp>
          <p:nvGrpSpPr>
            <p:cNvPr id="60" name="Group 249">
              <a:extLst>
                <a:ext uri="{FF2B5EF4-FFF2-40B4-BE49-F238E27FC236}">
                  <a16:creationId xmlns:a16="http://schemas.microsoft.com/office/drawing/2014/main" id="{48BBCEB5-A9FB-2642-93D9-9545FFA86D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8261" y="2771439"/>
              <a:ext cx="269531" cy="537772"/>
              <a:chOff x="4140" y="429"/>
              <a:chExt cx="1425" cy="2396"/>
            </a:xfrm>
          </p:grpSpPr>
          <p:sp>
            <p:nvSpPr>
              <p:cNvPr id="66" name="Freeform 250">
                <a:extLst>
                  <a:ext uri="{FF2B5EF4-FFF2-40B4-BE49-F238E27FC236}">
                    <a16:creationId xmlns:a16="http://schemas.microsoft.com/office/drawing/2014/main" id="{E5578A76-629A-7C4E-929B-B31E9800D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7 w 354"/>
                  <a:gd name="T1" fmla="*/ 0 h 2742"/>
                  <a:gd name="T2" fmla="*/ 93 w 354"/>
                  <a:gd name="T3" fmla="*/ 114 h 2742"/>
                  <a:gd name="T4" fmla="*/ 91 w 354"/>
                  <a:gd name="T5" fmla="*/ 881 h 2742"/>
                  <a:gd name="T6" fmla="*/ 0 w 354"/>
                  <a:gd name="T7" fmla="*/ 921 h 2742"/>
                  <a:gd name="T8" fmla="*/ 1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" name="Rectangle 251">
                <a:extLst>
                  <a:ext uri="{FF2B5EF4-FFF2-40B4-BE49-F238E27FC236}">
                    <a16:creationId xmlns:a16="http://schemas.microsoft.com/office/drawing/2014/main" id="{1A5867E7-D752-BB44-9E06-DF75CD8E94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9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68" name="Freeform 252">
                <a:extLst>
                  <a:ext uri="{FF2B5EF4-FFF2-40B4-BE49-F238E27FC236}">
                    <a16:creationId xmlns:a16="http://schemas.microsoft.com/office/drawing/2014/main" id="{18A99A20-76B3-D94B-BCB7-5A84A51A3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6 w 211"/>
                  <a:gd name="T3" fmla="*/ 73 h 2537"/>
                  <a:gd name="T4" fmla="*/ 2 w 211"/>
                  <a:gd name="T5" fmla="*/ 83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Freeform 253">
                <a:extLst>
                  <a:ext uri="{FF2B5EF4-FFF2-40B4-BE49-F238E27FC236}">
                    <a16:creationId xmlns:a16="http://schemas.microsoft.com/office/drawing/2014/main" id="{A9BB3F94-5FEF-EF4E-97B6-7F746CE25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3 h 226"/>
                  <a:gd name="T4" fmla="*/ 87 w 328"/>
                  <a:gd name="T5" fmla="*/ 77 h 226"/>
                  <a:gd name="T6" fmla="*/ 0 w 328"/>
                  <a:gd name="T7" fmla="*/ 3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" name="Rectangle 254">
                <a:extLst>
                  <a:ext uri="{FF2B5EF4-FFF2-40B4-BE49-F238E27FC236}">
                    <a16:creationId xmlns:a16="http://schemas.microsoft.com/office/drawing/2014/main" id="{24798097-207A-DE46-ABC7-D6731BD90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5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71" name="Group 255">
                <a:extLst>
                  <a:ext uri="{FF2B5EF4-FFF2-40B4-BE49-F238E27FC236}">
                    <a16:creationId xmlns:a16="http://schemas.microsoft.com/office/drawing/2014/main" id="{CE875205-8C0D-754E-8E36-32A41C8209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49" name="AutoShape 256">
                  <a:extLst>
                    <a:ext uri="{FF2B5EF4-FFF2-40B4-BE49-F238E27FC236}">
                      <a16:creationId xmlns:a16="http://schemas.microsoft.com/office/drawing/2014/main" id="{7F68C377-96A4-A844-B707-FF5A78DCF3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7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50" name="AutoShape 257">
                  <a:extLst>
                    <a:ext uri="{FF2B5EF4-FFF2-40B4-BE49-F238E27FC236}">
                      <a16:creationId xmlns:a16="http://schemas.microsoft.com/office/drawing/2014/main" id="{FBBE8A7F-E64A-EE41-B2D4-AD4E2707D8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0"/>
                  <a:ext cx="694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72" name="Rectangle 258">
                <a:extLst>
                  <a:ext uri="{FF2B5EF4-FFF2-40B4-BE49-F238E27FC236}">
                    <a16:creationId xmlns:a16="http://schemas.microsoft.com/office/drawing/2014/main" id="{B39571E5-0FFF-0740-AC4C-800173B23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20"/>
                <a:ext cx="593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73" name="Group 259">
                <a:extLst>
                  <a:ext uri="{FF2B5EF4-FFF2-40B4-BE49-F238E27FC236}">
                    <a16:creationId xmlns:a16="http://schemas.microsoft.com/office/drawing/2014/main" id="{2FFD7F69-CFA4-8345-9CDD-4D7CBE793A1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47" name="AutoShape 260">
                  <a:extLst>
                    <a:ext uri="{FF2B5EF4-FFF2-40B4-BE49-F238E27FC236}">
                      <a16:creationId xmlns:a16="http://schemas.microsoft.com/office/drawing/2014/main" id="{C18E76AE-324F-1844-AB10-870723FC04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2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48" name="AutoShape 261">
                  <a:extLst>
                    <a:ext uri="{FF2B5EF4-FFF2-40B4-BE49-F238E27FC236}">
                      <a16:creationId xmlns:a16="http://schemas.microsoft.com/office/drawing/2014/main" id="{309A2001-6A30-874B-9EF6-99E9B7DA9C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87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74" name="Rectangle 262">
                <a:extLst>
                  <a:ext uri="{FF2B5EF4-FFF2-40B4-BE49-F238E27FC236}">
                    <a16:creationId xmlns:a16="http://schemas.microsoft.com/office/drawing/2014/main" id="{DA8F8E62-F74D-494C-98D4-A4DCC518EB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9" y="1358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75" name="Rectangle 263">
                <a:extLst>
                  <a:ext uri="{FF2B5EF4-FFF2-40B4-BE49-F238E27FC236}">
                    <a16:creationId xmlns:a16="http://schemas.microsoft.com/office/drawing/2014/main" id="{5C72FC81-4509-194D-B382-46B04D9F2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4"/>
                <a:ext cx="599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76" name="Group 264">
                <a:extLst>
                  <a:ext uri="{FF2B5EF4-FFF2-40B4-BE49-F238E27FC236}">
                    <a16:creationId xmlns:a16="http://schemas.microsoft.com/office/drawing/2014/main" id="{C74557B3-5043-3E4E-950A-F0F9B84E663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45" name="AutoShape 265">
                  <a:extLst>
                    <a:ext uri="{FF2B5EF4-FFF2-40B4-BE49-F238E27FC236}">
                      <a16:creationId xmlns:a16="http://schemas.microsoft.com/office/drawing/2014/main" id="{638031EB-99B8-7647-9188-5101A28F30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1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46" name="AutoShape 266">
                  <a:extLst>
                    <a:ext uri="{FF2B5EF4-FFF2-40B4-BE49-F238E27FC236}">
                      <a16:creationId xmlns:a16="http://schemas.microsoft.com/office/drawing/2014/main" id="{6C8E38B1-9F86-7548-BE82-A1907EA557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8"/>
                  <a:ext cx="693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77" name="Freeform 267">
                <a:extLst>
                  <a:ext uri="{FF2B5EF4-FFF2-40B4-BE49-F238E27FC236}">
                    <a16:creationId xmlns:a16="http://schemas.microsoft.com/office/drawing/2014/main" id="{780D28F1-F039-7B47-895F-6AF623B75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2 h 226"/>
                  <a:gd name="T4" fmla="*/ 87 w 328"/>
                  <a:gd name="T5" fmla="*/ 75 h 226"/>
                  <a:gd name="T6" fmla="*/ 0 w 328"/>
                  <a:gd name="T7" fmla="*/ 3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8" name="Group 268">
                <a:extLst>
                  <a:ext uri="{FF2B5EF4-FFF2-40B4-BE49-F238E27FC236}">
                    <a16:creationId xmlns:a16="http://schemas.microsoft.com/office/drawing/2014/main" id="{F8BA803E-E6FA-BE47-9114-B130D8F91D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43" name="AutoShape 269">
                  <a:extLst>
                    <a:ext uri="{FF2B5EF4-FFF2-40B4-BE49-F238E27FC236}">
                      <a16:creationId xmlns:a16="http://schemas.microsoft.com/office/drawing/2014/main" id="{202CDBC5-C1C3-7647-A70B-88D7C320E4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0"/>
                  <a:ext cx="726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44" name="AutoShape 270">
                  <a:extLst>
                    <a:ext uri="{FF2B5EF4-FFF2-40B4-BE49-F238E27FC236}">
                      <a16:creationId xmlns:a16="http://schemas.microsoft.com/office/drawing/2014/main" id="{C81F10F8-CB38-2F43-AFB2-47C4286EF9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5"/>
                  <a:ext cx="69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79" name="Rectangle 271">
                <a:extLst>
                  <a:ext uri="{FF2B5EF4-FFF2-40B4-BE49-F238E27FC236}">
                    <a16:creationId xmlns:a16="http://schemas.microsoft.com/office/drawing/2014/main" id="{EDACD190-8FE2-1D43-8E66-2413877FD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64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81" name="Freeform 272">
                <a:extLst>
                  <a:ext uri="{FF2B5EF4-FFF2-40B4-BE49-F238E27FC236}">
                    <a16:creationId xmlns:a16="http://schemas.microsoft.com/office/drawing/2014/main" id="{1A163E29-D6C7-7149-AC1F-F9DD28AFE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7 w 296"/>
                  <a:gd name="T3" fmla="*/ 47 h 256"/>
                  <a:gd name="T4" fmla="*/ 78 w 296"/>
                  <a:gd name="T5" fmla="*/ 85 h 256"/>
                  <a:gd name="T6" fmla="*/ 0 w 296"/>
                  <a:gd name="T7" fmla="*/ 3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273">
                <a:extLst>
                  <a:ext uri="{FF2B5EF4-FFF2-40B4-BE49-F238E27FC236}">
                    <a16:creationId xmlns:a16="http://schemas.microsoft.com/office/drawing/2014/main" id="{9F00C2F4-495D-D44E-A0E9-93BDB71ED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81 w 304"/>
                  <a:gd name="T3" fmla="*/ 55 h 288"/>
                  <a:gd name="T4" fmla="*/ 76 w 304"/>
                  <a:gd name="T5" fmla="*/ 97 h 288"/>
                  <a:gd name="T6" fmla="*/ 2 w 304"/>
                  <a:gd name="T7" fmla="*/ 4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Oval 274">
                <a:extLst>
                  <a:ext uri="{FF2B5EF4-FFF2-40B4-BE49-F238E27FC236}">
                    <a16:creationId xmlns:a16="http://schemas.microsoft.com/office/drawing/2014/main" id="{63E29C64-9071-864D-A246-CEF64DEC65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7" y="2612"/>
                <a:ext cx="48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36" name="Freeform 275">
                <a:extLst>
                  <a:ext uri="{FF2B5EF4-FFF2-40B4-BE49-F238E27FC236}">
                    <a16:creationId xmlns:a16="http://schemas.microsoft.com/office/drawing/2014/main" id="{AE0F6E86-0B66-474A-9DCD-C4FF6FA7C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6 h 240"/>
                  <a:gd name="T2" fmla="*/ 2 w 306"/>
                  <a:gd name="T3" fmla="*/ 81 h 240"/>
                  <a:gd name="T4" fmla="*/ 81 w 306"/>
                  <a:gd name="T5" fmla="*/ 37 h 240"/>
                  <a:gd name="T6" fmla="*/ 78 w 306"/>
                  <a:gd name="T7" fmla="*/ 0 h 240"/>
                  <a:gd name="T8" fmla="*/ 0 w 306"/>
                  <a:gd name="T9" fmla="*/ 3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7" name="AutoShape 276">
                <a:extLst>
                  <a:ext uri="{FF2B5EF4-FFF2-40B4-BE49-F238E27FC236}">
                    <a16:creationId xmlns:a16="http://schemas.microsoft.com/office/drawing/2014/main" id="{8148CE10-81F6-BD49-A93D-108A1FC71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0"/>
                <a:ext cx="1203" cy="145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38" name="AutoShape 277">
                <a:extLst>
                  <a:ext uri="{FF2B5EF4-FFF2-40B4-BE49-F238E27FC236}">
                    <a16:creationId xmlns:a16="http://schemas.microsoft.com/office/drawing/2014/main" id="{144C2386-07EE-4248-9378-FB93C0BC2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09"/>
                <a:ext cx="1075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39" name="Oval 278">
                <a:extLst>
                  <a:ext uri="{FF2B5EF4-FFF2-40B4-BE49-F238E27FC236}">
                    <a16:creationId xmlns:a16="http://schemas.microsoft.com/office/drawing/2014/main" id="{C1C2D615-BCC4-9E46-B273-E1A3E55E8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0"/>
                <a:ext cx="159" cy="145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40" name="Oval 279">
                <a:extLst>
                  <a:ext uri="{FF2B5EF4-FFF2-40B4-BE49-F238E27FC236}">
                    <a16:creationId xmlns:a16="http://schemas.microsoft.com/office/drawing/2014/main" id="{4A43430F-8E17-BA4B-813F-6DF5E3A63E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85"/>
                <a:ext cx="164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41" name="Oval 280">
                <a:extLst>
                  <a:ext uri="{FF2B5EF4-FFF2-40B4-BE49-F238E27FC236}">
                    <a16:creationId xmlns:a16="http://schemas.microsoft.com/office/drawing/2014/main" id="{12175F4A-4FB0-4A4F-9F1C-7C8E926B94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80"/>
                <a:ext cx="154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42" name="Rectangle 281">
                <a:extLst>
                  <a:ext uri="{FF2B5EF4-FFF2-40B4-BE49-F238E27FC236}">
                    <a16:creationId xmlns:a16="http://schemas.microsoft.com/office/drawing/2014/main" id="{B0AA16F8-71B6-5C4F-B10F-9DC3BFE49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8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9AD7A477-6AB3-2C42-9267-D8E16A70DFDF}"/>
                </a:ext>
              </a:extLst>
            </p:cNvPr>
            <p:cNvGrpSpPr/>
            <p:nvPr/>
          </p:nvGrpSpPr>
          <p:grpSpPr>
            <a:xfrm>
              <a:off x="7698509" y="2176725"/>
              <a:ext cx="943482" cy="604263"/>
              <a:chOff x="7698509" y="2176725"/>
              <a:chExt cx="943482" cy="604263"/>
            </a:xfrm>
          </p:grpSpPr>
          <p:pic>
            <p:nvPicPr>
              <p:cNvPr id="249" name="Picture 248" descr="A picture containing monitor, television, screen, photo&#10;&#10;Description automatically generated">
                <a:extLst>
                  <a:ext uri="{FF2B5EF4-FFF2-40B4-BE49-F238E27FC236}">
                    <a16:creationId xmlns:a16="http://schemas.microsoft.com/office/drawing/2014/main" id="{179D818A-2B1C-B844-BCFA-131C83CB19E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744691" y="2449197"/>
                <a:ext cx="772609" cy="262519"/>
              </a:xfrm>
              <a:prstGeom prst="rect">
                <a:avLst/>
              </a:prstGeom>
            </p:spPr>
          </p:pic>
          <p:pic>
            <p:nvPicPr>
              <p:cNvPr id="3" name="Picture 2" descr="A picture containing monitor, television, screen, photo&#10;&#10;Description automatically generated">
                <a:extLst>
                  <a:ext uri="{FF2B5EF4-FFF2-40B4-BE49-F238E27FC236}">
                    <a16:creationId xmlns:a16="http://schemas.microsoft.com/office/drawing/2014/main" id="{CEE00619-23BD-AF41-9096-830564C963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698509" y="2518469"/>
                <a:ext cx="772609" cy="262519"/>
              </a:xfrm>
              <a:prstGeom prst="rect">
                <a:avLst/>
              </a:prstGeom>
            </p:spPr>
          </p:pic>
          <p:pic>
            <p:nvPicPr>
              <p:cNvPr id="250" name="Picture 249" descr="A picture containing monitor, television, screen, photo&#10;&#10;Description automatically generated">
                <a:extLst>
                  <a:ext uri="{FF2B5EF4-FFF2-40B4-BE49-F238E27FC236}">
                    <a16:creationId xmlns:a16="http://schemas.microsoft.com/office/drawing/2014/main" id="{903AF558-8324-7947-B3E2-642401604D6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869382" y="2176725"/>
                <a:ext cx="772609" cy="262519"/>
              </a:xfrm>
              <a:prstGeom prst="rect">
                <a:avLst/>
              </a:prstGeom>
            </p:spPr>
          </p:pic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1FB37DE4-F93F-BF4D-858B-032ED6AC2D05}"/>
                  </a:ext>
                </a:extLst>
              </p:cNvPr>
              <p:cNvSpPr txBox="1"/>
              <p:nvPr/>
            </p:nvSpPr>
            <p:spPr>
              <a:xfrm>
                <a:off x="8026400" y="2202874"/>
                <a:ext cx="35779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...</a:t>
                </a:r>
              </a:p>
            </p:txBody>
          </p:sp>
        </p:grpSp>
      </p:grpSp>
      <p:grpSp>
        <p:nvGrpSpPr>
          <p:cNvPr id="252" name="Group 249">
            <a:extLst>
              <a:ext uri="{FF2B5EF4-FFF2-40B4-BE49-F238E27FC236}">
                <a16:creationId xmlns:a16="http://schemas.microsoft.com/office/drawing/2014/main" id="{A89F02D6-6C82-594A-B7A0-3D3408E14DAC}"/>
              </a:ext>
            </a:extLst>
          </p:cNvPr>
          <p:cNvGrpSpPr>
            <a:grpSpLocks/>
          </p:cNvGrpSpPr>
          <p:nvPr/>
        </p:nvGrpSpPr>
        <p:grpSpPr bwMode="auto">
          <a:xfrm>
            <a:off x="9125221" y="2229519"/>
            <a:ext cx="269531" cy="537772"/>
            <a:chOff x="4140" y="429"/>
            <a:chExt cx="1425" cy="2396"/>
          </a:xfrm>
        </p:grpSpPr>
        <p:sp>
          <p:nvSpPr>
            <p:cNvPr id="258" name="Freeform 250">
              <a:extLst>
                <a:ext uri="{FF2B5EF4-FFF2-40B4-BE49-F238E27FC236}">
                  <a16:creationId xmlns:a16="http://schemas.microsoft.com/office/drawing/2014/main" id="{2A5F5A5F-CA74-2C48-B238-96383BA10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" name="Rectangle 251">
              <a:extLst>
                <a:ext uri="{FF2B5EF4-FFF2-40B4-BE49-F238E27FC236}">
                  <a16:creationId xmlns:a16="http://schemas.microsoft.com/office/drawing/2014/main" id="{ED9D43A5-B7CD-7742-8BDE-5588C54ACE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60" name="Freeform 252">
              <a:extLst>
                <a:ext uri="{FF2B5EF4-FFF2-40B4-BE49-F238E27FC236}">
                  <a16:creationId xmlns:a16="http://schemas.microsoft.com/office/drawing/2014/main" id="{3AD39C54-8D14-1845-BC9A-1AA88847D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1" name="Freeform 253">
              <a:extLst>
                <a:ext uri="{FF2B5EF4-FFF2-40B4-BE49-F238E27FC236}">
                  <a16:creationId xmlns:a16="http://schemas.microsoft.com/office/drawing/2014/main" id="{3BEC0265-5D1F-AD4E-B4C9-262D929E5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2" name="Rectangle 254">
              <a:extLst>
                <a:ext uri="{FF2B5EF4-FFF2-40B4-BE49-F238E27FC236}">
                  <a16:creationId xmlns:a16="http://schemas.microsoft.com/office/drawing/2014/main" id="{88BB4285-A16A-E64E-B350-17798B065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5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63" name="Group 255">
              <a:extLst>
                <a:ext uri="{FF2B5EF4-FFF2-40B4-BE49-F238E27FC236}">
                  <a16:creationId xmlns:a16="http://schemas.microsoft.com/office/drawing/2014/main" id="{D8E0ECAD-4EDB-5B49-88FA-A014D370E8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88" name="AutoShape 256">
                <a:extLst>
                  <a:ext uri="{FF2B5EF4-FFF2-40B4-BE49-F238E27FC236}">
                    <a16:creationId xmlns:a16="http://schemas.microsoft.com/office/drawing/2014/main" id="{C7661007-6272-D14B-93D3-1A8E8B378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89" name="AutoShape 257">
                <a:extLst>
                  <a:ext uri="{FF2B5EF4-FFF2-40B4-BE49-F238E27FC236}">
                    <a16:creationId xmlns:a16="http://schemas.microsoft.com/office/drawing/2014/main" id="{129D44D1-24EB-7647-852C-E356E34B2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0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64" name="Rectangle 258">
              <a:extLst>
                <a:ext uri="{FF2B5EF4-FFF2-40B4-BE49-F238E27FC236}">
                  <a16:creationId xmlns:a16="http://schemas.microsoft.com/office/drawing/2014/main" id="{18ABC360-93DD-C248-B4EC-9E7C1F65E1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20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65" name="Group 259">
              <a:extLst>
                <a:ext uri="{FF2B5EF4-FFF2-40B4-BE49-F238E27FC236}">
                  <a16:creationId xmlns:a16="http://schemas.microsoft.com/office/drawing/2014/main" id="{AA09D66D-0A9E-1742-9C64-DDD26D042A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86" name="AutoShape 260">
                <a:extLst>
                  <a:ext uri="{FF2B5EF4-FFF2-40B4-BE49-F238E27FC236}">
                    <a16:creationId xmlns:a16="http://schemas.microsoft.com/office/drawing/2014/main" id="{DD323D01-7023-4043-8747-420E70DE2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9"/>
                <a:ext cx="721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87" name="AutoShape 261">
                <a:extLst>
                  <a:ext uri="{FF2B5EF4-FFF2-40B4-BE49-F238E27FC236}">
                    <a16:creationId xmlns:a16="http://schemas.microsoft.com/office/drawing/2014/main" id="{969AE534-7E50-BC47-893B-5554C3548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66" name="Rectangle 262">
              <a:extLst>
                <a:ext uri="{FF2B5EF4-FFF2-40B4-BE49-F238E27FC236}">
                  <a16:creationId xmlns:a16="http://schemas.microsoft.com/office/drawing/2014/main" id="{D171AE86-5E08-4E45-81FD-D1D77951BA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8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67" name="Rectangle 263">
              <a:extLst>
                <a:ext uri="{FF2B5EF4-FFF2-40B4-BE49-F238E27FC236}">
                  <a16:creationId xmlns:a16="http://schemas.microsoft.com/office/drawing/2014/main" id="{E23D40B4-371D-E348-AD2E-AC8C7848B7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4"/>
              <a:ext cx="599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68" name="Group 264">
              <a:extLst>
                <a:ext uri="{FF2B5EF4-FFF2-40B4-BE49-F238E27FC236}">
                  <a16:creationId xmlns:a16="http://schemas.microsoft.com/office/drawing/2014/main" id="{F616AF06-4DCF-E74C-A765-FA42B5D519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84" name="AutoShape 265">
                <a:extLst>
                  <a:ext uri="{FF2B5EF4-FFF2-40B4-BE49-F238E27FC236}">
                    <a16:creationId xmlns:a16="http://schemas.microsoft.com/office/drawing/2014/main" id="{E730B0EA-031A-2A4C-B21D-F22BDB28D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1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85" name="AutoShape 266">
                <a:extLst>
                  <a:ext uri="{FF2B5EF4-FFF2-40B4-BE49-F238E27FC236}">
                    <a16:creationId xmlns:a16="http://schemas.microsoft.com/office/drawing/2014/main" id="{8D577AF1-C05E-4047-B207-BF9AA35810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8"/>
                <a:ext cx="693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69" name="Freeform 267">
              <a:extLst>
                <a:ext uri="{FF2B5EF4-FFF2-40B4-BE49-F238E27FC236}">
                  <a16:creationId xmlns:a16="http://schemas.microsoft.com/office/drawing/2014/main" id="{B13399E7-EC56-2B45-BD82-759FDD567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70" name="Group 268">
              <a:extLst>
                <a:ext uri="{FF2B5EF4-FFF2-40B4-BE49-F238E27FC236}">
                  <a16:creationId xmlns:a16="http://schemas.microsoft.com/office/drawing/2014/main" id="{B1E96D1F-996D-EC43-ACC2-DB0E7005CE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82" name="AutoShape 269">
                <a:extLst>
                  <a:ext uri="{FF2B5EF4-FFF2-40B4-BE49-F238E27FC236}">
                    <a16:creationId xmlns:a16="http://schemas.microsoft.com/office/drawing/2014/main" id="{2E28CDE4-0437-274C-80BB-8FA5534E1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6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83" name="AutoShape 270">
                <a:extLst>
                  <a:ext uri="{FF2B5EF4-FFF2-40B4-BE49-F238E27FC236}">
                    <a16:creationId xmlns:a16="http://schemas.microsoft.com/office/drawing/2014/main" id="{DEC3B476-0F10-D246-B2B3-D0797C095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71" name="Rectangle 271">
              <a:extLst>
                <a:ext uri="{FF2B5EF4-FFF2-40B4-BE49-F238E27FC236}">
                  <a16:creationId xmlns:a16="http://schemas.microsoft.com/office/drawing/2014/main" id="{E4BE5CAD-E1F3-8040-B728-06430DD8D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72" name="Freeform 272">
              <a:extLst>
                <a:ext uri="{FF2B5EF4-FFF2-40B4-BE49-F238E27FC236}">
                  <a16:creationId xmlns:a16="http://schemas.microsoft.com/office/drawing/2014/main" id="{0D612219-E0A6-5E48-BE37-0AB8683A1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3" name="Freeform 273">
              <a:extLst>
                <a:ext uri="{FF2B5EF4-FFF2-40B4-BE49-F238E27FC236}">
                  <a16:creationId xmlns:a16="http://schemas.microsoft.com/office/drawing/2014/main" id="{FB565EED-81C8-6448-A1A8-C18F5CECF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4" name="Oval 274">
              <a:extLst>
                <a:ext uri="{FF2B5EF4-FFF2-40B4-BE49-F238E27FC236}">
                  <a16:creationId xmlns:a16="http://schemas.microsoft.com/office/drawing/2014/main" id="{70396F71-C766-E949-8058-DD4F4DC47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2"/>
              <a:ext cx="48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75" name="Freeform 275">
              <a:extLst>
                <a:ext uri="{FF2B5EF4-FFF2-40B4-BE49-F238E27FC236}">
                  <a16:creationId xmlns:a16="http://schemas.microsoft.com/office/drawing/2014/main" id="{C62D9E0C-906D-F441-BB9B-3F014BFC9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6" name="AutoShape 276">
              <a:extLst>
                <a:ext uri="{FF2B5EF4-FFF2-40B4-BE49-F238E27FC236}">
                  <a16:creationId xmlns:a16="http://schemas.microsoft.com/office/drawing/2014/main" id="{3003A08D-701B-5240-AA13-660F42DD6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3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77" name="AutoShape 277">
              <a:extLst>
                <a:ext uri="{FF2B5EF4-FFF2-40B4-BE49-F238E27FC236}">
                  <a16:creationId xmlns:a16="http://schemas.microsoft.com/office/drawing/2014/main" id="{BE2E45A7-0AFF-F044-9954-10BBB7894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5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78" name="Oval 278">
              <a:extLst>
                <a:ext uri="{FF2B5EF4-FFF2-40B4-BE49-F238E27FC236}">
                  <a16:creationId xmlns:a16="http://schemas.microsoft.com/office/drawing/2014/main" id="{C02FA687-8F28-5D4A-9B7F-3F939AE6C6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0"/>
              <a:ext cx="159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79" name="Oval 279">
              <a:extLst>
                <a:ext uri="{FF2B5EF4-FFF2-40B4-BE49-F238E27FC236}">
                  <a16:creationId xmlns:a16="http://schemas.microsoft.com/office/drawing/2014/main" id="{D020FD97-2535-C040-8622-7DCE5ED7E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5"/>
              <a:ext cx="164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80" name="Oval 280">
              <a:extLst>
                <a:ext uri="{FF2B5EF4-FFF2-40B4-BE49-F238E27FC236}">
                  <a16:creationId xmlns:a16="http://schemas.microsoft.com/office/drawing/2014/main" id="{3E62DEBE-6713-D746-8ED5-0A3E029F2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4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81" name="Rectangle 281">
              <a:extLst>
                <a:ext uri="{FF2B5EF4-FFF2-40B4-BE49-F238E27FC236}">
                  <a16:creationId xmlns:a16="http://schemas.microsoft.com/office/drawing/2014/main" id="{00BF8073-EC7B-494A-9B2D-44BA5C8A6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8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0727D384-4865-F649-8022-A70BDEA61991}"/>
              </a:ext>
            </a:extLst>
          </p:cNvPr>
          <p:cNvGrpSpPr/>
          <p:nvPr/>
        </p:nvGrpSpPr>
        <p:grpSpPr>
          <a:xfrm>
            <a:off x="9411855" y="1981647"/>
            <a:ext cx="943482" cy="604263"/>
            <a:chOff x="7698509" y="2176725"/>
            <a:chExt cx="943482" cy="604263"/>
          </a:xfrm>
        </p:grpSpPr>
        <p:pic>
          <p:nvPicPr>
            <p:cNvPr id="254" name="Picture 253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id="{B5579205-01C8-6A49-9DED-99860B02C55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744691" y="2449197"/>
              <a:ext cx="772609" cy="262519"/>
            </a:xfrm>
            <a:prstGeom prst="rect">
              <a:avLst/>
            </a:prstGeom>
          </p:spPr>
        </p:pic>
        <p:pic>
          <p:nvPicPr>
            <p:cNvPr id="255" name="Picture 254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id="{184B3F69-F926-6546-9D6A-BA038A1C186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698509" y="2518469"/>
              <a:ext cx="772609" cy="262519"/>
            </a:xfrm>
            <a:prstGeom prst="rect">
              <a:avLst/>
            </a:prstGeom>
          </p:spPr>
        </p:pic>
        <p:pic>
          <p:nvPicPr>
            <p:cNvPr id="256" name="Picture 255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id="{7352044F-0D1B-AF42-8027-0DAEC34F50F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869382" y="2176725"/>
              <a:ext cx="772609" cy="262519"/>
            </a:xfrm>
            <a:prstGeom prst="rect">
              <a:avLst/>
            </a:prstGeom>
          </p:spPr>
        </p:pic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61D0B0CD-74A4-9D4E-8126-17D0B51AC7D2}"/>
                </a:ext>
              </a:extLst>
            </p:cNvPr>
            <p:cNvSpPr txBox="1"/>
            <p:nvPr/>
          </p:nvSpPr>
          <p:spPr>
            <a:xfrm>
              <a:off x="8026400" y="2202874"/>
              <a:ext cx="35779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...</a:t>
              </a:r>
            </a:p>
          </p:txBody>
        </p:sp>
      </p:grpSp>
      <p:grpSp>
        <p:nvGrpSpPr>
          <p:cNvPr id="291" name="Group 249">
            <a:extLst>
              <a:ext uri="{FF2B5EF4-FFF2-40B4-BE49-F238E27FC236}">
                <a16:creationId xmlns:a16="http://schemas.microsoft.com/office/drawing/2014/main" id="{6A418EC6-3D97-7D4C-9E28-E68BC18837FC}"/>
              </a:ext>
            </a:extLst>
          </p:cNvPr>
          <p:cNvGrpSpPr>
            <a:grpSpLocks/>
          </p:cNvGrpSpPr>
          <p:nvPr/>
        </p:nvGrpSpPr>
        <p:grpSpPr bwMode="auto">
          <a:xfrm>
            <a:off x="9119966" y="3154428"/>
            <a:ext cx="269531" cy="537772"/>
            <a:chOff x="4140" y="429"/>
            <a:chExt cx="1425" cy="2396"/>
          </a:xfrm>
        </p:grpSpPr>
        <p:sp>
          <p:nvSpPr>
            <p:cNvPr id="297" name="Freeform 250">
              <a:extLst>
                <a:ext uri="{FF2B5EF4-FFF2-40B4-BE49-F238E27FC236}">
                  <a16:creationId xmlns:a16="http://schemas.microsoft.com/office/drawing/2014/main" id="{F63A0FFC-0FE6-BC49-8194-47CB0B3FD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8" name="Rectangle 251">
              <a:extLst>
                <a:ext uri="{FF2B5EF4-FFF2-40B4-BE49-F238E27FC236}">
                  <a16:creationId xmlns:a16="http://schemas.microsoft.com/office/drawing/2014/main" id="{7DA0250F-F115-0E4B-9CB5-A1EF70E21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99" name="Freeform 252">
              <a:extLst>
                <a:ext uri="{FF2B5EF4-FFF2-40B4-BE49-F238E27FC236}">
                  <a16:creationId xmlns:a16="http://schemas.microsoft.com/office/drawing/2014/main" id="{FD6484A9-C98E-B842-9F6E-08318527E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0" name="Freeform 253">
              <a:extLst>
                <a:ext uri="{FF2B5EF4-FFF2-40B4-BE49-F238E27FC236}">
                  <a16:creationId xmlns:a16="http://schemas.microsoft.com/office/drawing/2014/main" id="{703D94AE-F6AA-1543-B0D5-284FD9693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1" name="Rectangle 254">
              <a:extLst>
                <a:ext uri="{FF2B5EF4-FFF2-40B4-BE49-F238E27FC236}">
                  <a16:creationId xmlns:a16="http://schemas.microsoft.com/office/drawing/2014/main" id="{FEEEF9BC-9945-6B4C-9083-14805BAD7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5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302" name="Group 255">
              <a:extLst>
                <a:ext uri="{FF2B5EF4-FFF2-40B4-BE49-F238E27FC236}">
                  <a16:creationId xmlns:a16="http://schemas.microsoft.com/office/drawing/2014/main" id="{F872981C-9B9B-3945-9698-6A3160CEDA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27" name="AutoShape 256">
                <a:extLst>
                  <a:ext uri="{FF2B5EF4-FFF2-40B4-BE49-F238E27FC236}">
                    <a16:creationId xmlns:a16="http://schemas.microsoft.com/office/drawing/2014/main" id="{2147D4C4-549C-5A43-AEF0-47C8EFF7D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28" name="AutoShape 257">
                <a:extLst>
                  <a:ext uri="{FF2B5EF4-FFF2-40B4-BE49-F238E27FC236}">
                    <a16:creationId xmlns:a16="http://schemas.microsoft.com/office/drawing/2014/main" id="{6AA842ED-99E3-E244-A47A-F9514132E1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0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303" name="Rectangle 258">
              <a:extLst>
                <a:ext uri="{FF2B5EF4-FFF2-40B4-BE49-F238E27FC236}">
                  <a16:creationId xmlns:a16="http://schemas.microsoft.com/office/drawing/2014/main" id="{089D1323-315F-F34E-8132-DC1553E6AC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20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304" name="Group 259">
              <a:extLst>
                <a:ext uri="{FF2B5EF4-FFF2-40B4-BE49-F238E27FC236}">
                  <a16:creationId xmlns:a16="http://schemas.microsoft.com/office/drawing/2014/main" id="{C214FA3C-81BB-ED4E-94DD-B767F38B65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5" name="AutoShape 260">
                <a:extLst>
                  <a:ext uri="{FF2B5EF4-FFF2-40B4-BE49-F238E27FC236}">
                    <a16:creationId xmlns:a16="http://schemas.microsoft.com/office/drawing/2014/main" id="{24D63B96-8C60-274F-8A56-BAA459AD3F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9"/>
                <a:ext cx="721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26" name="AutoShape 261">
                <a:extLst>
                  <a:ext uri="{FF2B5EF4-FFF2-40B4-BE49-F238E27FC236}">
                    <a16:creationId xmlns:a16="http://schemas.microsoft.com/office/drawing/2014/main" id="{50A2F9B6-0AE1-274D-AA8D-FA1344AC9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305" name="Rectangle 262">
              <a:extLst>
                <a:ext uri="{FF2B5EF4-FFF2-40B4-BE49-F238E27FC236}">
                  <a16:creationId xmlns:a16="http://schemas.microsoft.com/office/drawing/2014/main" id="{54BDAA7A-F6F6-074D-AD4A-8180E6AC4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8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06" name="Rectangle 263">
              <a:extLst>
                <a:ext uri="{FF2B5EF4-FFF2-40B4-BE49-F238E27FC236}">
                  <a16:creationId xmlns:a16="http://schemas.microsoft.com/office/drawing/2014/main" id="{9FE36278-3B14-3146-83F1-E76D9D53D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4"/>
              <a:ext cx="599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307" name="Group 264">
              <a:extLst>
                <a:ext uri="{FF2B5EF4-FFF2-40B4-BE49-F238E27FC236}">
                  <a16:creationId xmlns:a16="http://schemas.microsoft.com/office/drawing/2014/main" id="{80AA2E3D-D242-6B47-A732-F91B52025B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23" name="AutoShape 265">
                <a:extLst>
                  <a:ext uri="{FF2B5EF4-FFF2-40B4-BE49-F238E27FC236}">
                    <a16:creationId xmlns:a16="http://schemas.microsoft.com/office/drawing/2014/main" id="{6B250827-5DD6-174E-B415-396207D00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1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24" name="AutoShape 266">
                <a:extLst>
                  <a:ext uri="{FF2B5EF4-FFF2-40B4-BE49-F238E27FC236}">
                    <a16:creationId xmlns:a16="http://schemas.microsoft.com/office/drawing/2014/main" id="{0687E200-350B-9A45-BC7F-BE04DD2821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8"/>
                <a:ext cx="693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308" name="Freeform 267">
              <a:extLst>
                <a:ext uri="{FF2B5EF4-FFF2-40B4-BE49-F238E27FC236}">
                  <a16:creationId xmlns:a16="http://schemas.microsoft.com/office/drawing/2014/main" id="{6065017D-9794-734F-B95F-7854A6F84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09" name="Group 268">
              <a:extLst>
                <a:ext uri="{FF2B5EF4-FFF2-40B4-BE49-F238E27FC236}">
                  <a16:creationId xmlns:a16="http://schemas.microsoft.com/office/drawing/2014/main" id="{777D84AE-1E36-4547-B8B5-382F58FEA2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21" name="AutoShape 269">
                <a:extLst>
                  <a:ext uri="{FF2B5EF4-FFF2-40B4-BE49-F238E27FC236}">
                    <a16:creationId xmlns:a16="http://schemas.microsoft.com/office/drawing/2014/main" id="{6C698A22-9BA6-8043-9813-C826D172B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6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22" name="AutoShape 270">
                <a:extLst>
                  <a:ext uri="{FF2B5EF4-FFF2-40B4-BE49-F238E27FC236}">
                    <a16:creationId xmlns:a16="http://schemas.microsoft.com/office/drawing/2014/main" id="{CA7D825D-577D-864C-8214-B8EE709F7E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310" name="Rectangle 271">
              <a:extLst>
                <a:ext uri="{FF2B5EF4-FFF2-40B4-BE49-F238E27FC236}">
                  <a16:creationId xmlns:a16="http://schemas.microsoft.com/office/drawing/2014/main" id="{314924AF-49B2-8F4B-B07A-EEAD02E6C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11" name="Freeform 272">
              <a:extLst>
                <a:ext uri="{FF2B5EF4-FFF2-40B4-BE49-F238E27FC236}">
                  <a16:creationId xmlns:a16="http://schemas.microsoft.com/office/drawing/2014/main" id="{0B27D67E-5CDE-564F-B64E-41E4911C6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2" name="Freeform 273">
              <a:extLst>
                <a:ext uri="{FF2B5EF4-FFF2-40B4-BE49-F238E27FC236}">
                  <a16:creationId xmlns:a16="http://schemas.microsoft.com/office/drawing/2014/main" id="{7D9F21DE-9FD0-E845-BE83-AA01CC1C0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3" name="Oval 274">
              <a:extLst>
                <a:ext uri="{FF2B5EF4-FFF2-40B4-BE49-F238E27FC236}">
                  <a16:creationId xmlns:a16="http://schemas.microsoft.com/office/drawing/2014/main" id="{29DB98CD-1446-1447-907D-0721013CE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2"/>
              <a:ext cx="48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14" name="Freeform 275">
              <a:extLst>
                <a:ext uri="{FF2B5EF4-FFF2-40B4-BE49-F238E27FC236}">
                  <a16:creationId xmlns:a16="http://schemas.microsoft.com/office/drawing/2014/main" id="{CCE0B802-0ED9-1144-9B41-567C96D9E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5" name="AutoShape 276">
              <a:extLst>
                <a:ext uri="{FF2B5EF4-FFF2-40B4-BE49-F238E27FC236}">
                  <a16:creationId xmlns:a16="http://schemas.microsoft.com/office/drawing/2014/main" id="{0A63D484-0467-EF48-A0D1-307BD44B8E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3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16" name="AutoShape 277">
              <a:extLst>
                <a:ext uri="{FF2B5EF4-FFF2-40B4-BE49-F238E27FC236}">
                  <a16:creationId xmlns:a16="http://schemas.microsoft.com/office/drawing/2014/main" id="{9F1755F7-6A75-8A4F-B6E2-BF73697B1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5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17" name="Oval 278">
              <a:extLst>
                <a:ext uri="{FF2B5EF4-FFF2-40B4-BE49-F238E27FC236}">
                  <a16:creationId xmlns:a16="http://schemas.microsoft.com/office/drawing/2014/main" id="{D6F2BCA4-EAA9-C04A-AB0D-174E8DA65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0"/>
              <a:ext cx="159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18" name="Oval 279">
              <a:extLst>
                <a:ext uri="{FF2B5EF4-FFF2-40B4-BE49-F238E27FC236}">
                  <a16:creationId xmlns:a16="http://schemas.microsoft.com/office/drawing/2014/main" id="{4D2A8DA3-EE5E-2F48-88C3-2B1DB6DB6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5"/>
              <a:ext cx="164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19" name="Oval 280">
              <a:extLst>
                <a:ext uri="{FF2B5EF4-FFF2-40B4-BE49-F238E27FC236}">
                  <a16:creationId xmlns:a16="http://schemas.microsoft.com/office/drawing/2014/main" id="{39A0A350-9C80-984E-9991-E741164E0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4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20" name="Rectangle 281">
              <a:extLst>
                <a:ext uri="{FF2B5EF4-FFF2-40B4-BE49-F238E27FC236}">
                  <a16:creationId xmlns:a16="http://schemas.microsoft.com/office/drawing/2014/main" id="{4347596D-A5CE-B946-A234-DF07FB80E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8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31A38548-A84D-B643-BEB5-A359B949B8B9}"/>
              </a:ext>
            </a:extLst>
          </p:cNvPr>
          <p:cNvGrpSpPr/>
          <p:nvPr/>
        </p:nvGrpSpPr>
        <p:grpSpPr>
          <a:xfrm>
            <a:off x="9343538" y="3332225"/>
            <a:ext cx="943482" cy="604263"/>
            <a:chOff x="7698509" y="2176725"/>
            <a:chExt cx="943482" cy="604263"/>
          </a:xfrm>
        </p:grpSpPr>
        <p:pic>
          <p:nvPicPr>
            <p:cNvPr id="293" name="Picture 292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id="{9C558C14-3545-3A4C-A74E-710DED2ECED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744691" y="2449197"/>
              <a:ext cx="772609" cy="262519"/>
            </a:xfrm>
            <a:prstGeom prst="rect">
              <a:avLst/>
            </a:prstGeom>
          </p:spPr>
        </p:pic>
        <p:pic>
          <p:nvPicPr>
            <p:cNvPr id="294" name="Picture 293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id="{B11AB87A-BA5E-F541-93E8-003DAF4DCC5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698509" y="2518469"/>
              <a:ext cx="772609" cy="262519"/>
            </a:xfrm>
            <a:prstGeom prst="rect">
              <a:avLst/>
            </a:prstGeom>
          </p:spPr>
        </p:pic>
        <p:pic>
          <p:nvPicPr>
            <p:cNvPr id="295" name="Picture 294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id="{009FDD7D-5EA5-DC49-BDCF-5450AB5318C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869382" y="2176725"/>
              <a:ext cx="772609" cy="262519"/>
            </a:xfrm>
            <a:prstGeom prst="rect">
              <a:avLst/>
            </a:prstGeom>
          </p:spPr>
        </p:pic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41EDF864-68A8-2447-868F-ADB0A7AE7A7C}"/>
                </a:ext>
              </a:extLst>
            </p:cNvPr>
            <p:cNvSpPr txBox="1"/>
            <p:nvPr/>
          </p:nvSpPr>
          <p:spPr>
            <a:xfrm>
              <a:off x="8026400" y="2202874"/>
              <a:ext cx="35779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...</a:t>
              </a: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429CC926-11E0-4A40-89D2-22A6EDAA3C57}"/>
              </a:ext>
            </a:extLst>
          </p:cNvPr>
          <p:cNvSpPr txBox="1"/>
          <p:nvPr/>
        </p:nvSpPr>
        <p:spPr>
          <a:xfrm>
            <a:off x="8056179" y="362607"/>
            <a:ext cx="334229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en-US" sz="28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D</a:t>
            </a:r>
            <a:r>
              <a:rPr lang="en-US" altLang="en-US" sz="2800" dirty="0">
                <a:solidFill>
                  <a:prstClr val="black"/>
                </a:solidFill>
                <a:ea typeface="ＭＳ Ｐゴシック" panose="020B0600070205080204" pitchFamily="34" charset="-128"/>
              </a:rPr>
              <a:t>ynamic, </a:t>
            </a:r>
            <a:r>
              <a:rPr lang="en-US" altLang="en-US" sz="28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A</a:t>
            </a:r>
            <a:r>
              <a:rPr lang="en-US" altLang="en-US" sz="2800" dirty="0">
                <a:solidFill>
                  <a:prstClr val="black"/>
                </a:solidFill>
                <a:ea typeface="ＭＳ Ｐゴシック" panose="020B0600070205080204" pitchFamily="34" charset="-128"/>
              </a:rPr>
              <a:t>daptive </a:t>
            </a:r>
            <a:r>
              <a:rPr lang="en-US" altLang="en-US" sz="28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</a:t>
            </a:r>
            <a:r>
              <a:rPr lang="en-US" altLang="en-US" sz="2800" dirty="0">
                <a:solidFill>
                  <a:prstClr val="black"/>
                </a:solidFill>
                <a:ea typeface="ＭＳ Ｐゴシック" panose="020B0600070205080204" pitchFamily="34" charset="-128"/>
              </a:rPr>
              <a:t>treaming over </a:t>
            </a:r>
            <a:r>
              <a:rPr lang="en-US" altLang="en-US" sz="28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H</a:t>
            </a:r>
            <a:r>
              <a:rPr lang="en-US" altLang="en-US" sz="2800" dirty="0">
                <a:solidFill>
                  <a:prstClr val="black"/>
                </a:solidFill>
                <a:ea typeface="ＭＳ Ｐゴシック" panose="020B0600070205080204" pitchFamily="34" charset="-128"/>
              </a:rPr>
              <a:t>TTP</a:t>
            </a:r>
          </a:p>
        </p:txBody>
      </p:sp>
      <p:sp>
        <p:nvSpPr>
          <p:cNvPr id="159" name="Slide Number Placeholder 2">
            <a:extLst>
              <a:ext uri="{FF2B5EF4-FFF2-40B4-BE49-F238E27FC236}">
                <a16:creationId xmlns:a16="http://schemas.microsoft.com/office/drawing/2014/main" id="{7C0F33DF-63FA-2745-8C97-25D9FA32E08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111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428344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8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2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2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2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2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" name="Freeform 1287">
            <a:extLst>
              <a:ext uri="{FF2B5EF4-FFF2-40B4-BE49-F238E27FC236}">
                <a16:creationId xmlns:a16="http://schemas.microsoft.com/office/drawing/2014/main" id="{404F16F4-75A1-BF4D-92FE-33BA84DA1278}"/>
              </a:ext>
            </a:extLst>
          </p:cNvPr>
          <p:cNvSpPr>
            <a:spLocks/>
          </p:cNvSpPr>
          <p:nvPr/>
        </p:nvSpPr>
        <p:spPr bwMode="auto">
          <a:xfrm>
            <a:off x="8707673" y="2598154"/>
            <a:ext cx="1464890" cy="840879"/>
          </a:xfrm>
          <a:custGeom>
            <a:avLst/>
            <a:gdLst>
              <a:gd name="T0" fmla="*/ 2147483647 w 1036"/>
              <a:gd name="T1" fmla="*/ 2147483647 h 675"/>
              <a:gd name="T2" fmla="*/ 2147483647 w 1036"/>
              <a:gd name="T3" fmla="*/ 2147483647 h 675"/>
              <a:gd name="T4" fmla="*/ 2147483647 w 1036"/>
              <a:gd name="T5" fmla="*/ 2147483647 h 675"/>
              <a:gd name="T6" fmla="*/ 2147483647 w 1036"/>
              <a:gd name="T7" fmla="*/ 2147483647 h 675"/>
              <a:gd name="T8" fmla="*/ 2147483647 w 1036"/>
              <a:gd name="T9" fmla="*/ 2147483647 h 675"/>
              <a:gd name="T10" fmla="*/ 2147483647 w 1036"/>
              <a:gd name="T11" fmla="*/ 2147483647 h 675"/>
              <a:gd name="T12" fmla="*/ 2147483647 w 1036"/>
              <a:gd name="T13" fmla="*/ 2147483647 h 675"/>
              <a:gd name="T14" fmla="*/ 2147483647 w 1036"/>
              <a:gd name="T15" fmla="*/ 2147483647 h 675"/>
              <a:gd name="T16" fmla="*/ 2147483647 w 1036"/>
              <a:gd name="T17" fmla="*/ 2147483647 h 675"/>
              <a:gd name="T18" fmla="*/ 2147483647 w 1036"/>
              <a:gd name="T19" fmla="*/ 2147483647 h 675"/>
              <a:gd name="T20" fmla="*/ 2147483647 w 1036"/>
              <a:gd name="T21" fmla="*/ 2147483647 h 675"/>
              <a:gd name="T22" fmla="*/ 2147483647 w 1036"/>
              <a:gd name="T23" fmla="*/ 2147483647 h 675"/>
              <a:gd name="T24" fmla="*/ 2147483647 w 1036"/>
              <a:gd name="T25" fmla="*/ 2147483647 h 675"/>
              <a:gd name="T26" fmla="*/ 2147483647 w 1036"/>
              <a:gd name="T27" fmla="*/ 2147483647 h 675"/>
              <a:gd name="T28" fmla="*/ 2147483647 w 1036"/>
              <a:gd name="T29" fmla="*/ 2147483647 h 675"/>
              <a:gd name="T30" fmla="*/ 2147483647 w 1036"/>
              <a:gd name="T31" fmla="*/ 2147483647 h 675"/>
              <a:gd name="T32" fmla="*/ 2147483647 w 1036"/>
              <a:gd name="T33" fmla="*/ 2147483647 h 675"/>
              <a:gd name="T34" fmla="*/ 2147483647 w 1036"/>
              <a:gd name="T35" fmla="*/ 2147483647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C2862E78-E331-4046-AE2A-D6D501E0BBE5}"/>
              </a:ext>
            </a:extLst>
          </p:cNvPr>
          <p:cNvGrpSpPr/>
          <p:nvPr/>
        </p:nvGrpSpPr>
        <p:grpSpPr>
          <a:xfrm>
            <a:off x="7793102" y="2318615"/>
            <a:ext cx="943482" cy="1132486"/>
            <a:chOff x="7698509" y="2176725"/>
            <a:chExt cx="943482" cy="1132486"/>
          </a:xfrm>
        </p:grpSpPr>
        <p:grpSp>
          <p:nvGrpSpPr>
            <p:cNvPr id="244" name="Group 249">
              <a:extLst>
                <a:ext uri="{FF2B5EF4-FFF2-40B4-BE49-F238E27FC236}">
                  <a16:creationId xmlns:a16="http://schemas.microsoft.com/office/drawing/2014/main" id="{35343F8F-225F-7C4C-9B10-94583488C6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8261" y="2771439"/>
              <a:ext cx="269531" cy="537772"/>
              <a:chOff x="4140" y="429"/>
              <a:chExt cx="1425" cy="2396"/>
            </a:xfrm>
          </p:grpSpPr>
          <p:sp>
            <p:nvSpPr>
              <p:cNvPr id="250" name="Freeform 250">
                <a:extLst>
                  <a:ext uri="{FF2B5EF4-FFF2-40B4-BE49-F238E27FC236}">
                    <a16:creationId xmlns:a16="http://schemas.microsoft.com/office/drawing/2014/main" id="{2DDF4AC9-4574-B44E-8F79-83AF41FF2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7 w 354"/>
                  <a:gd name="T1" fmla="*/ 0 h 2742"/>
                  <a:gd name="T2" fmla="*/ 93 w 354"/>
                  <a:gd name="T3" fmla="*/ 114 h 2742"/>
                  <a:gd name="T4" fmla="*/ 91 w 354"/>
                  <a:gd name="T5" fmla="*/ 881 h 2742"/>
                  <a:gd name="T6" fmla="*/ 0 w 354"/>
                  <a:gd name="T7" fmla="*/ 921 h 2742"/>
                  <a:gd name="T8" fmla="*/ 1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1" name="Rectangle 251">
                <a:extLst>
                  <a:ext uri="{FF2B5EF4-FFF2-40B4-BE49-F238E27FC236}">
                    <a16:creationId xmlns:a16="http://schemas.microsoft.com/office/drawing/2014/main" id="{125F278D-DCFD-1D47-B29F-96EEA8EC40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9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52" name="Freeform 252">
                <a:extLst>
                  <a:ext uri="{FF2B5EF4-FFF2-40B4-BE49-F238E27FC236}">
                    <a16:creationId xmlns:a16="http://schemas.microsoft.com/office/drawing/2014/main" id="{BA457A20-9F7E-BF4B-883A-BDB0CB6A6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6 w 211"/>
                  <a:gd name="T3" fmla="*/ 73 h 2537"/>
                  <a:gd name="T4" fmla="*/ 2 w 211"/>
                  <a:gd name="T5" fmla="*/ 83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Freeform 253">
                <a:extLst>
                  <a:ext uri="{FF2B5EF4-FFF2-40B4-BE49-F238E27FC236}">
                    <a16:creationId xmlns:a16="http://schemas.microsoft.com/office/drawing/2014/main" id="{AB261642-A927-1C41-ACC5-5EFF6447F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3 h 226"/>
                  <a:gd name="T4" fmla="*/ 87 w 328"/>
                  <a:gd name="T5" fmla="*/ 77 h 226"/>
                  <a:gd name="T6" fmla="*/ 0 w 328"/>
                  <a:gd name="T7" fmla="*/ 3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Rectangle 254">
                <a:extLst>
                  <a:ext uri="{FF2B5EF4-FFF2-40B4-BE49-F238E27FC236}">
                    <a16:creationId xmlns:a16="http://schemas.microsoft.com/office/drawing/2014/main" id="{584A821F-0042-7040-A2CA-F10C36A030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5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255" name="Group 255">
                <a:extLst>
                  <a:ext uri="{FF2B5EF4-FFF2-40B4-BE49-F238E27FC236}">
                    <a16:creationId xmlns:a16="http://schemas.microsoft.com/office/drawing/2014/main" id="{F814615B-BC3F-DE4A-B920-D363184D9B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80" name="AutoShape 256">
                  <a:extLst>
                    <a:ext uri="{FF2B5EF4-FFF2-40B4-BE49-F238E27FC236}">
                      <a16:creationId xmlns:a16="http://schemas.microsoft.com/office/drawing/2014/main" id="{C8D85753-1B3E-A74F-AA5C-BB04C9162E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7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281" name="AutoShape 257">
                  <a:extLst>
                    <a:ext uri="{FF2B5EF4-FFF2-40B4-BE49-F238E27FC236}">
                      <a16:creationId xmlns:a16="http://schemas.microsoft.com/office/drawing/2014/main" id="{926A67F9-2094-024F-A1D0-786E8E5126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0"/>
                  <a:ext cx="694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256" name="Rectangle 258">
                <a:extLst>
                  <a:ext uri="{FF2B5EF4-FFF2-40B4-BE49-F238E27FC236}">
                    <a16:creationId xmlns:a16="http://schemas.microsoft.com/office/drawing/2014/main" id="{8B22385E-132F-3047-97B0-9C586551C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20"/>
                <a:ext cx="593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257" name="Group 259">
                <a:extLst>
                  <a:ext uri="{FF2B5EF4-FFF2-40B4-BE49-F238E27FC236}">
                    <a16:creationId xmlns:a16="http://schemas.microsoft.com/office/drawing/2014/main" id="{E2FB9C56-C6A0-9940-9500-F88781DAFC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78" name="AutoShape 260">
                  <a:extLst>
                    <a:ext uri="{FF2B5EF4-FFF2-40B4-BE49-F238E27FC236}">
                      <a16:creationId xmlns:a16="http://schemas.microsoft.com/office/drawing/2014/main" id="{AE82C8C9-78C7-EB41-8484-25DD6CCDE5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2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279" name="AutoShape 261">
                  <a:extLst>
                    <a:ext uri="{FF2B5EF4-FFF2-40B4-BE49-F238E27FC236}">
                      <a16:creationId xmlns:a16="http://schemas.microsoft.com/office/drawing/2014/main" id="{4CAD5F11-377D-DA41-9929-793E957FAB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87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258" name="Rectangle 262">
                <a:extLst>
                  <a:ext uri="{FF2B5EF4-FFF2-40B4-BE49-F238E27FC236}">
                    <a16:creationId xmlns:a16="http://schemas.microsoft.com/office/drawing/2014/main" id="{E15EE455-6602-1B46-82C6-D12F3D30F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9" y="1358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59" name="Rectangle 263">
                <a:extLst>
                  <a:ext uri="{FF2B5EF4-FFF2-40B4-BE49-F238E27FC236}">
                    <a16:creationId xmlns:a16="http://schemas.microsoft.com/office/drawing/2014/main" id="{AD216EEF-90DF-6044-8300-79C8D0C9D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4"/>
                <a:ext cx="599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260" name="Group 264">
                <a:extLst>
                  <a:ext uri="{FF2B5EF4-FFF2-40B4-BE49-F238E27FC236}">
                    <a16:creationId xmlns:a16="http://schemas.microsoft.com/office/drawing/2014/main" id="{38A22B19-490B-C242-8F58-277580AE97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76" name="AutoShape 265">
                  <a:extLst>
                    <a:ext uri="{FF2B5EF4-FFF2-40B4-BE49-F238E27FC236}">
                      <a16:creationId xmlns:a16="http://schemas.microsoft.com/office/drawing/2014/main" id="{0F07B0CB-609F-5F42-B166-9E9E5B0F38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1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277" name="AutoShape 266">
                  <a:extLst>
                    <a:ext uri="{FF2B5EF4-FFF2-40B4-BE49-F238E27FC236}">
                      <a16:creationId xmlns:a16="http://schemas.microsoft.com/office/drawing/2014/main" id="{C722D099-4A14-9D40-9F8A-E706A53983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8"/>
                  <a:ext cx="693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261" name="Freeform 267">
                <a:extLst>
                  <a:ext uri="{FF2B5EF4-FFF2-40B4-BE49-F238E27FC236}">
                    <a16:creationId xmlns:a16="http://schemas.microsoft.com/office/drawing/2014/main" id="{0E0C9BF4-C0A2-A84A-9613-F81F7F110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2 h 226"/>
                  <a:gd name="T4" fmla="*/ 87 w 328"/>
                  <a:gd name="T5" fmla="*/ 75 h 226"/>
                  <a:gd name="T6" fmla="*/ 0 w 328"/>
                  <a:gd name="T7" fmla="*/ 3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62" name="Group 268">
                <a:extLst>
                  <a:ext uri="{FF2B5EF4-FFF2-40B4-BE49-F238E27FC236}">
                    <a16:creationId xmlns:a16="http://schemas.microsoft.com/office/drawing/2014/main" id="{9FE0A4E1-4CF2-114C-845A-8481D9076B3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74" name="AutoShape 269">
                  <a:extLst>
                    <a:ext uri="{FF2B5EF4-FFF2-40B4-BE49-F238E27FC236}">
                      <a16:creationId xmlns:a16="http://schemas.microsoft.com/office/drawing/2014/main" id="{E06D45BF-7390-6A42-963D-1D3548228E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0"/>
                  <a:ext cx="726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275" name="AutoShape 270">
                  <a:extLst>
                    <a:ext uri="{FF2B5EF4-FFF2-40B4-BE49-F238E27FC236}">
                      <a16:creationId xmlns:a16="http://schemas.microsoft.com/office/drawing/2014/main" id="{F1193CF1-1B3E-734C-9489-B2773E5EBB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5"/>
                  <a:ext cx="69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263" name="Rectangle 271">
                <a:extLst>
                  <a:ext uri="{FF2B5EF4-FFF2-40B4-BE49-F238E27FC236}">
                    <a16:creationId xmlns:a16="http://schemas.microsoft.com/office/drawing/2014/main" id="{32BCEFA0-C9E2-DA4E-99BA-A8D6B2F52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64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64" name="Freeform 272">
                <a:extLst>
                  <a:ext uri="{FF2B5EF4-FFF2-40B4-BE49-F238E27FC236}">
                    <a16:creationId xmlns:a16="http://schemas.microsoft.com/office/drawing/2014/main" id="{6A191132-8B3F-2C48-A27B-58F58CCC0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7 w 296"/>
                  <a:gd name="T3" fmla="*/ 47 h 256"/>
                  <a:gd name="T4" fmla="*/ 78 w 296"/>
                  <a:gd name="T5" fmla="*/ 85 h 256"/>
                  <a:gd name="T6" fmla="*/ 0 w 296"/>
                  <a:gd name="T7" fmla="*/ 3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5" name="Freeform 273">
                <a:extLst>
                  <a:ext uri="{FF2B5EF4-FFF2-40B4-BE49-F238E27FC236}">
                    <a16:creationId xmlns:a16="http://schemas.microsoft.com/office/drawing/2014/main" id="{46FB17C7-5975-EA4A-B24E-E0968F523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81 w 304"/>
                  <a:gd name="T3" fmla="*/ 55 h 288"/>
                  <a:gd name="T4" fmla="*/ 76 w 304"/>
                  <a:gd name="T5" fmla="*/ 97 h 288"/>
                  <a:gd name="T6" fmla="*/ 2 w 304"/>
                  <a:gd name="T7" fmla="*/ 4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6" name="Oval 274">
                <a:extLst>
                  <a:ext uri="{FF2B5EF4-FFF2-40B4-BE49-F238E27FC236}">
                    <a16:creationId xmlns:a16="http://schemas.microsoft.com/office/drawing/2014/main" id="{4F5F45CB-8948-BF44-A12C-CBB9ED44D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7" y="2612"/>
                <a:ext cx="48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67" name="Freeform 275">
                <a:extLst>
                  <a:ext uri="{FF2B5EF4-FFF2-40B4-BE49-F238E27FC236}">
                    <a16:creationId xmlns:a16="http://schemas.microsoft.com/office/drawing/2014/main" id="{9075DFD9-3F16-6E4D-861C-2319EA64E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6 h 240"/>
                  <a:gd name="T2" fmla="*/ 2 w 306"/>
                  <a:gd name="T3" fmla="*/ 81 h 240"/>
                  <a:gd name="T4" fmla="*/ 81 w 306"/>
                  <a:gd name="T5" fmla="*/ 37 h 240"/>
                  <a:gd name="T6" fmla="*/ 78 w 306"/>
                  <a:gd name="T7" fmla="*/ 0 h 240"/>
                  <a:gd name="T8" fmla="*/ 0 w 306"/>
                  <a:gd name="T9" fmla="*/ 3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AutoShape 276">
                <a:extLst>
                  <a:ext uri="{FF2B5EF4-FFF2-40B4-BE49-F238E27FC236}">
                    <a16:creationId xmlns:a16="http://schemas.microsoft.com/office/drawing/2014/main" id="{2DB55821-399B-E044-BDB5-8E02E0ED15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0"/>
                <a:ext cx="1203" cy="145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69" name="AutoShape 277">
                <a:extLst>
                  <a:ext uri="{FF2B5EF4-FFF2-40B4-BE49-F238E27FC236}">
                    <a16:creationId xmlns:a16="http://schemas.microsoft.com/office/drawing/2014/main" id="{E5BA92D7-799B-CE46-871E-CCA986342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09"/>
                <a:ext cx="1075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0" name="Oval 278">
                <a:extLst>
                  <a:ext uri="{FF2B5EF4-FFF2-40B4-BE49-F238E27FC236}">
                    <a16:creationId xmlns:a16="http://schemas.microsoft.com/office/drawing/2014/main" id="{3279B121-A511-4C48-A668-CAFE86B684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0"/>
                <a:ext cx="159" cy="145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1" name="Oval 279">
                <a:extLst>
                  <a:ext uri="{FF2B5EF4-FFF2-40B4-BE49-F238E27FC236}">
                    <a16:creationId xmlns:a16="http://schemas.microsoft.com/office/drawing/2014/main" id="{6181626E-D3B9-6D4D-9F91-E6BD5373F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85"/>
                <a:ext cx="164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2" name="Oval 280">
                <a:extLst>
                  <a:ext uri="{FF2B5EF4-FFF2-40B4-BE49-F238E27FC236}">
                    <a16:creationId xmlns:a16="http://schemas.microsoft.com/office/drawing/2014/main" id="{D546FF68-BE14-5140-8A04-2B0DB01118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80"/>
                <a:ext cx="154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3" name="Rectangle 281">
                <a:extLst>
                  <a:ext uri="{FF2B5EF4-FFF2-40B4-BE49-F238E27FC236}">
                    <a16:creationId xmlns:a16="http://schemas.microsoft.com/office/drawing/2014/main" id="{B9666053-A441-4D4D-95B5-747CF79B7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8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grpSp>
          <p:nvGrpSpPr>
            <p:cNvPr id="245" name="Group 244">
              <a:extLst>
                <a:ext uri="{FF2B5EF4-FFF2-40B4-BE49-F238E27FC236}">
                  <a16:creationId xmlns:a16="http://schemas.microsoft.com/office/drawing/2014/main" id="{840EBCD1-E7B6-A743-BF86-6330FD745789}"/>
                </a:ext>
              </a:extLst>
            </p:cNvPr>
            <p:cNvGrpSpPr/>
            <p:nvPr/>
          </p:nvGrpSpPr>
          <p:grpSpPr>
            <a:xfrm>
              <a:off x="7698509" y="2176725"/>
              <a:ext cx="943482" cy="604263"/>
              <a:chOff x="7698509" y="2176725"/>
              <a:chExt cx="943482" cy="604263"/>
            </a:xfrm>
          </p:grpSpPr>
          <p:pic>
            <p:nvPicPr>
              <p:cNvPr id="246" name="Picture 245" descr="A picture containing monitor, television, screen, photo&#10;&#10;Description automatically generated">
                <a:extLst>
                  <a:ext uri="{FF2B5EF4-FFF2-40B4-BE49-F238E27FC236}">
                    <a16:creationId xmlns:a16="http://schemas.microsoft.com/office/drawing/2014/main" id="{D6E1F21D-864B-1F40-9C96-47C2BCA3CB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744691" y="2449197"/>
                <a:ext cx="772609" cy="262519"/>
              </a:xfrm>
              <a:prstGeom prst="rect">
                <a:avLst/>
              </a:prstGeom>
            </p:spPr>
          </p:pic>
          <p:pic>
            <p:nvPicPr>
              <p:cNvPr id="247" name="Picture 246" descr="A picture containing monitor, television, screen, photo&#10;&#10;Description automatically generated">
                <a:extLst>
                  <a:ext uri="{FF2B5EF4-FFF2-40B4-BE49-F238E27FC236}">
                    <a16:creationId xmlns:a16="http://schemas.microsoft.com/office/drawing/2014/main" id="{42370393-D738-C942-9E56-D3F94CBE1B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698509" y="2518469"/>
                <a:ext cx="772609" cy="262519"/>
              </a:xfrm>
              <a:prstGeom prst="rect">
                <a:avLst/>
              </a:prstGeom>
            </p:spPr>
          </p:pic>
          <p:pic>
            <p:nvPicPr>
              <p:cNvPr id="248" name="Picture 247" descr="A picture containing monitor, television, screen, photo&#10;&#10;Description automatically generated">
                <a:extLst>
                  <a:ext uri="{FF2B5EF4-FFF2-40B4-BE49-F238E27FC236}">
                    <a16:creationId xmlns:a16="http://schemas.microsoft.com/office/drawing/2014/main" id="{FF03F89A-E5B5-5947-8B74-5B1C5D68CB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869382" y="2176725"/>
                <a:ext cx="772609" cy="262519"/>
              </a:xfrm>
              <a:prstGeom prst="rect">
                <a:avLst/>
              </a:prstGeom>
            </p:spPr>
          </p:pic>
          <p:sp>
            <p:nvSpPr>
              <p:cNvPr id="249" name="TextBox 248">
                <a:extLst>
                  <a:ext uri="{FF2B5EF4-FFF2-40B4-BE49-F238E27FC236}">
                    <a16:creationId xmlns:a16="http://schemas.microsoft.com/office/drawing/2014/main" id="{162E8850-E3DD-E04E-A0E6-24BA9B907E8F}"/>
                  </a:ext>
                </a:extLst>
              </p:cNvPr>
              <p:cNvSpPr txBox="1"/>
              <p:nvPr/>
            </p:nvSpPr>
            <p:spPr>
              <a:xfrm>
                <a:off x="8026400" y="2202874"/>
                <a:ext cx="35779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...</a:t>
                </a:r>
              </a:p>
            </p:txBody>
          </p:sp>
        </p:grpSp>
      </p:grpSp>
      <p:grpSp>
        <p:nvGrpSpPr>
          <p:cNvPr id="282" name="Group 249">
            <a:extLst>
              <a:ext uri="{FF2B5EF4-FFF2-40B4-BE49-F238E27FC236}">
                <a16:creationId xmlns:a16="http://schemas.microsoft.com/office/drawing/2014/main" id="{303AAFB7-AE59-FB43-806F-88716418AD9D}"/>
              </a:ext>
            </a:extLst>
          </p:cNvPr>
          <p:cNvGrpSpPr>
            <a:grpSpLocks/>
          </p:cNvGrpSpPr>
          <p:nvPr/>
        </p:nvGrpSpPr>
        <p:grpSpPr bwMode="auto">
          <a:xfrm>
            <a:off x="9125221" y="2229519"/>
            <a:ext cx="269531" cy="537772"/>
            <a:chOff x="4140" y="429"/>
            <a:chExt cx="1425" cy="2396"/>
          </a:xfrm>
        </p:grpSpPr>
        <p:sp>
          <p:nvSpPr>
            <p:cNvPr id="283" name="Freeform 250">
              <a:extLst>
                <a:ext uri="{FF2B5EF4-FFF2-40B4-BE49-F238E27FC236}">
                  <a16:creationId xmlns:a16="http://schemas.microsoft.com/office/drawing/2014/main" id="{F583EC39-0EF7-C047-B61C-FCA4140C6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4" name="Rectangle 251">
              <a:extLst>
                <a:ext uri="{FF2B5EF4-FFF2-40B4-BE49-F238E27FC236}">
                  <a16:creationId xmlns:a16="http://schemas.microsoft.com/office/drawing/2014/main" id="{1E2AD361-9367-024D-9B13-A995814D5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85" name="Freeform 252">
              <a:extLst>
                <a:ext uri="{FF2B5EF4-FFF2-40B4-BE49-F238E27FC236}">
                  <a16:creationId xmlns:a16="http://schemas.microsoft.com/office/drawing/2014/main" id="{280AB857-6E8B-F04E-86E8-884DCDEB6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6" name="Freeform 253">
              <a:extLst>
                <a:ext uri="{FF2B5EF4-FFF2-40B4-BE49-F238E27FC236}">
                  <a16:creationId xmlns:a16="http://schemas.microsoft.com/office/drawing/2014/main" id="{17A6D9FD-0410-2E4A-A1DE-0C447AB9A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7" name="Rectangle 254">
              <a:extLst>
                <a:ext uri="{FF2B5EF4-FFF2-40B4-BE49-F238E27FC236}">
                  <a16:creationId xmlns:a16="http://schemas.microsoft.com/office/drawing/2014/main" id="{A927C600-2D52-FB43-8F04-602018E3E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5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88" name="Group 255">
              <a:extLst>
                <a:ext uri="{FF2B5EF4-FFF2-40B4-BE49-F238E27FC236}">
                  <a16:creationId xmlns:a16="http://schemas.microsoft.com/office/drawing/2014/main" id="{AD441C89-2F79-AA41-9247-E417258584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13" name="AutoShape 256">
                <a:extLst>
                  <a:ext uri="{FF2B5EF4-FFF2-40B4-BE49-F238E27FC236}">
                    <a16:creationId xmlns:a16="http://schemas.microsoft.com/office/drawing/2014/main" id="{1BDD9056-3563-DC4A-8E6F-D9E7C31BD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14" name="AutoShape 257">
                <a:extLst>
                  <a:ext uri="{FF2B5EF4-FFF2-40B4-BE49-F238E27FC236}">
                    <a16:creationId xmlns:a16="http://schemas.microsoft.com/office/drawing/2014/main" id="{A464F9AC-80D5-8647-A3BF-7C8016D2E9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0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89" name="Rectangle 258">
              <a:extLst>
                <a:ext uri="{FF2B5EF4-FFF2-40B4-BE49-F238E27FC236}">
                  <a16:creationId xmlns:a16="http://schemas.microsoft.com/office/drawing/2014/main" id="{3CC90EBF-BE9D-094F-8D80-09DD69A5C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20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90" name="Group 259">
              <a:extLst>
                <a:ext uri="{FF2B5EF4-FFF2-40B4-BE49-F238E27FC236}">
                  <a16:creationId xmlns:a16="http://schemas.microsoft.com/office/drawing/2014/main" id="{8FD2B698-C302-134D-AA60-7CB77F0FA4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11" name="AutoShape 260">
                <a:extLst>
                  <a:ext uri="{FF2B5EF4-FFF2-40B4-BE49-F238E27FC236}">
                    <a16:creationId xmlns:a16="http://schemas.microsoft.com/office/drawing/2014/main" id="{3C8C97B6-C649-304C-B810-3DCC29D051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9"/>
                <a:ext cx="721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12" name="AutoShape 261">
                <a:extLst>
                  <a:ext uri="{FF2B5EF4-FFF2-40B4-BE49-F238E27FC236}">
                    <a16:creationId xmlns:a16="http://schemas.microsoft.com/office/drawing/2014/main" id="{1E6EFFBD-86DF-3A4E-B6C4-5B74F4194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91" name="Rectangle 262">
              <a:extLst>
                <a:ext uri="{FF2B5EF4-FFF2-40B4-BE49-F238E27FC236}">
                  <a16:creationId xmlns:a16="http://schemas.microsoft.com/office/drawing/2014/main" id="{A2087108-BB9B-C74D-BED2-AEEFB9631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8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92" name="Rectangle 263">
              <a:extLst>
                <a:ext uri="{FF2B5EF4-FFF2-40B4-BE49-F238E27FC236}">
                  <a16:creationId xmlns:a16="http://schemas.microsoft.com/office/drawing/2014/main" id="{629E30AC-175A-7C47-B5DB-137A2A969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4"/>
              <a:ext cx="599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93" name="Group 264">
              <a:extLst>
                <a:ext uri="{FF2B5EF4-FFF2-40B4-BE49-F238E27FC236}">
                  <a16:creationId xmlns:a16="http://schemas.microsoft.com/office/drawing/2014/main" id="{631BEC3E-EC7B-E641-9B73-CEB1B33C79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09" name="AutoShape 265">
                <a:extLst>
                  <a:ext uri="{FF2B5EF4-FFF2-40B4-BE49-F238E27FC236}">
                    <a16:creationId xmlns:a16="http://schemas.microsoft.com/office/drawing/2014/main" id="{CA74522A-6DD3-C941-B6C5-B88ADF1B75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1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10" name="AutoShape 266">
                <a:extLst>
                  <a:ext uri="{FF2B5EF4-FFF2-40B4-BE49-F238E27FC236}">
                    <a16:creationId xmlns:a16="http://schemas.microsoft.com/office/drawing/2014/main" id="{0FC67C26-9D79-7645-9585-2783C4FBA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8"/>
                <a:ext cx="693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94" name="Freeform 267">
              <a:extLst>
                <a:ext uri="{FF2B5EF4-FFF2-40B4-BE49-F238E27FC236}">
                  <a16:creationId xmlns:a16="http://schemas.microsoft.com/office/drawing/2014/main" id="{0009B838-E394-AB4B-B620-18BE1F04F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95" name="Group 268">
              <a:extLst>
                <a:ext uri="{FF2B5EF4-FFF2-40B4-BE49-F238E27FC236}">
                  <a16:creationId xmlns:a16="http://schemas.microsoft.com/office/drawing/2014/main" id="{CE9E851F-17AE-C347-AAE2-A26FC9005C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07" name="AutoShape 269">
                <a:extLst>
                  <a:ext uri="{FF2B5EF4-FFF2-40B4-BE49-F238E27FC236}">
                    <a16:creationId xmlns:a16="http://schemas.microsoft.com/office/drawing/2014/main" id="{BC8583DE-ADF4-6447-B9E5-82785FCF6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6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08" name="AutoShape 270">
                <a:extLst>
                  <a:ext uri="{FF2B5EF4-FFF2-40B4-BE49-F238E27FC236}">
                    <a16:creationId xmlns:a16="http://schemas.microsoft.com/office/drawing/2014/main" id="{86B22511-2C8C-B74B-A13E-4B4859111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96" name="Rectangle 271">
              <a:extLst>
                <a:ext uri="{FF2B5EF4-FFF2-40B4-BE49-F238E27FC236}">
                  <a16:creationId xmlns:a16="http://schemas.microsoft.com/office/drawing/2014/main" id="{20AF6706-04DB-3F45-9CC0-357417946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97" name="Freeform 272">
              <a:extLst>
                <a:ext uri="{FF2B5EF4-FFF2-40B4-BE49-F238E27FC236}">
                  <a16:creationId xmlns:a16="http://schemas.microsoft.com/office/drawing/2014/main" id="{E6032D49-B972-724F-BC66-1C24B5F05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8" name="Freeform 273">
              <a:extLst>
                <a:ext uri="{FF2B5EF4-FFF2-40B4-BE49-F238E27FC236}">
                  <a16:creationId xmlns:a16="http://schemas.microsoft.com/office/drawing/2014/main" id="{B84F01B6-1C0C-C943-B856-7FE3BD2D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9" name="Oval 274">
              <a:extLst>
                <a:ext uri="{FF2B5EF4-FFF2-40B4-BE49-F238E27FC236}">
                  <a16:creationId xmlns:a16="http://schemas.microsoft.com/office/drawing/2014/main" id="{3819F9EA-CE5A-6F47-B1D1-45A3176A8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2"/>
              <a:ext cx="48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00" name="Freeform 275">
              <a:extLst>
                <a:ext uri="{FF2B5EF4-FFF2-40B4-BE49-F238E27FC236}">
                  <a16:creationId xmlns:a16="http://schemas.microsoft.com/office/drawing/2014/main" id="{BD6129AD-4010-6541-8BD2-9C417B597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1" name="AutoShape 276">
              <a:extLst>
                <a:ext uri="{FF2B5EF4-FFF2-40B4-BE49-F238E27FC236}">
                  <a16:creationId xmlns:a16="http://schemas.microsoft.com/office/drawing/2014/main" id="{DAF156C3-BBE4-AD4E-8C8F-504F05E6F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3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02" name="AutoShape 277">
              <a:extLst>
                <a:ext uri="{FF2B5EF4-FFF2-40B4-BE49-F238E27FC236}">
                  <a16:creationId xmlns:a16="http://schemas.microsoft.com/office/drawing/2014/main" id="{FAC7EFD2-3973-3341-9E30-2375745B4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5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03" name="Oval 278">
              <a:extLst>
                <a:ext uri="{FF2B5EF4-FFF2-40B4-BE49-F238E27FC236}">
                  <a16:creationId xmlns:a16="http://schemas.microsoft.com/office/drawing/2014/main" id="{279C258F-5AE0-4A40-9D2A-27C352066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0"/>
              <a:ext cx="159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04" name="Oval 279">
              <a:extLst>
                <a:ext uri="{FF2B5EF4-FFF2-40B4-BE49-F238E27FC236}">
                  <a16:creationId xmlns:a16="http://schemas.microsoft.com/office/drawing/2014/main" id="{AB54CDF9-44A8-F945-8C47-F29CE6B00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5"/>
              <a:ext cx="164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05" name="Oval 280">
              <a:extLst>
                <a:ext uri="{FF2B5EF4-FFF2-40B4-BE49-F238E27FC236}">
                  <a16:creationId xmlns:a16="http://schemas.microsoft.com/office/drawing/2014/main" id="{C12B8B40-4A95-634B-A938-6930B06F50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4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06" name="Rectangle 281">
              <a:extLst>
                <a:ext uri="{FF2B5EF4-FFF2-40B4-BE49-F238E27FC236}">
                  <a16:creationId xmlns:a16="http://schemas.microsoft.com/office/drawing/2014/main" id="{56A64972-4A2C-2147-8B6A-849EA1C52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8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315" name="Group 314">
            <a:extLst>
              <a:ext uri="{FF2B5EF4-FFF2-40B4-BE49-F238E27FC236}">
                <a16:creationId xmlns:a16="http://schemas.microsoft.com/office/drawing/2014/main" id="{7CEE8967-09D9-EA4A-BE8F-89D0A51FA901}"/>
              </a:ext>
            </a:extLst>
          </p:cNvPr>
          <p:cNvGrpSpPr/>
          <p:nvPr/>
        </p:nvGrpSpPr>
        <p:grpSpPr>
          <a:xfrm>
            <a:off x="9411855" y="1981647"/>
            <a:ext cx="943482" cy="604263"/>
            <a:chOff x="7698509" y="2176725"/>
            <a:chExt cx="943482" cy="604263"/>
          </a:xfrm>
        </p:grpSpPr>
        <p:pic>
          <p:nvPicPr>
            <p:cNvPr id="316" name="Picture 315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id="{0EAEB9B3-A22A-234F-82DF-4AAC2BF4278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744691" y="2449197"/>
              <a:ext cx="772609" cy="262519"/>
            </a:xfrm>
            <a:prstGeom prst="rect">
              <a:avLst/>
            </a:prstGeom>
          </p:spPr>
        </p:pic>
        <p:pic>
          <p:nvPicPr>
            <p:cNvPr id="317" name="Picture 316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id="{D8797FD1-FD5F-5E42-86F9-D71425D34BE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698509" y="2518469"/>
              <a:ext cx="772609" cy="262519"/>
            </a:xfrm>
            <a:prstGeom prst="rect">
              <a:avLst/>
            </a:prstGeom>
          </p:spPr>
        </p:pic>
        <p:pic>
          <p:nvPicPr>
            <p:cNvPr id="318" name="Picture 317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id="{9A3D2276-CCAA-964B-A522-778FC9030BE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869382" y="2176725"/>
              <a:ext cx="772609" cy="262519"/>
            </a:xfrm>
            <a:prstGeom prst="rect">
              <a:avLst/>
            </a:prstGeom>
          </p:spPr>
        </p:pic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FA64888F-27BD-6D49-9E8A-1C105E1F77CE}"/>
                </a:ext>
              </a:extLst>
            </p:cNvPr>
            <p:cNvSpPr txBox="1"/>
            <p:nvPr/>
          </p:nvSpPr>
          <p:spPr>
            <a:xfrm>
              <a:off x="8026400" y="2202874"/>
              <a:ext cx="35779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...</a:t>
              </a:r>
            </a:p>
          </p:txBody>
        </p:sp>
      </p:grpSp>
      <p:grpSp>
        <p:nvGrpSpPr>
          <p:cNvPr id="320" name="Group 249">
            <a:extLst>
              <a:ext uri="{FF2B5EF4-FFF2-40B4-BE49-F238E27FC236}">
                <a16:creationId xmlns:a16="http://schemas.microsoft.com/office/drawing/2014/main" id="{F1BCE0E4-BDB5-B544-89E7-F7F4C8B45DDD}"/>
              </a:ext>
            </a:extLst>
          </p:cNvPr>
          <p:cNvGrpSpPr>
            <a:grpSpLocks/>
          </p:cNvGrpSpPr>
          <p:nvPr/>
        </p:nvGrpSpPr>
        <p:grpSpPr bwMode="auto">
          <a:xfrm>
            <a:off x="9119966" y="3154428"/>
            <a:ext cx="269531" cy="537772"/>
            <a:chOff x="4140" y="429"/>
            <a:chExt cx="1425" cy="2396"/>
          </a:xfrm>
        </p:grpSpPr>
        <p:sp>
          <p:nvSpPr>
            <p:cNvPr id="321" name="Freeform 250">
              <a:extLst>
                <a:ext uri="{FF2B5EF4-FFF2-40B4-BE49-F238E27FC236}">
                  <a16:creationId xmlns:a16="http://schemas.microsoft.com/office/drawing/2014/main" id="{61F36965-BC45-1D46-9296-4C5A2F836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2" name="Rectangle 251">
              <a:extLst>
                <a:ext uri="{FF2B5EF4-FFF2-40B4-BE49-F238E27FC236}">
                  <a16:creationId xmlns:a16="http://schemas.microsoft.com/office/drawing/2014/main" id="{40BA023C-2812-9340-A050-0121D0829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23" name="Freeform 252">
              <a:extLst>
                <a:ext uri="{FF2B5EF4-FFF2-40B4-BE49-F238E27FC236}">
                  <a16:creationId xmlns:a16="http://schemas.microsoft.com/office/drawing/2014/main" id="{7D40D788-F435-474A-A7BF-25C0498EA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4" name="Freeform 253">
              <a:extLst>
                <a:ext uri="{FF2B5EF4-FFF2-40B4-BE49-F238E27FC236}">
                  <a16:creationId xmlns:a16="http://schemas.microsoft.com/office/drawing/2014/main" id="{7ECC0C33-1994-A443-BE35-89E1A830F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Rectangle 254">
              <a:extLst>
                <a:ext uri="{FF2B5EF4-FFF2-40B4-BE49-F238E27FC236}">
                  <a16:creationId xmlns:a16="http://schemas.microsoft.com/office/drawing/2014/main" id="{5F77B878-EAC9-4540-9E09-E05F7ED09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5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326" name="Group 255">
              <a:extLst>
                <a:ext uri="{FF2B5EF4-FFF2-40B4-BE49-F238E27FC236}">
                  <a16:creationId xmlns:a16="http://schemas.microsoft.com/office/drawing/2014/main" id="{3AD2D83D-AFAB-F544-B840-C231A3CC60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51" name="AutoShape 256">
                <a:extLst>
                  <a:ext uri="{FF2B5EF4-FFF2-40B4-BE49-F238E27FC236}">
                    <a16:creationId xmlns:a16="http://schemas.microsoft.com/office/drawing/2014/main" id="{4227C343-CCC4-A04E-8886-6361D39B43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52" name="AutoShape 257">
                <a:extLst>
                  <a:ext uri="{FF2B5EF4-FFF2-40B4-BE49-F238E27FC236}">
                    <a16:creationId xmlns:a16="http://schemas.microsoft.com/office/drawing/2014/main" id="{9E39270E-D4A5-AD40-A9B3-1748EE3126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0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327" name="Rectangle 258">
              <a:extLst>
                <a:ext uri="{FF2B5EF4-FFF2-40B4-BE49-F238E27FC236}">
                  <a16:creationId xmlns:a16="http://schemas.microsoft.com/office/drawing/2014/main" id="{7B72FE59-00DA-AB4C-818F-65FE468FBE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20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328" name="Group 259">
              <a:extLst>
                <a:ext uri="{FF2B5EF4-FFF2-40B4-BE49-F238E27FC236}">
                  <a16:creationId xmlns:a16="http://schemas.microsoft.com/office/drawing/2014/main" id="{09C06909-C34E-C94A-8C7D-0BFC94D6E0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49" name="AutoShape 260">
                <a:extLst>
                  <a:ext uri="{FF2B5EF4-FFF2-40B4-BE49-F238E27FC236}">
                    <a16:creationId xmlns:a16="http://schemas.microsoft.com/office/drawing/2014/main" id="{7ED60691-FC99-B943-BE37-D6C97FF67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9"/>
                <a:ext cx="721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50" name="AutoShape 261">
                <a:extLst>
                  <a:ext uri="{FF2B5EF4-FFF2-40B4-BE49-F238E27FC236}">
                    <a16:creationId xmlns:a16="http://schemas.microsoft.com/office/drawing/2014/main" id="{BBBF7CE5-2F2F-C240-89B7-6B006565D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329" name="Rectangle 262">
              <a:extLst>
                <a:ext uri="{FF2B5EF4-FFF2-40B4-BE49-F238E27FC236}">
                  <a16:creationId xmlns:a16="http://schemas.microsoft.com/office/drawing/2014/main" id="{E1859B99-BC2B-8445-9920-653550A39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8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30" name="Rectangle 263">
              <a:extLst>
                <a:ext uri="{FF2B5EF4-FFF2-40B4-BE49-F238E27FC236}">
                  <a16:creationId xmlns:a16="http://schemas.microsoft.com/office/drawing/2014/main" id="{DC4E26D3-7125-8945-9746-244173596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4"/>
              <a:ext cx="599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331" name="Group 264">
              <a:extLst>
                <a:ext uri="{FF2B5EF4-FFF2-40B4-BE49-F238E27FC236}">
                  <a16:creationId xmlns:a16="http://schemas.microsoft.com/office/drawing/2014/main" id="{E6BAA1DE-AF76-6C44-833A-D07152C073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47" name="AutoShape 265">
                <a:extLst>
                  <a:ext uri="{FF2B5EF4-FFF2-40B4-BE49-F238E27FC236}">
                    <a16:creationId xmlns:a16="http://schemas.microsoft.com/office/drawing/2014/main" id="{C5750C06-37B1-7942-BC63-5A0DFB73A5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1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48" name="AutoShape 266">
                <a:extLst>
                  <a:ext uri="{FF2B5EF4-FFF2-40B4-BE49-F238E27FC236}">
                    <a16:creationId xmlns:a16="http://schemas.microsoft.com/office/drawing/2014/main" id="{2FBF1907-BD45-434A-8B85-372B329D2C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8"/>
                <a:ext cx="693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332" name="Freeform 267">
              <a:extLst>
                <a:ext uri="{FF2B5EF4-FFF2-40B4-BE49-F238E27FC236}">
                  <a16:creationId xmlns:a16="http://schemas.microsoft.com/office/drawing/2014/main" id="{C3D05EC3-4DA7-F74C-B6F6-0918126C0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33" name="Group 268">
              <a:extLst>
                <a:ext uri="{FF2B5EF4-FFF2-40B4-BE49-F238E27FC236}">
                  <a16:creationId xmlns:a16="http://schemas.microsoft.com/office/drawing/2014/main" id="{5BF350AD-3646-0C41-87CF-18D04562FC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45" name="AutoShape 269">
                <a:extLst>
                  <a:ext uri="{FF2B5EF4-FFF2-40B4-BE49-F238E27FC236}">
                    <a16:creationId xmlns:a16="http://schemas.microsoft.com/office/drawing/2014/main" id="{E6FF77A3-8808-214A-B3F1-9975674419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6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46" name="AutoShape 270">
                <a:extLst>
                  <a:ext uri="{FF2B5EF4-FFF2-40B4-BE49-F238E27FC236}">
                    <a16:creationId xmlns:a16="http://schemas.microsoft.com/office/drawing/2014/main" id="{DBA06383-D10B-7446-8AB5-80825280F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334" name="Rectangle 271">
              <a:extLst>
                <a:ext uri="{FF2B5EF4-FFF2-40B4-BE49-F238E27FC236}">
                  <a16:creationId xmlns:a16="http://schemas.microsoft.com/office/drawing/2014/main" id="{075E3183-6A9A-F845-B994-D8A428ABB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35" name="Freeform 272">
              <a:extLst>
                <a:ext uri="{FF2B5EF4-FFF2-40B4-BE49-F238E27FC236}">
                  <a16:creationId xmlns:a16="http://schemas.microsoft.com/office/drawing/2014/main" id="{047D761C-70AD-CD4F-A747-381D74016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6" name="Freeform 273">
              <a:extLst>
                <a:ext uri="{FF2B5EF4-FFF2-40B4-BE49-F238E27FC236}">
                  <a16:creationId xmlns:a16="http://schemas.microsoft.com/office/drawing/2014/main" id="{8AE72908-FAF1-9C46-AA62-CED69F948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7" name="Oval 274">
              <a:extLst>
                <a:ext uri="{FF2B5EF4-FFF2-40B4-BE49-F238E27FC236}">
                  <a16:creationId xmlns:a16="http://schemas.microsoft.com/office/drawing/2014/main" id="{2E034F12-0D5A-AA43-BEB5-3FD391F73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2"/>
              <a:ext cx="48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38" name="Freeform 275">
              <a:extLst>
                <a:ext uri="{FF2B5EF4-FFF2-40B4-BE49-F238E27FC236}">
                  <a16:creationId xmlns:a16="http://schemas.microsoft.com/office/drawing/2014/main" id="{028A5345-010B-C24D-B709-B8375E971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9" name="AutoShape 276">
              <a:extLst>
                <a:ext uri="{FF2B5EF4-FFF2-40B4-BE49-F238E27FC236}">
                  <a16:creationId xmlns:a16="http://schemas.microsoft.com/office/drawing/2014/main" id="{F6EF7A89-3C93-8540-B2E3-A30599E7A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3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40" name="AutoShape 277">
              <a:extLst>
                <a:ext uri="{FF2B5EF4-FFF2-40B4-BE49-F238E27FC236}">
                  <a16:creationId xmlns:a16="http://schemas.microsoft.com/office/drawing/2014/main" id="{AE5883C3-8966-4941-AD3C-EECE6A8A6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5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41" name="Oval 278">
              <a:extLst>
                <a:ext uri="{FF2B5EF4-FFF2-40B4-BE49-F238E27FC236}">
                  <a16:creationId xmlns:a16="http://schemas.microsoft.com/office/drawing/2014/main" id="{8D05B60E-CC47-924E-9CC3-7D3C363DC0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0"/>
              <a:ext cx="159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42" name="Oval 279">
              <a:extLst>
                <a:ext uri="{FF2B5EF4-FFF2-40B4-BE49-F238E27FC236}">
                  <a16:creationId xmlns:a16="http://schemas.microsoft.com/office/drawing/2014/main" id="{02D38BA8-EE3B-314C-9EA1-24BC62A71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5"/>
              <a:ext cx="164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43" name="Oval 280">
              <a:extLst>
                <a:ext uri="{FF2B5EF4-FFF2-40B4-BE49-F238E27FC236}">
                  <a16:creationId xmlns:a16="http://schemas.microsoft.com/office/drawing/2014/main" id="{7354E114-1700-274C-AD93-5D4A99968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4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44" name="Rectangle 281">
              <a:extLst>
                <a:ext uri="{FF2B5EF4-FFF2-40B4-BE49-F238E27FC236}">
                  <a16:creationId xmlns:a16="http://schemas.microsoft.com/office/drawing/2014/main" id="{D7FCC302-455F-0E42-A8A7-378C5B6CC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8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BA41EE0A-FE82-9040-BD52-7DC1EB35BBFB}"/>
              </a:ext>
            </a:extLst>
          </p:cNvPr>
          <p:cNvGrpSpPr/>
          <p:nvPr/>
        </p:nvGrpSpPr>
        <p:grpSpPr>
          <a:xfrm>
            <a:off x="9343538" y="3332225"/>
            <a:ext cx="943482" cy="604263"/>
            <a:chOff x="7698509" y="2176725"/>
            <a:chExt cx="943482" cy="604263"/>
          </a:xfrm>
        </p:grpSpPr>
        <p:pic>
          <p:nvPicPr>
            <p:cNvPr id="354" name="Picture 353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id="{441DFADE-BB1B-7C4C-8738-3FEA9FC7E26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744691" y="2449197"/>
              <a:ext cx="772609" cy="262519"/>
            </a:xfrm>
            <a:prstGeom prst="rect">
              <a:avLst/>
            </a:prstGeom>
          </p:spPr>
        </p:pic>
        <p:pic>
          <p:nvPicPr>
            <p:cNvPr id="355" name="Picture 354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id="{A360817E-CEBE-5D4D-AAA5-1AA0E80B244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698509" y="2518469"/>
              <a:ext cx="772609" cy="262519"/>
            </a:xfrm>
            <a:prstGeom prst="rect">
              <a:avLst/>
            </a:prstGeom>
          </p:spPr>
        </p:pic>
        <p:pic>
          <p:nvPicPr>
            <p:cNvPr id="356" name="Picture 355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id="{1B7D7E89-8D15-B14F-8ABE-F03063924DF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869382" y="2176725"/>
              <a:ext cx="772609" cy="262519"/>
            </a:xfrm>
            <a:prstGeom prst="rect">
              <a:avLst/>
            </a:prstGeom>
          </p:spPr>
        </p:pic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95A2DFAC-E2E9-BA4E-B877-0FDFCB8AFF96}"/>
                </a:ext>
              </a:extLst>
            </p:cNvPr>
            <p:cNvSpPr txBox="1"/>
            <p:nvPr/>
          </p:nvSpPr>
          <p:spPr>
            <a:xfrm>
              <a:off x="8026400" y="2202874"/>
              <a:ext cx="35779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...</a:t>
              </a:r>
            </a:p>
          </p:txBody>
        </p:sp>
      </p:grpSp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Streaming multimedia: DASH</a:t>
            </a:r>
          </a:p>
        </p:txBody>
      </p:sp>
      <p:sp>
        <p:nvSpPr>
          <p:cNvPr id="57" name="Rectangle 3">
            <a:extLst>
              <a:ext uri="{FF2B5EF4-FFF2-40B4-BE49-F238E27FC236}">
                <a16:creationId xmlns:a16="http://schemas.microsoft.com/office/drawing/2014/main" id="{57B06ED9-18F5-DA42-AB34-1D8668A5BAAE}"/>
              </a:ext>
            </a:extLst>
          </p:cNvPr>
          <p:cNvSpPr txBox="1">
            <a:spLocks noChangeArrowheads="1"/>
          </p:cNvSpPr>
          <p:nvPr/>
        </p:nvSpPr>
        <p:spPr>
          <a:xfrm>
            <a:off x="750123" y="1425422"/>
            <a:ext cx="6582550" cy="50530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intelligence”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at client: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client determines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when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8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 request chunk (so that buffer starvation, or overflow does not occur)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what encoding rate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 request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(higher quality when more bandwidth available) 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8" name="Rectangle 3">
            <a:extLst>
              <a:ext uri="{FF2B5EF4-FFF2-40B4-BE49-F238E27FC236}">
                <a16:creationId xmlns:a16="http://schemas.microsoft.com/office/drawing/2014/main" id="{66B29FA5-F250-2145-B75A-6362A2B90004}"/>
              </a:ext>
            </a:extLst>
          </p:cNvPr>
          <p:cNvSpPr txBox="1">
            <a:spLocks noChangeArrowheads="1"/>
          </p:cNvSpPr>
          <p:nvPr/>
        </p:nvSpPr>
        <p:spPr>
          <a:xfrm>
            <a:off x="764871" y="4418084"/>
            <a:ext cx="6296330" cy="160101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where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8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 request chunk (can request from URL server that is “close” to client or has high available bandwidth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+mn-cs"/>
              </a:rPr>
              <a:t>) 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1BFA338-92F2-B84C-A3FD-65CE9CE1AE33}"/>
              </a:ext>
            </a:extLst>
          </p:cNvPr>
          <p:cNvSpPr txBox="1"/>
          <p:nvPr/>
        </p:nvSpPr>
        <p:spPr>
          <a:xfrm>
            <a:off x="1455456" y="6024759"/>
            <a:ext cx="9389302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Streaming video =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encoding +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DASH + playout buffering</a:t>
            </a:r>
          </a:p>
        </p:txBody>
      </p:sp>
      <p:grpSp>
        <p:nvGrpSpPr>
          <p:cNvPr id="60" name="Group 2">
            <a:extLst>
              <a:ext uri="{FF2B5EF4-FFF2-40B4-BE49-F238E27FC236}">
                <a16:creationId xmlns:a16="http://schemas.microsoft.com/office/drawing/2014/main" id="{DDFD13CE-95C2-3B46-BAA9-2442B7BBFB5C}"/>
              </a:ext>
            </a:extLst>
          </p:cNvPr>
          <p:cNvGrpSpPr>
            <a:grpSpLocks/>
          </p:cNvGrpSpPr>
          <p:nvPr/>
        </p:nvGrpSpPr>
        <p:grpSpPr bwMode="auto">
          <a:xfrm>
            <a:off x="10418918" y="2387938"/>
            <a:ext cx="1331627" cy="1083147"/>
            <a:chOff x="1842724" y="2867233"/>
            <a:chExt cx="5649912" cy="3416300"/>
          </a:xfrm>
        </p:grpSpPr>
        <p:sp>
          <p:nvSpPr>
            <p:cNvPr id="161" name="AutoShape 99">
              <a:extLst>
                <a:ext uri="{FF2B5EF4-FFF2-40B4-BE49-F238E27FC236}">
                  <a16:creationId xmlns:a16="http://schemas.microsoft.com/office/drawing/2014/main" id="{6A423CE6-3BBC-A441-B17F-E87432DB8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2724" y="2867233"/>
              <a:ext cx="5649912" cy="768350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2" name="Rectangle 87">
              <a:extLst>
                <a:ext uri="{FF2B5EF4-FFF2-40B4-BE49-F238E27FC236}">
                  <a16:creationId xmlns:a16="http://schemas.microsoft.com/office/drawing/2014/main" id="{4285C26E-DA02-9648-A64A-514AEBD4FE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699" y="3621296"/>
              <a:ext cx="4781550" cy="2662237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3" name="Group 349">
            <a:extLst>
              <a:ext uri="{FF2B5EF4-FFF2-40B4-BE49-F238E27FC236}">
                <a16:creationId xmlns:a16="http://schemas.microsoft.com/office/drawing/2014/main" id="{D41C9560-ED4B-414F-8273-72B78F6B318D}"/>
              </a:ext>
            </a:extLst>
          </p:cNvPr>
          <p:cNvGrpSpPr>
            <a:grpSpLocks/>
          </p:cNvGrpSpPr>
          <p:nvPr/>
        </p:nvGrpSpPr>
        <p:grpSpPr bwMode="auto">
          <a:xfrm>
            <a:off x="10897863" y="2829271"/>
            <a:ext cx="427844" cy="454118"/>
            <a:chOff x="4437" y="1472"/>
            <a:chExt cx="427" cy="418"/>
          </a:xfrm>
        </p:grpSpPr>
        <p:sp>
          <p:nvSpPr>
            <p:cNvPr id="69" name="Rectangle 350">
              <a:extLst>
                <a:ext uri="{FF2B5EF4-FFF2-40B4-BE49-F238E27FC236}">
                  <a16:creationId xmlns:a16="http://schemas.microsoft.com/office/drawing/2014/main" id="{E963C356-4AF2-0349-824A-1E49D132E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" y="1475"/>
              <a:ext cx="421" cy="361"/>
            </a:xfrm>
            <a:prstGeom prst="rect">
              <a:avLst/>
            </a:prstGeom>
            <a:gradFill rotWithShape="0">
              <a:gsLst>
                <a:gs pos="0">
                  <a:srgbClr val="99CCFF">
                    <a:gamma/>
                    <a:shade val="46275"/>
                    <a:invGamma/>
                  </a:srgbClr>
                </a:gs>
                <a:gs pos="50000">
                  <a:srgbClr val="99CCFF"/>
                </a:gs>
                <a:gs pos="100000">
                  <a:srgbClr val="99CC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19050">
              <a:solidFill>
                <a:srgbClr val="5F5F5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70" name="Rectangle 351">
              <a:extLst>
                <a:ext uri="{FF2B5EF4-FFF2-40B4-BE49-F238E27FC236}">
                  <a16:creationId xmlns:a16="http://schemas.microsoft.com/office/drawing/2014/main" id="{40253B0C-2089-BD4A-9EFE-D60909E55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7" y="1837"/>
              <a:ext cx="179" cy="23"/>
            </a:xfrm>
            <a:prstGeom prst="rect">
              <a:avLst/>
            </a:prstGeom>
            <a:solidFill>
              <a:srgbClr val="5F5F5F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71" name="Rectangle 352">
              <a:extLst>
                <a:ext uri="{FF2B5EF4-FFF2-40B4-BE49-F238E27FC236}">
                  <a16:creationId xmlns:a16="http://schemas.microsoft.com/office/drawing/2014/main" id="{53AC6590-6B2B-9143-AF1D-BB4636551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2" y="1866"/>
              <a:ext cx="414" cy="24"/>
            </a:xfrm>
            <a:prstGeom prst="rect">
              <a:avLst/>
            </a:prstGeom>
            <a:solidFill>
              <a:schemeClr val="tx2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72" name="Rectangle 353">
              <a:extLst>
                <a:ext uri="{FF2B5EF4-FFF2-40B4-BE49-F238E27FC236}">
                  <a16:creationId xmlns:a16="http://schemas.microsoft.com/office/drawing/2014/main" id="{E94F9AC9-0854-D042-AF8B-C87D4C9D7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" y="1472"/>
              <a:ext cx="423" cy="356"/>
            </a:xfrm>
            <a:prstGeom prst="rect">
              <a:avLst/>
            </a:prstGeom>
            <a:noFill/>
            <a:ln w="19050">
              <a:solidFill>
                <a:schemeClr val="accent2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</p:grpSp>
      <p:cxnSp>
        <p:nvCxnSpPr>
          <p:cNvPr id="65" name="Straight Connector 45">
            <a:extLst>
              <a:ext uri="{FF2B5EF4-FFF2-40B4-BE49-F238E27FC236}">
                <a16:creationId xmlns:a16="http://schemas.microsoft.com/office/drawing/2014/main" id="{95FF3D69-527D-104D-8467-DBBDF81195A1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593059" y="3030964"/>
            <a:ext cx="2202124" cy="0"/>
          </a:xfrm>
          <a:prstGeom prst="line">
            <a:avLst/>
          </a:prstGeom>
          <a:noFill/>
          <a:ln w="317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7" name="TextBox 64">
            <a:extLst>
              <a:ext uri="{FF2B5EF4-FFF2-40B4-BE49-F238E27FC236}">
                <a16:creationId xmlns:a16="http://schemas.microsoft.com/office/drawing/2014/main" id="{4A9C7B1D-9788-C24C-BE9F-0B7DEE6439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44758" y="3478691"/>
            <a:ext cx="483955" cy="2520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client</a:t>
            </a:r>
            <a:endParaRPr kumimoji="0" lang="en-US" altLang="en-US" sz="1800" b="0" i="1" u="none" strike="noStrike" kern="120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B1332400-C13A-1144-94EF-1249953DECAC}"/>
              </a:ext>
            </a:extLst>
          </p:cNvPr>
          <p:cNvSpPr/>
          <p:nvPr/>
        </p:nvSpPr>
        <p:spPr>
          <a:xfrm>
            <a:off x="9433447" y="2723465"/>
            <a:ext cx="1348576" cy="190774"/>
          </a:xfrm>
          <a:custGeom>
            <a:avLst/>
            <a:gdLst>
              <a:gd name="connsiteX0" fmla="*/ 0 w 1348576"/>
              <a:gd name="connsiteY0" fmla="*/ 0 h 190774"/>
              <a:gd name="connsiteX1" fmla="*/ 374970 w 1348576"/>
              <a:gd name="connsiteY1" fmla="*/ 190774 h 190774"/>
              <a:gd name="connsiteX2" fmla="*/ 1348576 w 1348576"/>
              <a:gd name="connsiteY2" fmla="*/ 190774 h 190774"/>
              <a:gd name="connsiteX3" fmla="*/ 1348576 w 1348576"/>
              <a:gd name="connsiteY3" fmla="*/ 177617 h 190774"/>
              <a:gd name="connsiteX0" fmla="*/ 0 w 1348576"/>
              <a:gd name="connsiteY0" fmla="*/ 0 h 190774"/>
              <a:gd name="connsiteX1" fmla="*/ 374970 w 1348576"/>
              <a:gd name="connsiteY1" fmla="*/ 190774 h 190774"/>
              <a:gd name="connsiteX2" fmla="*/ 1348576 w 1348576"/>
              <a:gd name="connsiteY2" fmla="*/ 190774 h 190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48576" h="190774">
                <a:moveTo>
                  <a:pt x="0" y="0"/>
                </a:moveTo>
                <a:lnTo>
                  <a:pt x="374970" y="190774"/>
                </a:lnTo>
                <a:lnTo>
                  <a:pt x="1348576" y="190774"/>
                </a:lnTo>
              </a:path>
            </a:pathLst>
          </a:custGeom>
          <a:noFill/>
          <a:ln w="31750">
            <a:solidFill>
              <a:srgbClr val="CD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" name="Freeform 240">
            <a:extLst>
              <a:ext uri="{FF2B5EF4-FFF2-40B4-BE49-F238E27FC236}">
                <a16:creationId xmlns:a16="http://schemas.microsoft.com/office/drawing/2014/main" id="{6A4AC1EA-45FB-014E-A65A-F10B6E8D2FCC}"/>
              </a:ext>
            </a:extLst>
          </p:cNvPr>
          <p:cNvSpPr/>
          <p:nvPr/>
        </p:nvSpPr>
        <p:spPr>
          <a:xfrm flipV="1">
            <a:off x="9441126" y="3152158"/>
            <a:ext cx="1348576" cy="190774"/>
          </a:xfrm>
          <a:custGeom>
            <a:avLst/>
            <a:gdLst>
              <a:gd name="connsiteX0" fmla="*/ 0 w 1348576"/>
              <a:gd name="connsiteY0" fmla="*/ 0 h 190774"/>
              <a:gd name="connsiteX1" fmla="*/ 374970 w 1348576"/>
              <a:gd name="connsiteY1" fmla="*/ 190774 h 190774"/>
              <a:gd name="connsiteX2" fmla="*/ 1348576 w 1348576"/>
              <a:gd name="connsiteY2" fmla="*/ 190774 h 190774"/>
              <a:gd name="connsiteX3" fmla="*/ 1348576 w 1348576"/>
              <a:gd name="connsiteY3" fmla="*/ 177617 h 190774"/>
              <a:gd name="connsiteX0" fmla="*/ 0 w 1348576"/>
              <a:gd name="connsiteY0" fmla="*/ 0 h 190774"/>
              <a:gd name="connsiteX1" fmla="*/ 374970 w 1348576"/>
              <a:gd name="connsiteY1" fmla="*/ 190774 h 190774"/>
              <a:gd name="connsiteX2" fmla="*/ 1348576 w 1348576"/>
              <a:gd name="connsiteY2" fmla="*/ 190774 h 190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48576" h="190774">
                <a:moveTo>
                  <a:pt x="0" y="0"/>
                </a:moveTo>
                <a:lnTo>
                  <a:pt x="374970" y="190774"/>
                </a:lnTo>
                <a:lnTo>
                  <a:pt x="1348576" y="190774"/>
                </a:lnTo>
              </a:path>
            </a:pathLst>
          </a:custGeom>
          <a:noFill/>
          <a:ln w="31750">
            <a:solidFill>
              <a:srgbClr val="CD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8A41415-2E09-914F-B249-353A26FD167B}"/>
              </a:ext>
            </a:extLst>
          </p:cNvPr>
          <p:cNvGrpSpPr/>
          <p:nvPr/>
        </p:nvGrpSpPr>
        <p:grpSpPr>
          <a:xfrm>
            <a:off x="10236017" y="2762935"/>
            <a:ext cx="351378" cy="523220"/>
            <a:chOff x="10485997" y="1295948"/>
            <a:chExt cx="351378" cy="523220"/>
          </a:xfrm>
        </p:grpSpPr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E52F97C2-D322-E045-9AB6-784F8D7F9529}"/>
                </a:ext>
              </a:extLst>
            </p:cNvPr>
            <p:cNvSpPr/>
            <p:nvPr/>
          </p:nvSpPr>
          <p:spPr>
            <a:xfrm>
              <a:off x="10492576" y="1381467"/>
              <a:ext cx="342078" cy="342078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CD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F7B7AA05-43E1-2749-8D01-6881B6C88DEB}"/>
                </a:ext>
              </a:extLst>
            </p:cNvPr>
            <p:cNvSpPr txBox="1"/>
            <p:nvPr/>
          </p:nvSpPr>
          <p:spPr>
            <a:xfrm>
              <a:off x="10485997" y="1295948"/>
              <a:ext cx="351378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dirty="0">
                  <a:solidFill>
                    <a:srgbClr val="CD0000"/>
                  </a:solidFill>
                </a:rPr>
                <a:t>?</a:t>
              </a:r>
            </a:p>
          </p:txBody>
        </p:sp>
      </p:grpSp>
      <p:pic>
        <p:nvPicPr>
          <p:cNvPr id="12" name="Picture 11" descr="A close up of a logo&#10;&#10;Description automatically generated">
            <a:extLst>
              <a:ext uri="{FF2B5EF4-FFF2-40B4-BE49-F238E27FC236}">
                <a16:creationId xmlns:a16="http://schemas.microsoft.com/office/drawing/2014/main" id="{F6886CA6-4288-E842-A0EC-EBA7EC3D93D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02982" y="1738745"/>
            <a:ext cx="2003136" cy="1602509"/>
          </a:xfrm>
          <a:prstGeom prst="rect">
            <a:avLst/>
          </a:prstGeom>
        </p:spPr>
      </p:pic>
      <p:sp>
        <p:nvSpPr>
          <p:cNvPr id="138" name="Slide Number Placeholder 2">
            <a:extLst>
              <a:ext uri="{FF2B5EF4-FFF2-40B4-BE49-F238E27FC236}">
                <a16:creationId xmlns:a16="http://schemas.microsoft.com/office/drawing/2014/main" id="{C79354C6-01ED-3F43-B7F7-C9EDEFEC0F6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112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366560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485EE97-AD06-BD41-9630-E94559E40B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Streaming at Scale? 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A86E8D0-C9DE-F444-AF52-D64A1364D65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 sz="3200" i="1" dirty="0">
                <a:solidFill>
                  <a:srgbClr val="CC0000"/>
                </a:solidFill>
                <a:latin typeface="Gill Sans MT" charset="0"/>
                <a:ea typeface="ＭＳ Ｐゴシック" charset="-128"/>
              </a:rPr>
              <a:t>challenge: </a:t>
            </a:r>
            <a:r>
              <a:rPr lang="en-US" altLang="en-US" sz="3200" dirty="0">
                <a:solidFill>
                  <a:srgbClr val="000000"/>
                </a:solidFill>
                <a:latin typeface="Gill Sans MT" charset="0"/>
                <a:ea typeface="ＭＳ Ｐゴシック" charset="-128"/>
              </a:rPr>
              <a:t>how to stream content (selected from millions of videos) to hundreds of thousands of </a:t>
            </a:r>
            <a:r>
              <a:rPr lang="en-US" altLang="en-US" sz="3200" i="1" dirty="0">
                <a:solidFill>
                  <a:srgbClr val="000000"/>
                </a:solidFill>
                <a:latin typeface="Gill Sans MT" charset="0"/>
                <a:ea typeface="ＭＳ Ｐゴシック" charset="-128"/>
              </a:rPr>
              <a:t>simultaneous</a:t>
            </a:r>
            <a:r>
              <a:rPr lang="en-US" altLang="en-US" sz="3200" dirty="0">
                <a:solidFill>
                  <a:srgbClr val="000000"/>
                </a:solidFill>
                <a:latin typeface="Gill Sans MT" charset="0"/>
                <a:ea typeface="ＭＳ Ｐゴシック" charset="-128"/>
              </a:rPr>
              <a:t> users?</a:t>
            </a:r>
          </a:p>
          <a:p>
            <a:r>
              <a:rPr lang="en-US" altLang="en-US" sz="3200" i="1" dirty="0">
                <a:solidFill>
                  <a:srgbClr val="CC0000"/>
                </a:solidFill>
                <a:latin typeface="Gill Sans MT" charset="0"/>
                <a:ea typeface="ＭＳ Ｐゴシック" charset="-128"/>
              </a:rPr>
              <a:t>Answer: content distribution networks (CDNs)</a:t>
            </a:r>
          </a:p>
          <a:p>
            <a:pPr lvl="1"/>
            <a:r>
              <a:rPr lang="en-US" altLang="en-US" sz="2800" i="1" dirty="0">
                <a:solidFill>
                  <a:srgbClr val="CC0000"/>
                </a:solidFill>
                <a:latin typeface="Gill Sans MT" charset="0"/>
                <a:ea typeface="ＭＳ Ｐゴシック" charset="-128"/>
              </a:rPr>
              <a:t>Cache in the middle or edge of the Internet</a:t>
            </a:r>
          </a:p>
          <a:p>
            <a:pPr lvl="1"/>
            <a:r>
              <a:rPr lang="en-US" altLang="en-US" sz="2800" i="1" dirty="0">
                <a:latin typeface="Gill Sans MT" charset="0"/>
                <a:ea typeface="ＭＳ Ｐゴシック" charset="-128"/>
              </a:rPr>
              <a:t>Optional: read 2.6.3 and 2.6.4</a:t>
            </a:r>
          </a:p>
          <a:p>
            <a:pPr lvl="1"/>
            <a:endParaRPr lang="en-US" altLang="en-US" sz="2800" i="1" dirty="0">
              <a:latin typeface="Gill Sans MT" charset="0"/>
              <a:ea typeface="ＭＳ Ｐゴシック" charset="-128"/>
            </a:endParaRPr>
          </a:p>
          <a:p>
            <a:r>
              <a:rPr lang="en-US" sz="3200" dirty="0"/>
              <a:t>Used by almost all the video streaming companies, e.g. </a:t>
            </a:r>
            <a:r>
              <a:rPr lang="en-US" sz="3200" dirty="0" err="1"/>
              <a:t>Youtube</a:t>
            </a:r>
            <a:r>
              <a:rPr lang="en-US" sz="3200" dirty="0"/>
              <a:t>, </a:t>
            </a:r>
            <a:r>
              <a:rPr lang="en-US" altLang="en-US" sz="3200" dirty="0">
                <a:ea typeface="ＭＳ Ｐゴシック" charset="-128"/>
              </a:rPr>
              <a:t>Netflix, </a:t>
            </a:r>
          </a:p>
          <a:p>
            <a:endParaRPr lang="en-US" altLang="en-US" dirty="0">
              <a:solidFill>
                <a:srgbClr val="000000"/>
              </a:solidFill>
              <a:latin typeface="Gill Sans MT" charset="0"/>
              <a:ea typeface="ＭＳ Ｐゴシック" charset="-128"/>
            </a:endParaRPr>
          </a:p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E9869A2-D574-7C4E-8DE9-EAF65F6BE41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sz="1200" kern="1200">
                <a:solidFill>
                  <a:schemeClr val="tx1"/>
                </a:solidFill>
                <a:latin typeface="Tahoma" charset="0"/>
                <a:ea typeface="ＭＳ Ｐゴシック" charset="0"/>
                <a:cs typeface="ＭＳ Ｐゴシック" charset="0"/>
              </a:defRPr>
            </a:lvl1pPr>
            <a:lvl2pPr marL="4572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2pPr>
            <a:lvl3pPr marL="9144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3pPr>
            <a:lvl4pPr marL="1371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4pPr>
            <a:lvl5pPr marL="18288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5pPr>
            <a:lvl6pPr marL="22860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6pPr>
            <a:lvl7pPr marL="27432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7pPr>
            <a:lvl8pPr marL="32004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8pPr>
            <a:lvl9pPr marL="3657600" algn="l" defTabSz="457200" rtl="0" eaLnBrk="1" latinLnBrk="0" hangingPunct="1">
              <a:defRPr sz="20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9pPr>
          </a:lstStyle>
          <a:p>
            <a:pPr>
              <a:defRPr/>
            </a:pPr>
            <a:endParaRPr lang="en-US"/>
          </a:p>
          <a:p>
            <a:pPr>
              <a:defRPr/>
            </a:pPr>
            <a:fld id="{EA4DE36C-4767-D04B-8BF6-480838CCF4A8}" type="slidenum">
              <a:rPr lang="en-US" smtClean="0"/>
              <a:pPr>
                <a:defRPr/>
              </a:pPr>
              <a:t>113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0979144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Content distribution </a:t>
            </a:r>
            <a:r>
              <a:rPr lang="en-US" altLang="en-US" dirty="0">
                <a:ea typeface="ＭＳ Ｐゴシック" panose="020B0600070205080204" pitchFamily="34" charset="-128"/>
              </a:rPr>
              <a:t>n</a:t>
            </a:r>
            <a:r>
              <a:rPr lang="en-US" altLang="en-US" sz="4400" dirty="0">
                <a:ea typeface="ＭＳ Ｐゴシック" panose="020B0600070205080204" pitchFamily="34" charset="-128"/>
              </a:rPr>
              <a:t>etworks (CDNs)</a:t>
            </a:r>
          </a:p>
        </p:txBody>
      </p:sp>
      <p:sp>
        <p:nvSpPr>
          <p:cNvPr id="59" name="Rectangle 3">
            <a:extLst>
              <a:ext uri="{FF2B5EF4-FFF2-40B4-BE49-F238E27FC236}">
                <a16:creationId xmlns:a16="http://schemas.microsoft.com/office/drawing/2014/main" id="{A251E4DB-D295-254B-882D-9EE91FD48D8F}"/>
              </a:ext>
            </a:extLst>
          </p:cNvPr>
          <p:cNvSpPr txBox="1">
            <a:spLocks noChangeArrowheads="1"/>
          </p:cNvSpPr>
          <p:nvPr/>
        </p:nvSpPr>
        <p:spPr>
          <a:xfrm>
            <a:off x="1013029" y="1454599"/>
            <a:ext cx="10515599" cy="50530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challenge: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how to stream content (selected from millions of videos) to hundreds of thousands of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simultaneous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users?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8044D9F7-CD89-AB45-B6F9-16C59524F86C}"/>
              </a:ext>
            </a:extLst>
          </p:cNvPr>
          <p:cNvSpPr txBox="1">
            <a:spLocks noChangeArrowheads="1"/>
          </p:cNvSpPr>
          <p:nvPr/>
        </p:nvSpPr>
        <p:spPr>
          <a:xfrm>
            <a:off x="1010693" y="2685802"/>
            <a:ext cx="5831541" cy="2508643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option 1: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single, large “mega-server”</a:t>
            </a:r>
          </a:p>
          <a:p>
            <a:pPr marL="681038" marR="0" lvl="1" indent="-2238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single point of failure</a:t>
            </a:r>
          </a:p>
          <a:p>
            <a:pPr marL="681038" marR="0" lvl="1" indent="-2238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point of network congestion</a:t>
            </a:r>
          </a:p>
          <a:p>
            <a:pPr marL="681038" marR="0" lvl="1" indent="-2238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long (and possibly congested) path to distant clients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207B8273-3CDB-5A4C-BCB0-5458A1560072}"/>
              </a:ext>
            </a:extLst>
          </p:cNvPr>
          <p:cNvSpPr txBox="1">
            <a:spLocks noChangeArrowheads="1"/>
          </p:cNvSpPr>
          <p:nvPr/>
        </p:nvSpPr>
        <p:spPr>
          <a:xfrm>
            <a:off x="894495" y="5517758"/>
            <a:ext cx="10515599" cy="8322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….quite simply: this solution </a:t>
            </a:r>
            <a:r>
              <a:rPr kumimoji="0" lang="en-US" altLang="en-US" sz="3200" b="0" i="1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doesn</a:t>
            </a:r>
            <a:r>
              <a:rPr kumimoji="0" lang="fr-FR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’</a:t>
            </a:r>
            <a:r>
              <a:rPr kumimoji="0" lang="en-US" altLang="ja-JP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 scale</a:t>
            </a:r>
          </a:p>
          <a:p>
            <a:pPr marL="681038" marR="0" lvl="1" indent="-2238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id="{570D28A7-7536-C148-9DF7-A474F521448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114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671694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Content distribution </a:t>
            </a:r>
            <a:r>
              <a:rPr lang="en-US" altLang="en-US" dirty="0">
                <a:ea typeface="ＭＳ Ｐゴシック" panose="020B0600070205080204" pitchFamily="34" charset="-128"/>
              </a:rPr>
              <a:t>n</a:t>
            </a:r>
            <a:r>
              <a:rPr lang="en-US" altLang="en-US" sz="4400" dirty="0">
                <a:ea typeface="ＭＳ Ｐゴシック" panose="020B0600070205080204" pitchFamily="34" charset="-128"/>
              </a:rPr>
              <a:t>etworks (CDNs)</a:t>
            </a:r>
          </a:p>
        </p:txBody>
      </p:sp>
      <p:sp>
        <p:nvSpPr>
          <p:cNvPr id="59" name="Rectangle 3">
            <a:extLst>
              <a:ext uri="{FF2B5EF4-FFF2-40B4-BE49-F238E27FC236}">
                <a16:creationId xmlns:a16="http://schemas.microsoft.com/office/drawing/2014/main" id="{A251E4DB-D295-254B-882D-9EE91FD48D8F}"/>
              </a:ext>
            </a:extLst>
          </p:cNvPr>
          <p:cNvSpPr txBox="1">
            <a:spLocks noChangeArrowheads="1"/>
          </p:cNvSpPr>
          <p:nvPr/>
        </p:nvSpPr>
        <p:spPr>
          <a:xfrm>
            <a:off x="1013029" y="1454599"/>
            <a:ext cx="10515599" cy="535361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challenge: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how to stream content (selected from millions of videos) to hundreds of thousands of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simultaneous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users?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48130" name="Picture 2" descr="Limelight Networks">
            <a:extLst>
              <a:ext uri="{FF2B5EF4-FFF2-40B4-BE49-F238E27FC236}">
                <a16:creationId xmlns:a16="http://schemas.microsoft.com/office/drawing/2014/main" id="{A3065E66-FEC7-2E49-8807-DCF5473C92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20180" y="5450903"/>
            <a:ext cx="3162300" cy="698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Rectangle 3">
            <a:extLst>
              <a:ext uri="{FF2B5EF4-FFF2-40B4-BE49-F238E27FC236}">
                <a16:creationId xmlns:a16="http://schemas.microsoft.com/office/drawing/2014/main" id="{D76CBC50-4E28-E24C-84D3-3E63230986B4}"/>
              </a:ext>
            </a:extLst>
          </p:cNvPr>
          <p:cNvSpPr txBox="1">
            <a:spLocks noChangeArrowheads="1"/>
          </p:cNvSpPr>
          <p:nvPr/>
        </p:nvSpPr>
        <p:spPr>
          <a:xfrm>
            <a:off x="804333" y="3569967"/>
            <a:ext cx="10027722" cy="189928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enter deep: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push CDN servers deep into many access networks </a:t>
            </a:r>
          </a:p>
          <a:p>
            <a:pPr marL="1143000" marR="0" lvl="2" indent="-22860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close to users</a:t>
            </a:r>
          </a:p>
          <a:p>
            <a:pPr marL="1143000" marR="0" lvl="2" indent="-22860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Akamai: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240,000 servers deployed </a:t>
            </a:r>
          </a:p>
          <a:p>
            <a:pPr marL="914400" marR="0" lvl="2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None/>
              <a:tabLst/>
              <a:defRPr/>
            </a:pPr>
            <a:r>
              <a:rPr lang="en-US" sz="2400" dirty="0">
                <a:solidFill>
                  <a:prstClr val="black"/>
                </a:solidFill>
                <a:latin typeface="Calibri" panose="020F0502020204030204"/>
              </a:rPr>
              <a:t>  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 &gt; 120 countries (2015)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48132" name="Picture 4" descr="Image result for akamai logo">
            <a:extLst>
              <a:ext uri="{FF2B5EF4-FFF2-40B4-BE49-F238E27FC236}">
                <a16:creationId xmlns:a16="http://schemas.microsoft.com/office/drawing/2014/main" id="{93C9C7F3-5C9B-6B47-8777-2D7282FAEA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20180" y="4361465"/>
            <a:ext cx="1886155" cy="7662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Rectangle 3">
            <a:extLst>
              <a:ext uri="{FF2B5EF4-FFF2-40B4-BE49-F238E27FC236}">
                <a16:creationId xmlns:a16="http://schemas.microsoft.com/office/drawing/2014/main" id="{6D604A88-D269-3D45-A9EC-60CC071F92E6}"/>
              </a:ext>
            </a:extLst>
          </p:cNvPr>
          <p:cNvSpPr txBox="1">
            <a:spLocks noChangeArrowheads="1"/>
          </p:cNvSpPr>
          <p:nvPr/>
        </p:nvSpPr>
        <p:spPr>
          <a:xfrm>
            <a:off x="976811" y="2027274"/>
            <a:ext cx="10515599" cy="156897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option 2: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store/serve multiple copies of videos at multiple geographically distributed sites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(CDN)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BF6948A4-CBD7-934C-8264-52F2841557C0}"/>
              </a:ext>
            </a:extLst>
          </p:cNvPr>
          <p:cNvSpPr txBox="1">
            <a:spLocks noChangeArrowheads="1"/>
          </p:cNvSpPr>
          <p:nvPr/>
        </p:nvSpPr>
        <p:spPr>
          <a:xfrm>
            <a:off x="812910" y="4953442"/>
            <a:ext cx="7025245" cy="133718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bring home: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smaller number (10’s) of larger clusters in POPs near access nets</a:t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used by Limelight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681038" marR="0" lvl="1" indent="-2238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" name="Slide Number Placeholder 2">
            <a:extLst>
              <a:ext uri="{FF2B5EF4-FFF2-40B4-BE49-F238E27FC236}">
                <a16:creationId xmlns:a16="http://schemas.microsoft.com/office/drawing/2014/main" id="{D474FA8A-D529-F648-AC28-8634041068D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115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736988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48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48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10" grpId="0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>
            <a:extLst>
              <a:ext uri="{FF2B5EF4-FFF2-40B4-BE49-F238E27FC236}">
                <a16:creationId xmlns:a16="http://schemas.microsoft.com/office/drawing/2014/main" id="{05CB5D98-8FAE-8041-ADCD-FC2907B3D45D}"/>
              </a:ext>
            </a:extLst>
          </p:cNvPr>
          <p:cNvGrpSpPr>
            <a:grpSpLocks/>
          </p:cNvGrpSpPr>
          <p:nvPr/>
        </p:nvGrpSpPr>
        <p:grpSpPr bwMode="auto">
          <a:xfrm>
            <a:off x="3201988" y="3854450"/>
            <a:ext cx="347662" cy="681038"/>
            <a:chOff x="7923189" y="2486664"/>
            <a:chExt cx="360377" cy="884585"/>
          </a:xfrm>
        </p:grpSpPr>
        <p:pic>
          <p:nvPicPr>
            <p:cNvPr id="212606" name="Picture 3">
              <a:extLst>
                <a:ext uri="{FF2B5EF4-FFF2-40B4-BE49-F238E27FC236}">
                  <a16:creationId xmlns:a16="http://schemas.microsoft.com/office/drawing/2014/main" id="{93B880F3-6ED0-DC49-91FB-DD77B9BC3A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607" name="Group 950">
              <a:extLst>
                <a:ext uri="{FF2B5EF4-FFF2-40B4-BE49-F238E27FC236}">
                  <a16:creationId xmlns:a16="http://schemas.microsoft.com/office/drawing/2014/main" id="{63E65803-F64E-964C-BB0E-AC02BE2652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608" name="Freeform 951">
                <a:extLst>
                  <a:ext uri="{FF2B5EF4-FFF2-40B4-BE49-F238E27FC236}">
                    <a16:creationId xmlns:a16="http://schemas.microsoft.com/office/drawing/2014/main" id="{CFF7ED6D-0989-344B-AE4C-20DA03C91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09" name="Rectangle 952">
                <a:extLst>
                  <a:ext uri="{FF2B5EF4-FFF2-40B4-BE49-F238E27FC236}">
                    <a16:creationId xmlns:a16="http://schemas.microsoft.com/office/drawing/2014/main" id="{941BE1AF-5E27-B647-BA9C-B3EE5B9C1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0" name="Freeform 953">
                <a:extLst>
                  <a:ext uri="{FF2B5EF4-FFF2-40B4-BE49-F238E27FC236}">
                    <a16:creationId xmlns:a16="http://schemas.microsoft.com/office/drawing/2014/main" id="{50AD6637-E4A0-0942-BBC1-F02D41C1E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1" name="Freeform 954">
                <a:extLst>
                  <a:ext uri="{FF2B5EF4-FFF2-40B4-BE49-F238E27FC236}">
                    <a16:creationId xmlns:a16="http://schemas.microsoft.com/office/drawing/2014/main" id="{67DBE244-4946-4D42-BC84-2F3267DF9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2" name="Rectangle 955">
                <a:extLst>
                  <a:ext uri="{FF2B5EF4-FFF2-40B4-BE49-F238E27FC236}">
                    <a16:creationId xmlns:a16="http://schemas.microsoft.com/office/drawing/2014/main" id="{DD82E102-0A0D-0346-8F3B-B698E52017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613" name="Group 956">
                <a:extLst>
                  <a:ext uri="{FF2B5EF4-FFF2-40B4-BE49-F238E27FC236}">
                    <a16:creationId xmlns:a16="http://schemas.microsoft.com/office/drawing/2014/main" id="{80F347B8-7A32-C349-B708-CA539685CF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638" name="AutoShape 957">
                  <a:extLst>
                    <a:ext uri="{FF2B5EF4-FFF2-40B4-BE49-F238E27FC236}">
                      <a16:creationId xmlns:a16="http://schemas.microsoft.com/office/drawing/2014/main" id="{6EBE3CF4-E2AE-F04F-8673-94548E0066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39" name="AutoShape 958">
                  <a:extLst>
                    <a:ext uri="{FF2B5EF4-FFF2-40B4-BE49-F238E27FC236}">
                      <a16:creationId xmlns:a16="http://schemas.microsoft.com/office/drawing/2014/main" id="{C6074E49-AF32-2D40-A2B2-E8FFE4B088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614" name="Rectangle 959">
                <a:extLst>
                  <a:ext uri="{FF2B5EF4-FFF2-40B4-BE49-F238E27FC236}">
                    <a16:creationId xmlns:a16="http://schemas.microsoft.com/office/drawing/2014/main" id="{8666B075-7D41-A948-B062-3213757512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615" name="Group 960">
                <a:extLst>
                  <a:ext uri="{FF2B5EF4-FFF2-40B4-BE49-F238E27FC236}">
                    <a16:creationId xmlns:a16="http://schemas.microsoft.com/office/drawing/2014/main" id="{85FAAB2E-96E2-C24D-A075-A1108BD297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636" name="AutoShape 961">
                  <a:extLst>
                    <a:ext uri="{FF2B5EF4-FFF2-40B4-BE49-F238E27FC236}">
                      <a16:creationId xmlns:a16="http://schemas.microsoft.com/office/drawing/2014/main" id="{CF9C08E5-68D5-1F42-B433-F7983B2613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37" name="AutoShape 962">
                  <a:extLst>
                    <a:ext uri="{FF2B5EF4-FFF2-40B4-BE49-F238E27FC236}">
                      <a16:creationId xmlns:a16="http://schemas.microsoft.com/office/drawing/2014/main" id="{F8BBFFC8-9C86-1A4E-8626-6114E9D618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616" name="Rectangle 963">
                <a:extLst>
                  <a:ext uri="{FF2B5EF4-FFF2-40B4-BE49-F238E27FC236}">
                    <a16:creationId xmlns:a16="http://schemas.microsoft.com/office/drawing/2014/main" id="{5E1DE06F-7558-B246-BCD0-52A050D14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7" name="Rectangle 964">
                <a:extLst>
                  <a:ext uri="{FF2B5EF4-FFF2-40B4-BE49-F238E27FC236}">
                    <a16:creationId xmlns:a16="http://schemas.microsoft.com/office/drawing/2014/main" id="{70D6CE1F-E113-5D41-9A3A-2842A6254A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618" name="Group 965">
                <a:extLst>
                  <a:ext uri="{FF2B5EF4-FFF2-40B4-BE49-F238E27FC236}">
                    <a16:creationId xmlns:a16="http://schemas.microsoft.com/office/drawing/2014/main" id="{B90C6F47-1D9F-4348-84E4-01F62A019C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634" name="AutoShape 966">
                  <a:extLst>
                    <a:ext uri="{FF2B5EF4-FFF2-40B4-BE49-F238E27FC236}">
                      <a16:creationId xmlns:a16="http://schemas.microsoft.com/office/drawing/2014/main" id="{CB10DABD-7546-744C-A06D-EA9FF9EC1B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35" name="AutoShape 967">
                  <a:extLst>
                    <a:ext uri="{FF2B5EF4-FFF2-40B4-BE49-F238E27FC236}">
                      <a16:creationId xmlns:a16="http://schemas.microsoft.com/office/drawing/2014/main" id="{ADB1BD53-ABF1-5942-A55A-B9B4B99243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619" name="Freeform 968">
                <a:extLst>
                  <a:ext uri="{FF2B5EF4-FFF2-40B4-BE49-F238E27FC236}">
                    <a16:creationId xmlns:a16="http://schemas.microsoft.com/office/drawing/2014/main" id="{07D342AA-4A74-8945-B203-9C7B67381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620" name="Group 969">
                <a:extLst>
                  <a:ext uri="{FF2B5EF4-FFF2-40B4-BE49-F238E27FC236}">
                    <a16:creationId xmlns:a16="http://schemas.microsoft.com/office/drawing/2014/main" id="{955A2A18-772E-8E43-8ACE-484F7BC123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632" name="AutoShape 970">
                  <a:extLst>
                    <a:ext uri="{FF2B5EF4-FFF2-40B4-BE49-F238E27FC236}">
                      <a16:creationId xmlns:a16="http://schemas.microsoft.com/office/drawing/2014/main" id="{C7944BB8-BC67-7C4A-9AB3-D92740B9D8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33" name="AutoShape 971">
                  <a:extLst>
                    <a:ext uri="{FF2B5EF4-FFF2-40B4-BE49-F238E27FC236}">
                      <a16:creationId xmlns:a16="http://schemas.microsoft.com/office/drawing/2014/main" id="{BE6BAF4F-AD6E-AE4A-B3D9-D9F40D477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621" name="Rectangle 972">
                <a:extLst>
                  <a:ext uri="{FF2B5EF4-FFF2-40B4-BE49-F238E27FC236}">
                    <a16:creationId xmlns:a16="http://schemas.microsoft.com/office/drawing/2014/main" id="{8DAB0AD2-2D0C-3148-8CDF-1DFB5C045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2" name="Freeform 973">
                <a:extLst>
                  <a:ext uri="{FF2B5EF4-FFF2-40B4-BE49-F238E27FC236}">
                    <a16:creationId xmlns:a16="http://schemas.microsoft.com/office/drawing/2014/main" id="{C6389979-2F5F-0E4F-89BF-9B568B356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3" name="Freeform 974">
                <a:extLst>
                  <a:ext uri="{FF2B5EF4-FFF2-40B4-BE49-F238E27FC236}">
                    <a16:creationId xmlns:a16="http://schemas.microsoft.com/office/drawing/2014/main" id="{A9138F55-45C7-8F49-A5F3-298032172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4" name="Oval 975">
                <a:extLst>
                  <a:ext uri="{FF2B5EF4-FFF2-40B4-BE49-F238E27FC236}">
                    <a16:creationId xmlns:a16="http://schemas.microsoft.com/office/drawing/2014/main" id="{C60910A5-106D-AF44-BC6D-021AA9E6E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5" name="Freeform 976">
                <a:extLst>
                  <a:ext uri="{FF2B5EF4-FFF2-40B4-BE49-F238E27FC236}">
                    <a16:creationId xmlns:a16="http://schemas.microsoft.com/office/drawing/2014/main" id="{59E65F19-263A-0640-A0A4-99E16179E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6" name="AutoShape 977">
                <a:extLst>
                  <a:ext uri="{FF2B5EF4-FFF2-40B4-BE49-F238E27FC236}">
                    <a16:creationId xmlns:a16="http://schemas.microsoft.com/office/drawing/2014/main" id="{B4E70DA1-717F-6346-B36E-32B32E690E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7" name="AutoShape 978">
                <a:extLst>
                  <a:ext uri="{FF2B5EF4-FFF2-40B4-BE49-F238E27FC236}">
                    <a16:creationId xmlns:a16="http://schemas.microsoft.com/office/drawing/2014/main" id="{3C9B3FC7-307A-C04C-8110-86E6D54B78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8" name="Oval 979">
                <a:extLst>
                  <a:ext uri="{FF2B5EF4-FFF2-40B4-BE49-F238E27FC236}">
                    <a16:creationId xmlns:a16="http://schemas.microsoft.com/office/drawing/2014/main" id="{D4E099B1-3CFA-E643-AEA7-8E5FA2C22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9" name="Oval 980">
                <a:extLst>
                  <a:ext uri="{FF2B5EF4-FFF2-40B4-BE49-F238E27FC236}">
                    <a16:creationId xmlns:a16="http://schemas.microsoft.com/office/drawing/2014/main" id="{DEFBEEB8-6061-8B44-B42A-26E9E262F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30" name="Oval 981">
                <a:extLst>
                  <a:ext uri="{FF2B5EF4-FFF2-40B4-BE49-F238E27FC236}">
                    <a16:creationId xmlns:a16="http://schemas.microsoft.com/office/drawing/2014/main" id="{181687A3-7F73-B845-B099-940B8BF5E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31" name="Rectangle 982">
                <a:extLst>
                  <a:ext uri="{FF2B5EF4-FFF2-40B4-BE49-F238E27FC236}">
                    <a16:creationId xmlns:a16="http://schemas.microsoft.com/office/drawing/2014/main" id="{4172238F-B7EC-A349-8B4B-54B820A7C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211972" name="Group 485">
            <a:extLst>
              <a:ext uri="{FF2B5EF4-FFF2-40B4-BE49-F238E27FC236}">
                <a16:creationId xmlns:a16="http://schemas.microsoft.com/office/drawing/2014/main" id="{7FD56F01-D99A-C54E-BADA-142C8FA4142A}"/>
              </a:ext>
            </a:extLst>
          </p:cNvPr>
          <p:cNvGrpSpPr>
            <a:grpSpLocks/>
          </p:cNvGrpSpPr>
          <p:nvPr/>
        </p:nvGrpSpPr>
        <p:grpSpPr bwMode="auto">
          <a:xfrm>
            <a:off x="2644455" y="3773226"/>
            <a:ext cx="7044059" cy="2764362"/>
            <a:chOff x="399121" y="1433583"/>
            <a:chExt cx="8437850" cy="5258268"/>
          </a:xfrm>
        </p:grpSpPr>
        <p:sp>
          <p:nvSpPr>
            <p:cNvPr id="212306" name="Freeform 84">
              <a:extLst>
                <a:ext uri="{FF2B5EF4-FFF2-40B4-BE49-F238E27FC236}">
                  <a16:creationId xmlns:a16="http://schemas.microsoft.com/office/drawing/2014/main" id="{5B25B412-8CCF-6E45-90E6-042E50284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539" y="224138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07" name="Freeform 84">
              <a:extLst>
                <a:ext uri="{FF2B5EF4-FFF2-40B4-BE49-F238E27FC236}">
                  <a16:creationId xmlns:a16="http://schemas.microsoft.com/office/drawing/2014/main" id="{6C24F7A6-9392-1A46-841F-34C36E8A2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683" y="304142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08" name="Freeform 84">
              <a:extLst>
                <a:ext uri="{FF2B5EF4-FFF2-40B4-BE49-F238E27FC236}">
                  <a16:creationId xmlns:a16="http://schemas.microsoft.com/office/drawing/2014/main" id="{21137469-6038-DB4E-A0AA-0241DA206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4646" y="249536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09" name="Freeform 84">
              <a:extLst>
                <a:ext uri="{FF2B5EF4-FFF2-40B4-BE49-F238E27FC236}">
                  <a16:creationId xmlns:a16="http://schemas.microsoft.com/office/drawing/2014/main" id="{95144D54-2789-AA43-A3BF-D8E54A59D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260" y="535264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0" name="Freeform 84">
              <a:extLst>
                <a:ext uri="{FF2B5EF4-FFF2-40B4-BE49-F238E27FC236}">
                  <a16:creationId xmlns:a16="http://schemas.microsoft.com/office/drawing/2014/main" id="{7712001E-BBEF-5F4C-B5A1-80E20C76B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104" y="473039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1" name="Freeform 84">
              <a:extLst>
                <a:ext uri="{FF2B5EF4-FFF2-40B4-BE49-F238E27FC236}">
                  <a16:creationId xmlns:a16="http://schemas.microsoft.com/office/drawing/2014/main" id="{5A658EE5-8AEE-1244-AEC6-E8A90304A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473" y="4070041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2" name="Freeform 84">
              <a:extLst>
                <a:ext uri="{FF2B5EF4-FFF2-40B4-BE49-F238E27FC236}">
                  <a16:creationId xmlns:a16="http://schemas.microsoft.com/office/drawing/2014/main" id="{AE82A2B8-7FBA-7544-8664-9B7685403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4047" y="2927129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3" name="Freeform 84">
              <a:extLst>
                <a:ext uri="{FF2B5EF4-FFF2-40B4-BE49-F238E27FC236}">
                  <a16:creationId xmlns:a16="http://schemas.microsoft.com/office/drawing/2014/main" id="{51E69F33-32F0-A141-89E8-3BB975856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955" y="200010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4" name="Freeform 84">
              <a:extLst>
                <a:ext uri="{FF2B5EF4-FFF2-40B4-BE49-F238E27FC236}">
                  <a16:creationId xmlns:a16="http://schemas.microsoft.com/office/drawing/2014/main" id="{A1B980C1-30C9-3D46-AD9F-F49314DC0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735" y="2647751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5" name="Freeform 84">
              <a:extLst>
                <a:ext uri="{FF2B5EF4-FFF2-40B4-BE49-F238E27FC236}">
                  <a16:creationId xmlns:a16="http://schemas.microsoft.com/office/drawing/2014/main" id="{64ADF263-5177-6243-8427-FD946E4F7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478" y="197470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6" name="Freeform 84">
              <a:extLst>
                <a:ext uri="{FF2B5EF4-FFF2-40B4-BE49-F238E27FC236}">
                  <a16:creationId xmlns:a16="http://schemas.microsoft.com/office/drawing/2014/main" id="{8DAEAF03-797C-6A49-A948-2C18D04B0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1590" y="560662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7" name="Freeform 84">
              <a:extLst>
                <a:ext uri="{FF2B5EF4-FFF2-40B4-BE49-F238E27FC236}">
                  <a16:creationId xmlns:a16="http://schemas.microsoft.com/office/drawing/2014/main" id="{3F2175B4-EBB0-BD4A-8B5D-6585D56B3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9903" y="495897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8" name="Freeform 84">
              <a:extLst>
                <a:ext uri="{FF2B5EF4-FFF2-40B4-BE49-F238E27FC236}">
                  <a16:creationId xmlns:a16="http://schemas.microsoft.com/office/drawing/2014/main" id="{421ACAA6-05EC-7E46-A062-4CB9911C4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272" y="404464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9" name="Freeform 84">
              <a:extLst>
                <a:ext uri="{FF2B5EF4-FFF2-40B4-BE49-F238E27FC236}">
                  <a16:creationId xmlns:a16="http://schemas.microsoft.com/office/drawing/2014/main" id="{A5F0FAE4-AE20-7745-984A-C9A2F19C8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089" y="5847904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20" name="Freeform 84">
              <a:extLst>
                <a:ext uri="{FF2B5EF4-FFF2-40B4-BE49-F238E27FC236}">
                  <a16:creationId xmlns:a16="http://schemas.microsoft.com/office/drawing/2014/main" id="{F1306984-B2C0-634F-B53A-1F62E1A8E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566" y="598759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21" name="Freeform 84">
              <a:extLst>
                <a:ext uri="{FF2B5EF4-FFF2-40B4-BE49-F238E27FC236}">
                  <a16:creationId xmlns:a16="http://schemas.microsoft.com/office/drawing/2014/main" id="{06334E65-5FB7-8645-84B2-14655241B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202" y="5835205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22" name="TextBox 4">
              <a:extLst>
                <a:ext uri="{FF2B5EF4-FFF2-40B4-BE49-F238E27FC236}">
                  <a16:creationId xmlns:a16="http://schemas.microsoft.com/office/drawing/2014/main" id="{68F6A953-C774-D140-BF5F-03B7AE5669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07360">
              <a:off x="5241475" y="1433583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3" name="TextBox 179">
              <a:extLst>
                <a:ext uri="{FF2B5EF4-FFF2-40B4-BE49-F238E27FC236}">
                  <a16:creationId xmlns:a16="http://schemas.microsoft.com/office/drawing/2014/main" id="{67D4903A-9B4E-E042-88F2-C9DCB59FA1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390643" y="3033433"/>
              <a:ext cx="1034280" cy="626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4" name="TextBox 180">
              <a:extLst>
                <a:ext uri="{FF2B5EF4-FFF2-40B4-BE49-F238E27FC236}">
                  <a16:creationId xmlns:a16="http://schemas.microsoft.com/office/drawing/2014/main" id="{2CE764A2-A3E7-4F41-B73B-A36B8CE5E8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341242" y="5649524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5" name="TextBox 181">
              <a:extLst>
                <a:ext uri="{FF2B5EF4-FFF2-40B4-BE49-F238E27FC236}">
                  <a16:creationId xmlns:a16="http://schemas.microsoft.com/office/drawing/2014/main" id="{5D6F55F3-40F8-0C4B-B878-9FE1477922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1651262">
              <a:off x="2063761" y="5696601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6" name="TextBox 182">
              <a:extLst>
                <a:ext uri="{FF2B5EF4-FFF2-40B4-BE49-F238E27FC236}">
                  <a16:creationId xmlns:a16="http://schemas.microsoft.com/office/drawing/2014/main" id="{69EE839B-5668-7040-A29F-4F42B05CBC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607303">
              <a:off x="195355" y="3660810"/>
              <a:ext cx="1034280" cy="626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7" name="TextBox 183">
              <a:extLst>
                <a:ext uri="{FF2B5EF4-FFF2-40B4-BE49-F238E27FC236}">
                  <a16:creationId xmlns:a16="http://schemas.microsoft.com/office/drawing/2014/main" id="{911FE559-513C-B14A-B4DD-3A30631868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1079349">
              <a:off x="2482309" y="1498435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grpSp>
          <p:nvGrpSpPr>
            <p:cNvPr id="212328" name="Group 8">
              <a:extLst>
                <a:ext uri="{FF2B5EF4-FFF2-40B4-BE49-F238E27FC236}">
                  <a16:creationId xmlns:a16="http://schemas.microsoft.com/office/drawing/2014/main" id="{AF6A6FCC-5EED-C043-95CA-8F6767B5ED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6600" y="3746500"/>
              <a:ext cx="3225800" cy="1117600"/>
              <a:chOff x="7848600" y="2044700"/>
              <a:chExt cx="3200399" cy="1371600"/>
            </a:xfrm>
          </p:grpSpPr>
          <p:sp>
            <p:nvSpPr>
              <p:cNvPr id="212524" name="Oval 3">
                <a:extLst>
                  <a:ext uri="{FF2B5EF4-FFF2-40B4-BE49-F238E27FC236}">
                    <a16:creationId xmlns:a16="http://schemas.microsoft.com/office/drawing/2014/main" id="{DF5AE295-89EC-864E-B878-506BA61F7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rgbClr val="3C6C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525" name="Group 133">
                <a:extLst>
                  <a:ext uri="{FF2B5EF4-FFF2-40B4-BE49-F238E27FC236}">
                    <a16:creationId xmlns:a16="http://schemas.microsoft.com/office/drawing/2014/main" id="{A3AF6952-D0EF-1B43-A48E-CA9F58CEC4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2598" name="Oval 407">
                  <a:extLst>
                    <a:ext uri="{FF2B5EF4-FFF2-40B4-BE49-F238E27FC236}">
                      <a16:creationId xmlns:a16="http://schemas.microsoft.com/office/drawing/2014/main" id="{ACDC49F7-2E63-6B46-9419-745D44E639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99" name="Rectangle 410">
                  <a:extLst>
                    <a:ext uri="{FF2B5EF4-FFF2-40B4-BE49-F238E27FC236}">
                      <a16:creationId xmlns:a16="http://schemas.microsoft.com/office/drawing/2014/main" id="{D59600F9-BA01-C64E-B0D7-5D9D49BE01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00" name="Oval 411">
                  <a:extLst>
                    <a:ext uri="{FF2B5EF4-FFF2-40B4-BE49-F238E27FC236}">
                      <a16:creationId xmlns:a16="http://schemas.microsoft.com/office/drawing/2014/main" id="{AF12B2E2-7F1A-1F43-9981-4519A60C05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601" name="Group 137">
                  <a:extLst>
                    <a:ext uri="{FF2B5EF4-FFF2-40B4-BE49-F238E27FC236}">
                      <a16:creationId xmlns:a16="http://schemas.microsoft.com/office/drawing/2014/main" id="{E25BFB8E-9DBA-5743-838B-1F06ACAB3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604" name="Freeform 138">
                    <a:extLst>
                      <a:ext uri="{FF2B5EF4-FFF2-40B4-BE49-F238E27FC236}">
                        <a16:creationId xmlns:a16="http://schemas.microsoft.com/office/drawing/2014/main" id="{C25BC153-5A6E-BD49-83E0-31E1383036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605" name="Freeform 139">
                    <a:extLst>
                      <a:ext uri="{FF2B5EF4-FFF2-40B4-BE49-F238E27FC236}">
                        <a16:creationId xmlns:a16="http://schemas.microsoft.com/office/drawing/2014/main" id="{290799BD-DADC-2A4E-BD8C-1D118F8287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602" name="Line 140">
                  <a:extLst>
                    <a:ext uri="{FF2B5EF4-FFF2-40B4-BE49-F238E27FC236}">
                      <a16:creationId xmlns:a16="http://schemas.microsoft.com/office/drawing/2014/main" id="{FD13B86F-2921-594E-AD36-848F408FBA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03" name="Line 141">
                  <a:extLst>
                    <a:ext uri="{FF2B5EF4-FFF2-40B4-BE49-F238E27FC236}">
                      <a16:creationId xmlns:a16="http://schemas.microsoft.com/office/drawing/2014/main" id="{D80A2786-6279-7E46-BDDD-DB268884B0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cxnSp>
            <p:nvCxnSpPr>
              <p:cNvPr id="212526" name="Straight Connector 10">
                <a:extLst>
                  <a:ext uri="{FF2B5EF4-FFF2-40B4-BE49-F238E27FC236}">
                    <a16:creationId xmlns:a16="http://schemas.microsoft.com/office/drawing/2014/main" id="{8DE621D9-FC57-2047-BF3A-E8F05DF4E2CC}"/>
                  </a:ext>
                </a:extLst>
              </p:cNvPr>
              <p:cNvCxnSpPr>
                <a:cxnSpLocks noChangeShapeType="1"/>
                <a:stCxn id="212603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7" name="Straight Connector 297">
                <a:extLst>
                  <a:ext uri="{FF2B5EF4-FFF2-40B4-BE49-F238E27FC236}">
                    <a16:creationId xmlns:a16="http://schemas.microsoft.com/office/drawing/2014/main" id="{17ECA681-7ABE-4842-BF98-602882E4975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8" name="Straight Connector 298">
                <a:extLst>
                  <a:ext uri="{FF2B5EF4-FFF2-40B4-BE49-F238E27FC236}">
                    <a16:creationId xmlns:a16="http://schemas.microsoft.com/office/drawing/2014/main" id="{544DAD35-B12D-6246-B6BC-2AFBE2EE8B0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9" name="Straight Connector 299">
                <a:extLst>
                  <a:ext uri="{FF2B5EF4-FFF2-40B4-BE49-F238E27FC236}">
                    <a16:creationId xmlns:a16="http://schemas.microsoft.com/office/drawing/2014/main" id="{59CEAB92-2C50-4748-B256-26691227024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0" name="Straight Connector 300">
                <a:extLst>
                  <a:ext uri="{FF2B5EF4-FFF2-40B4-BE49-F238E27FC236}">
                    <a16:creationId xmlns:a16="http://schemas.microsoft.com/office/drawing/2014/main" id="{CD05C096-BD08-CC42-ACA7-457D83C6060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1" name="Straight Connector 301">
                <a:extLst>
                  <a:ext uri="{FF2B5EF4-FFF2-40B4-BE49-F238E27FC236}">
                    <a16:creationId xmlns:a16="http://schemas.microsoft.com/office/drawing/2014/main" id="{C75463DA-468C-1940-B81E-5241B8808CE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2" name="Straight Connector 302">
                <a:extLst>
                  <a:ext uri="{FF2B5EF4-FFF2-40B4-BE49-F238E27FC236}">
                    <a16:creationId xmlns:a16="http://schemas.microsoft.com/office/drawing/2014/main" id="{277E7771-6083-3B4A-B2F3-D844311A0A2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3" name="Straight Connector 303">
                <a:extLst>
                  <a:ext uri="{FF2B5EF4-FFF2-40B4-BE49-F238E27FC236}">
                    <a16:creationId xmlns:a16="http://schemas.microsoft.com/office/drawing/2014/main" id="{5BF1A0FB-9675-FB47-B9FD-109D77184D5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4" name="Straight Connector 304">
                <a:extLst>
                  <a:ext uri="{FF2B5EF4-FFF2-40B4-BE49-F238E27FC236}">
                    <a16:creationId xmlns:a16="http://schemas.microsoft.com/office/drawing/2014/main" id="{438C778A-CC87-5141-9B8F-C9F408B48093}"/>
                  </a:ext>
                </a:extLst>
              </p:cNvPr>
              <p:cNvCxnSpPr>
                <a:cxnSpLocks noChangeShapeType="1"/>
                <a:endCxn id="212598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2535" name="Group 133">
                <a:extLst>
                  <a:ext uri="{FF2B5EF4-FFF2-40B4-BE49-F238E27FC236}">
                    <a16:creationId xmlns:a16="http://schemas.microsoft.com/office/drawing/2014/main" id="{0FBD653F-2A68-184A-BD9D-6C9311B9A1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2590" name="Oval 407">
                  <a:extLst>
                    <a:ext uri="{FF2B5EF4-FFF2-40B4-BE49-F238E27FC236}">
                      <a16:creationId xmlns:a16="http://schemas.microsoft.com/office/drawing/2014/main" id="{010C7E74-805A-2A40-95A0-6C4DDB5C69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91" name="Rectangle 410">
                  <a:extLst>
                    <a:ext uri="{FF2B5EF4-FFF2-40B4-BE49-F238E27FC236}">
                      <a16:creationId xmlns:a16="http://schemas.microsoft.com/office/drawing/2014/main" id="{D0A20A6D-4238-8F4A-89C0-F42A421E13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92" name="Oval 411">
                  <a:extLst>
                    <a:ext uri="{FF2B5EF4-FFF2-40B4-BE49-F238E27FC236}">
                      <a16:creationId xmlns:a16="http://schemas.microsoft.com/office/drawing/2014/main" id="{20209D8C-A441-D643-9E6E-6D6BF7AE2C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93" name="Group 137">
                  <a:extLst>
                    <a:ext uri="{FF2B5EF4-FFF2-40B4-BE49-F238E27FC236}">
                      <a16:creationId xmlns:a16="http://schemas.microsoft.com/office/drawing/2014/main" id="{97BF3F1D-BFFD-CE46-AA4F-1EF96C3537F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96" name="Freeform 138">
                    <a:extLst>
                      <a:ext uri="{FF2B5EF4-FFF2-40B4-BE49-F238E27FC236}">
                        <a16:creationId xmlns:a16="http://schemas.microsoft.com/office/drawing/2014/main" id="{CB5EAAD6-36AD-5940-8E93-CCDF5F657E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97" name="Freeform 139">
                    <a:extLst>
                      <a:ext uri="{FF2B5EF4-FFF2-40B4-BE49-F238E27FC236}">
                        <a16:creationId xmlns:a16="http://schemas.microsoft.com/office/drawing/2014/main" id="{D2783AA8-98DB-2742-9633-D1DB298BE1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94" name="Line 140">
                  <a:extLst>
                    <a:ext uri="{FF2B5EF4-FFF2-40B4-BE49-F238E27FC236}">
                      <a16:creationId xmlns:a16="http://schemas.microsoft.com/office/drawing/2014/main" id="{9A3A7A14-3CDE-3343-9E31-B79200B6CF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95" name="Line 141">
                  <a:extLst>
                    <a:ext uri="{FF2B5EF4-FFF2-40B4-BE49-F238E27FC236}">
                      <a16:creationId xmlns:a16="http://schemas.microsoft.com/office/drawing/2014/main" id="{568B98BA-26D9-5648-9525-DB9872C35B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6" name="Group 133">
                <a:extLst>
                  <a:ext uri="{FF2B5EF4-FFF2-40B4-BE49-F238E27FC236}">
                    <a16:creationId xmlns:a16="http://schemas.microsoft.com/office/drawing/2014/main" id="{0E17A66D-7D8B-5F41-BCE3-E570B63683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2582" name="Oval 407">
                  <a:extLst>
                    <a:ext uri="{FF2B5EF4-FFF2-40B4-BE49-F238E27FC236}">
                      <a16:creationId xmlns:a16="http://schemas.microsoft.com/office/drawing/2014/main" id="{08C4B1E3-E7B8-6643-8D79-369103CE73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83" name="Rectangle 410">
                  <a:extLst>
                    <a:ext uri="{FF2B5EF4-FFF2-40B4-BE49-F238E27FC236}">
                      <a16:creationId xmlns:a16="http://schemas.microsoft.com/office/drawing/2014/main" id="{5A2BCCD6-1805-C846-B54E-B2051A89B7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84" name="Oval 411">
                  <a:extLst>
                    <a:ext uri="{FF2B5EF4-FFF2-40B4-BE49-F238E27FC236}">
                      <a16:creationId xmlns:a16="http://schemas.microsoft.com/office/drawing/2014/main" id="{88589E86-04E3-9B43-B338-1546C6A51E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85" name="Group 137">
                  <a:extLst>
                    <a:ext uri="{FF2B5EF4-FFF2-40B4-BE49-F238E27FC236}">
                      <a16:creationId xmlns:a16="http://schemas.microsoft.com/office/drawing/2014/main" id="{826A4B0A-B788-E54A-9EA4-9D626114630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88" name="Freeform 138">
                    <a:extLst>
                      <a:ext uri="{FF2B5EF4-FFF2-40B4-BE49-F238E27FC236}">
                        <a16:creationId xmlns:a16="http://schemas.microsoft.com/office/drawing/2014/main" id="{99939D3A-6B28-054A-B71F-0E4E67D9D8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89" name="Freeform 139">
                    <a:extLst>
                      <a:ext uri="{FF2B5EF4-FFF2-40B4-BE49-F238E27FC236}">
                        <a16:creationId xmlns:a16="http://schemas.microsoft.com/office/drawing/2014/main" id="{71DD795F-B2F0-1743-8A24-D230657115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86" name="Line 140">
                  <a:extLst>
                    <a:ext uri="{FF2B5EF4-FFF2-40B4-BE49-F238E27FC236}">
                      <a16:creationId xmlns:a16="http://schemas.microsoft.com/office/drawing/2014/main" id="{C1A81B6B-0397-BD4C-A09F-6752DBD887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56"/>
                  <a:ext cx="0" cy="88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87" name="Line 141">
                  <a:extLst>
                    <a:ext uri="{FF2B5EF4-FFF2-40B4-BE49-F238E27FC236}">
                      <a16:creationId xmlns:a16="http://schemas.microsoft.com/office/drawing/2014/main" id="{D95D2676-448B-2E41-A61F-1B226AD356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58"/>
                  <a:ext cx="0" cy="86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7" name="Group 133">
                <a:extLst>
                  <a:ext uri="{FF2B5EF4-FFF2-40B4-BE49-F238E27FC236}">
                    <a16:creationId xmlns:a16="http://schemas.microsoft.com/office/drawing/2014/main" id="{793837A4-55FA-2541-B594-F0C51D445F9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2574" name="Oval 407">
                  <a:extLst>
                    <a:ext uri="{FF2B5EF4-FFF2-40B4-BE49-F238E27FC236}">
                      <a16:creationId xmlns:a16="http://schemas.microsoft.com/office/drawing/2014/main" id="{196B9A26-7308-8C4D-9336-8222537B5B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5" name="Rectangle 410">
                  <a:extLst>
                    <a:ext uri="{FF2B5EF4-FFF2-40B4-BE49-F238E27FC236}">
                      <a16:creationId xmlns:a16="http://schemas.microsoft.com/office/drawing/2014/main" id="{6645480F-8545-4F46-A661-8A40B381A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6" name="Oval 411">
                  <a:extLst>
                    <a:ext uri="{FF2B5EF4-FFF2-40B4-BE49-F238E27FC236}">
                      <a16:creationId xmlns:a16="http://schemas.microsoft.com/office/drawing/2014/main" id="{155A4888-4551-1846-BBFA-61604C9B50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77" name="Group 137">
                  <a:extLst>
                    <a:ext uri="{FF2B5EF4-FFF2-40B4-BE49-F238E27FC236}">
                      <a16:creationId xmlns:a16="http://schemas.microsoft.com/office/drawing/2014/main" id="{15C82C35-1614-6D42-9C7F-35F402D84B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80" name="Freeform 138">
                    <a:extLst>
                      <a:ext uri="{FF2B5EF4-FFF2-40B4-BE49-F238E27FC236}">
                        <a16:creationId xmlns:a16="http://schemas.microsoft.com/office/drawing/2014/main" id="{43D75FD7-B2AE-6D4E-ACD0-3A2E5FA326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81" name="Freeform 139">
                    <a:extLst>
                      <a:ext uri="{FF2B5EF4-FFF2-40B4-BE49-F238E27FC236}">
                        <a16:creationId xmlns:a16="http://schemas.microsoft.com/office/drawing/2014/main" id="{948C0056-D7B2-0F4E-82C0-6EE9185E96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78" name="Line 140">
                  <a:extLst>
                    <a:ext uri="{FF2B5EF4-FFF2-40B4-BE49-F238E27FC236}">
                      <a16:creationId xmlns:a16="http://schemas.microsoft.com/office/drawing/2014/main" id="{B6099386-2953-A24D-9C2F-183267CE1C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9" name="Line 141">
                  <a:extLst>
                    <a:ext uri="{FF2B5EF4-FFF2-40B4-BE49-F238E27FC236}">
                      <a16:creationId xmlns:a16="http://schemas.microsoft.com/office/drawing/2014/main" id="{47280217-6588-2442-88B2-2C978D2DBF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8" name="Group 133">
                <a:extLst>
                  <a:ext uri="{FF2B5EF4-FFF2-40B4-BE49-F238E27FC236}">
                    <a16:creationId xmlns:a16="http://schemas.microsoft.com/office/drawing/2014/main" id="{A06444CC-9092-1545-8DB8-6E8FDA47D2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2566" name="Oval 407">
                  <a:extLst>
                    <a:ext uri="{FF2B5EF4-FFF2-40B4-BE49-F238E27FC236}">
                      <a16:creationId xmlns:a16="http://schemas.microsoft.com/office/drawing/2014/main" id="{98F0B009-EAE9-4D45-ADBF-90E4C8514A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67" name="Rectangle 410">
                  <a:extLst>
                    <a:ext uri="{FF2B5EF4-FFF2-40B4-BE49-F238E27FC236}">
                      <a16:creationId xmlns:a16="http://schemas.microsoft.com/office/drawing/2014/main" id="{69CB880D-4159-314B-8589-398633740F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68" name="Oval 411">
                  <a:extLst>
                    <a:ext uri="{FF2B5EF4-FFF2-40B4-BE49-F238E27FC236}">
                      <a16:creationId xmlns:a16="http://schemas.microsoft.com/office/drawing/2014/main" id="{6B73AC4A-06D5-BD46-BC62-FAF54C96B2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69" name="Group 137">
                  <a:extLst>
                    <a:ext uri="{FF2B5EF4-FFF2-40B4-BE49-F238E27FC236}">
                      <a16:creationId xmlns:a16="http://schemas.microsoft.com/office/drawing/2014/main" id="{6A495CD8-F8C0-9D42-9061-64D1E60810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72" name="Freeform 138">
                    <a:extLst>
                      <a:ext uri="{FF2B5EF4-FFF2-40B4-BE49-F238E27FC236}">
                        <a16:creationId xmlns:a16="http://schemas.microsoft.com/office/drawing/2014/main" id="{88F3B665-197B-4F49-8C43-447D1016AC1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73" name="Freeform 139">
                    <a:extLst>
                      <a:ext uri="{FF2B5EF4-FFF2-40B4-BE49-F238E27FC236}">
                        <a16:creationId xmlns:a16="http://schemas.microsoft.com/office/drawing/2014/main" id="{252B1589-DFED-0B42-BE9A-3315ED3772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70" name="Line 140">
                  <a:extLst>
                    <a:ext uri="{FF2B5EF4-FFF2-40B4-BE49-F238E27FC236}">
                      <a16:creationId xmlns:a16="http://schemas.microsoft.com/office/drawing/2014/main" id="{FA2EF4E0-3B3F-CE46-8105-EE6EAFA7466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1" name="Line 141">
                  <a:extLst>
                    <a:ext uri="{FF2B5EF4-FFF2-40B4-BE49-F238E27FC236}">
                      <a16:creationId xmlns:a16="http://schemas.microsoft.com/office/drawing/2014/main" id="{54F135E8-4A3E-7042-A857-E505A16F35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9" name="Group 133">
                <a:extLst>
                  <a:ext uri="{FF2B5EF4-FFF2-40B4-BE49-F238E27FC236}">
                    <a16:creationId xmlns:a16="http://schemas.microsoft.com/office/drawing/2014/main" id="{C56D0DB6-C8C2-BD46-A61F-B87FCB3242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2558" name="Oval 407">
                  <a:extLst>
                    <a:ext uri="{FF2B5EF4-FFF2-40B4-BE49-F238E27FC236}">
                      <a16:creationId xmlns:a16="http://schemas.microsoft.com/office/drawing/2014/main" id="{8DD481CE-4625-5444-84F8-C4FDB15657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59" name="Rectangle 410">
                  <a:extLst>
                    <a:ext uri="{FF2B5EF4-FFF2-40B4-BE49-F238E27FC236}">
                      <a16:creationId xmlns:a16="http://schemas.microsoft.com/office/drawing/2014/main" id="{DE30FE06-38AD-6649-B253-DAA50CC45C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60" name="Oval 411">
                  <a:extLst>
                    <a:ext uri="{FF2B5EF4-FFF2-40B4-BE49-F238E27FC236}">
                      <a16:creationId xmlns:a16="http://schemas.microsoft.com/office/drawing/2014/main" id="{6209655C-FC5E-E44B-9975-53EE035307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61" name="Group 137">
                  <a:extLst>
                    <a:ext uri="{FF2B5EF4-FFF2-40B4-BE49-F238E27FC236}">
                      <a16:creationId xmlns:a16="http://schemas.microsoft.com/office/drawing/2014/main" id="{42D22DF6-EB02-344F-BA0F-82D271D19B8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64" name="Freeform 138">
                    <a:extLst>
                      <a:ext uri="{FF2B5EF4-FFF2-40B4-BE49-F238E27FC236}">
                        <a16:creationId xmlns:a16="http://schemas.microsoft.com/office/drawing/2014/main" id="{D1FD082C-1EE9-A840-9BBB-D573C2BAE2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65" name="Freeform 139">
                    <a:extLst>
                      <a:ext uri="{FF2B5EF4-FFF2-40B4-BE49-F238E27FC236}">
                        <a16:creationId xmlns:a16="http://schemas.microsoft.com/office/drawing/2014/main" id="{120A354C-EEB2-4349-805D-D662937E8F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62" name="Line 140">
                  <a:extLst>
                    <a:ext uri="{FF2B5EF4-FFF2-40B4-BE49-F238E27FC236}">
                      <a16:creationId xmlns:a16="http://schemas.microsoft.com/office/drawing/2014/main" id="{735E47BC-2B85-9A40-AD5E-92DCDE8453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63" name="Line 141">
                  <a:extLst>
                    <a:ext uri="{FF2B5EF4-FFF2-40B4-BE49-F238E27FC236}">
                      <a16:creationId xmlns:a16="http://schemas.microsoft.com/office/drawing/2014/main" id="{DA8F5B97-1A95-DD40-9510-949A180093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40" name="Group 133">
                <a:extLst>
                  <a:ext uri="{FF2B5EF4-FFF2-40B4-BE49-F238E27FC236}">
                    <a16:creationId xmlns:a16="http://schemas.microsoft.com/office/drawing/2014/main" id="{62F71D57-BD92-A645-AED5-AD0F00C983A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2550" name="Oval 407">
                  <a:extLst>
                    <a:ext uri="{FF2B5EF4-FFF2-40B4-BE49-F238E27FC236}">
                      <a16:creationId xmlns:a16="http://schemas.microsoft.com/office/drawing/2014/main" id="{E3F7C915-A486-E444-98C1-779B890F7C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51" name="Rectangle 410">
                  <a:extLst>
                    <a:ext uri="{FF2B5EF4-FFF2-40B4-BE49-F238E27FC236}">
                      <a16:creationId xmlns:a16="http://schemas.microsoft.com/office/drawing/2014/main" id="{6E2EBA92-BAAC-8A4E-B9EE-659B6D50F9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52" name="Oval 411">
                  <a:extLst>
                    <a:ext uri="{FF2B5EF4-FFF2-40B4-BE49-F238E27FC236}">
                      <a16:creationId xmlns:a16="http://schemas.microsoft.com/office/drawing/2014/main" id="{811CC388-E88F-794C-B93B-4BD0E270E8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53" name="Group 137">
                  <a:extLst>
                    <a:ext uri="{FF2B5EF4-FFF2-40B4-BE49-F238E27FC236}">
                      <a16:creationId xmlns:a16="http://schemas.microsoft.com/office/drawing/2014/main" id="{08071467-A7D7-4544-B96A-92880380E80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56" name="Freeform 138">
                    <a:extLst>
                      <a:ext uri="{FF2B5EF4-FFF2-40B4-BE49-F238E27FC236}">
                        <a16:creationId xmlns:a16="http://schemas.microsoft.com/office/drawing/2014/main" id="{DFFC3363-8E4F-4246-A933-E3CDB2A917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57" name="Freeform 139">
                    <a:extLst>
                      <a:ext uri="{FF2B5EF4-FFF2-40B4-BE49-F238E27FC236}">
                        <a16:creationId xmlns:a16="http://schemas.microsoft.com/office/drawing/2014/main" id="{FA89DEB4-2D16-5340-9560-4C1F194F96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54" name="Line 140">
                  <a:extLst>
                    <a:ext uri="{FF2B5EF4-FFF2-40B4-BE49-F238E27FC236}">
                      <a16:creationId xmlns:a16="http://schemas.microsoft.com/office/drawing/2014/main" id="{C80F42E7-1527-D145-8D68-DB063A0343F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55" name="Line 141">
                  <a:extLst>
                    <a:ext uri="{FF2B5EF4-FFF2-40B4-BE49-F238E27FC236}">
                      <a16:creationId xmlns:a16="http://schemas.microsoft.com/office/drawing/2014/main" id="{419CAED2-2FDF-AD45-BCC9-3051C70FAA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41" name="Group 133">
                <a:extLst>
                  <a:ext uri="{FF2B5EF4-FFF2-40B4-BE49-F238E27FC236}">
                    <a16:creationId xmlns:a16="http://schemas.microsoft.com/office/drawing/2014/main" id="{FB922976-2E5B-5D49-807B-C93B68F18A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2542" name="Oval 407">
                  <a:extLst>
                    <a:ext uri="{FF2B5EF4-FFF2-40B4-BE49-F238E27FC236}">
                      <a16:creationId xmlns:a16="http://schemas.microsoft.com/office/drawing/2014/main" id="{0CA521A0-0563-A445-99FF-4E670AB03E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43" name="Rectangle 410">
                  <a:extLst>
                    <a:ext uri="{FF2B5EF4-FFF2-40B4-BE49-F238E27FC236}">
                      <a16:creationId xmlns:a16="http://schemas.microsoft.com/office/drawing/2014/main" id="{53B08889-B6A0-304D-B4AF-255569F733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44" name="Oval 411">
                  <a:extLst>
                    <a:ext uri="{FF2B5EF4-FFF2-40B4-BE49-F238E27FC236}">
                      <a16:creationId xmlns:a16="http://schemas.microsoft.com/office/drawing/2014/main" id="{1D769F62-F343-3A40-8620-384E7CA0FE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45" name="Group 137">
                  <a:extLst>
                    <a:ext uri="{FF2B5EF4-FFF2-40B4-BE49-F238E27FC236}">
                      <a16:creationId xmlns:a16="http://schemas.microsoft.com/office/drawing/2014/main" id="{738937E8-A4B3-3349-AD95-112B3D9B601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48" name="Freeform 138">
                    <a:extLst>
                      <a:ext uri="{FF2B5EF4-FFF2-40B4-BE49-F238E27FC236}">
                        <a16:creationId xmlns:a16="http://schemas.microsoft.com/office/drawing/2014/main" id="{DC32E303-AE74-1446-98DB-33DD542D13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49" name="Freeform 139">
                    <a:extLst>
                      <a:ext uri="{FF2B5EF4-FFF2-40B4-BE49-F238E27FC236}">
                        <a16:creationId xmlns:a16="http://schemas.microsoft.com/office/drawing/2014/main" id="{534040FD-A850-1546-AE7B-911B7D8E7FF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46" name="Line 140">
                  <a:extLst>
                    <a:ext uri="{FF2B5EF4-FFF2-40B4-BE49-F238E27FC236}">
                      <a16:creationId xmlns:a16="http://schemas.microsoft.com/office/drawing/2014/main" id="{8414AFD1-A6AE-0C43-87E8-330C24F518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47" name="Line 141">
                  <a:extLst>
                    <a:ext uri="{FF2B5EF4-FFF2-40B4-BE49-F238E27FC236}">
                      <a16:creationId xmlns:a16="http://schemas.microsoft.com/office/drawing/2014/main" id="{BC404CA4-DE57-A546-B3C0-F6DCD43DB0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10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grpSp>
          <p:nvGrpSpPr>
            <p:cNvPr id="212329" name="Group 331">
              <a:extLst>
                <a:ext uri="{FF2B5EF4-FFF2-40B4-BE49-F238E27FC236}">
                  <a16:creationId xmlns:a16="http://schemas.microsoft.com/office/drawing/2014/main" id="{2357F483-56DC-0D4E-ACFF-9C01DC6B98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03400" y="2755900"/>
              <a:ext cx="3467100" cy="1193800"/>
              <a:chOff x="7848600" y="2044700"/>
              <a:chExt cx="3200399" cy="1371600"/>
            </a:xfrm>
          </p:grpSpPr>
          <p:sp>
            <p:nvSpPr>
              <p:cNvPr id="212442" name="Oval 332">
                <a:extLst>
                  <a:ext uri="{FF2B5EF4-FFF2-40B4-BE49-F238E27FC236}">
                    <a16:creationId xmlns:a16="http://schemas.microsoft.com/office/drawing/2014/main" id="{9120DEBC-2FEF-534C-A5EF-75BF98FBA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rgbClr val="3C6C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43" name="Group 133">
                <a:extLst>
                  <a:ext uri="{FF2B5EF4-FFF2-40B4-BE49-F238E27FC236}">
                    <a16:creationId xmlns:a16="http://schemas.microsoft.com/office/drawing/2014/main" id="{13FD973C-A8EE-5048-B348-4293B6AA64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2516" name="Oval 407">
                  <a:extLst>
                    <a:ext uri="{FF2B5EF4-FFF2-40B4-BE49-F238E27FC236}">
                      <a16:creationId xmlns:a16="http://schemas.microsoft.com/office/drawing/2014/main" id="{4CFD793E-DF31-1B46-B912-7925AAC6D7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17" name="Rectangle 410">
                  <a:extLst>
                    <a:ext uri="{FF2B5EF4-FFF2-40B4-BE49-F238E27FC236}">
                      <a16:creationId xmlns:a16="http://schemas.microsoft.com/office/drawing/2014/main" id="{0BDCE3CD-0E06-3546-8D33-A3951ACB25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18" name="Oval 411">
                  <a:extLst>
                    <a:ext uri="{FF2B5EF4-FFF2-40B4-BE49-F238E27FC236}">
                      <a16:creationId xmlns:a16="http://schemas.microsoft.com/office/drawing/2014/main" id="{58812803-3BD2-E145-84D5-3459DE9599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19" name="Group 137">
                  <a:extLst>
                    <a:ext uri="{FF2B5EF4-FFF2-40B4-BE49-F238E27FC236}">
                      <a16:creationId xmlns:a16="http://schemas.microsoft.com/office/drawing/2014/main" id="{A84ACE82-842B-3D47-B02C-B87E3EA372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22" name="Freeform 138">
                    <a:extLst>
                      <a:ext uri="{FF2B5EF4-FFF2-40B4-BE49-F238E27FC236}">
                        <a16:creationId xmlns:a16="http://schemas.microsoft.com/office/drawing/2014/main" id="{2F4FE782-0E61-A24A-86F5-53C4280FC4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23" name="Freeform 139">
                    <a:extLst>
                      <a:ext uri="{FF2B5EF4-FFF2-40B4-BE49-F238E27FC236}">
                        <a16:creationId xmlns:a16="http://schemas.microsoft.com/office/drawing/2014/main" id="{20798D08-C275-C345-BDB5-ED6DA439F5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20" name="Line 140">
                  <a:extLst>
                    <a:ext uri="{FF2B5EF4-FFF2-40B4-BE49-F238E27FC236}">
                      <a16:creationId xmlns:a16="http://schemas.microsoft.com/office/drawing/2014/main" id="{9B8805E2-537D-484E-86AA-2288A84B6E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21" name="Line 141">
                  <a:extLst>
                    <a:ext uri="{FF2B5EF4-FFF2-40B4-BE49-F238E27FC236}">
                      <a16:creationId xmlns:a16="http://schemas.microsoft.com/office/drawing/2014/main" id="{A0649348-534F-1641-9713-81019EA8E2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cxnSp>
            <p:nvCxnSpPr>
              <p:cNvPr id="212444" name="Straight Connector 334">
                <a:extLst>
                  <a:ext uri="{FF2B5EF4-FFF2-40B4-BE49-F238E27FC236}">
                    <a16:creationId xmlns:a16="http://schemas.microsoft.com/office/drawing/2014/main" id="{4BABEB20-7AB6-0B49-9A50-DFA6EEAE4B48}"/>
                  </a:ext>
                </a:extLst>
              </p:cNvPr>
              <p:cNvCxnSpPr>
                <a:cxnSpLocks noChangeShapeType="1"/>
                <a:stCxn id="212521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5" name="Straight Connector 335">
                <a:extLst>
                  <a:ext uri="{FF2B5EF4-FFF2-40B4-BE49-F238E27FC236}">
                    <a16:creationId xmlns:a16="http://schemas.microsoft.com/office/drawing/2014/main" id="{29F32A41-5B1D-6A44-B6A6-8806F19EE8A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6" name="Straight Connector 336">
                <a:extLst>
                  <a:ext uri="{FF2B5EF4-FFF2-40B4-BE49-F238E27FC236}">
                    <a16:creationId xmlns:a16="http://schemas.microsoft.com/office/drawing/2014/main" id="{E5B1E4A8-B1E8-4248-92B3-B50F21C2AFB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7" name="Straight Connector 337">
                <a:extLst>
                  <a:ext uri="{FF2B5EF4-FFF2-40B4-BE49-F238E27FC236}">
                    <a16:creationId xmlns:a16="http://schemas.microsoft.com/office/drawing/2014/main" id="{7E071437-3F53-F24B-AA41-AC92CD067A9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8" name="Straight Connector 338">
                <a:extLst>
                  <a:ext uri="{FF2B5EF4-FFF2-40B4-BE49-F238E27FC236}">
                    <a16:creationId xmlns:a16="http://schemas.microsoft.com/office/drawing/2014/main" id="{270D89F3-A5CD-0D42-9664-1CBD48D3C3F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9" name="Straight Connector 339">
                <a:extLst>
                  <a:ext uri="{FF2B5EF4-FFF2-40B4-BE49-F238E27FC236}">
                    <a16:creationId xmlns:a16="http://schemas.microsoft.com/office/drawing/2014/main" id="{8E0B0208-44DB-7F44-B1B8-BE249EE486B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0" name="Straight Connector 340">
                <a:extLst>
                  <a:ext uri="{FF2B5EF4-FFF2-40B4-BE49-F238E27FC236}">
                    <a16:creationId xmlns:a16="http://schemas.microsoft.com/office/drawing/2014/main" id="{E96A89C9-2D97-5641-9D11-075A3C7111C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1" name="Straight Connector 341">
                <a:extLst>
                  <a:ext uri="{FF2B5EF4-FFF2-40B4-BE49-F238E27FC236}">
                    <a16:creationId xmlns:a16="http://schemas.microsoft.com/office/drawing/2014/main" id="{505210E4-C184-2840-8C6D-90AF6551CA18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2" name="Straight Connector 342">
                <a:extLst>
                  <a:ext uri="{FF2B5EF4-FFF2-40B4-BE49-F238E27FC236}">
                    <a16:creationId xmlns:a16="http://schemas.microsoft.com/office/drawing/2014/main" id="{21C8FA11-4B83-174D-8F02-BD67AB5C5AA8}"/>
                  </a:ext>
                </a:extLst>
              </p:cNvPr>
              <p:cNvCxnSpPr>
                <a:cxnSpLocks noChangeShapeType="1"/>
                <a:endCxn id="212516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2453" name="Group 133">
                <a:extLst>
                  <a:ext uri="{FF2B5EF4-FFF2-40B4-BE49-F238E27FC236}">
                    <a16:creationId xmlns:a16="http://schemas.microsoft.com/office/drawing/2014/main" id="{7561C78A-6F59-DF42-ACCB-01A5CC6657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2508" name="Oval 407">
                  <a:extLst>
                    <a:ext uri="{FF2B5EF4-FFF2-40B4-BE49-F238E27FC236}">
                      <a16:creationId xmlns:a16="http://schemas.microsoft.com/office/drawing/2014/main" id="{DAB1A0A2-2479-434F-BC8F-D8D60A6E7F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09" name="Rectangle 410">
                  <a:extLst>
                    <a:ext uri="{FF2B5EF4-FFF2-40B4-BE49-F238E27FC236}">
                      <a16:creationId xmlns:a16="http://schemas.microsoft.com/office/drawing/2014/main" id="{ED06BFFA-C85C-E145-B80B-C4E40F4EB2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10" name="Oval 411">
                  <a:extLst>
                    <a:ext uri="{FF2B5EF4-FFF2-40B4-BE49-F238E27FC236}">
                      <a16:creationId xmlns:a16="http://schemas.microsoft.com/office/drawing/2014/main" id="{0455DC68-96EA-7441-8A88-D21D991C80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11" name="Group 137">
                  <a:extLst>
                    <a:ext uri="{FF2B5EF4-FFF2-40B4-BE49-F238E27FC236}">
                      <a16:creationId xmlns:a16="http://schemas.microsoft.com/office/drawing/2014/main" id="{A70E3948-269D-1043-981F-069B6B9466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14" name="Freeform 138">
                    <a:extLst>
                      <a:ext uri="{FF2B5EF4-FFF2-40B4-BE49-F238E27FC236}">
                        <a16:creationId xmlns:a16="http://schemas.microsoft.com/office/drawing/2014/main" id="{4D2E9F7C-6625-1D46-B345-89632F2091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15" name="Freeform 139">
                    <a:extLst>
                      <a:ext uri="{FF2B5EF4-FFF2-40B4-BE49-F238E27FC236}">
                        <a16:creationId xmlns:a16="http://schemas.microsoft.com/office/drawing/2014/main" id="{38702A10-8A63-4041-A2E6-19D0700CDE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12" name="Line 140">
                  <a:extLst>
                    <a:ext uri="{FF2B5EF4-FFF2-40B4-BE49-F238E27FC236}">
                      <a16:creationId xmlns:a16="http://schemas.microsoft.com/office/drawing/2014/main" id="{DB3D42B8-1E0B-2141-AC34-40F5DB7482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13" name="Line 141">
                  <a:extLst>
                    <a:ext uri="{FF2B5EF4-FFF2-40B4-BE49-F238E27FC236}">
                      <a16:creationId xmlns:a16="http://schemas.microsoft.com/office/drawing/2014/main" id="{ACF706A7-798D-A346-9CF3-ABA839EB33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4" name="Group 133">
                <a:extLst>
                  <a:ext uri="{FF2B5EF4-FFF2-40B4-BE49-F238E27FC236}">
                    <a16:creationId xmlns:a16="http://schemas.microsoft.com/office/drawing/2014/main" id="{06A6101F-46E0-3B4D-AECC-DD3071E624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2500" name="Oval 407">
                  <a:extLst>
                    <a:ext uri="{FF2B5EF4-FFF2-40B4-BE49-F238E27FC236}">
                      <a16:creationId xmlns:a16="http://schemas.microsoft.com/office/drawing/2014/main" id="{3C6918EF-EA4A-BB45-BB58-B11A1CBCCA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01" name="Rectangle 410">
                  <a:extLst>
                    <a:ext uri="{FF2B5EF4-FFF2-40B4-BE49-F238E27FC236}">
                      <a16:creationId xmlns:a16="http://schemas.microsoft.com/office/drawing/2014/main" id="{1E018DCB-4971-CE48-A256-AA43629130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02" name="Oval 411">
                  <a:extLst>
                    <a:ext uri="{FF2B5EF4-FFF2-40B4-BE49-F238E27FC236}">
                      <a16:creationId xmlns:a16="http://schemas.microsoft.com/office/drawing/2014/main" id="{F09DC61A-8AB3-E645-AB67-B820BC5A88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03" name="Group 137">
                  <a:extLst>
                    <a:ext uri="{FF2B5EF4-FFF2-40B4-BE49-F238E27FC236}">
                      <a16:creationId xmlns:a16="http://schemas.microsoft.com/office/drawing/2014/main" id="{079DAECD-11B3-AF46-83BC-DC7102A4C93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06" name="Freeform 138">
                    <a:extLst>
                      <a:ext uri="{FF2B5EF4-FFF2-40B4-BE49-F238E27FC236}">
                        <a16:creationId xmlns:a16="http://schemas.microsoft.com/office/drawing/2014/main" id="{6CF13D1B-9091-9C49-A731-C3B1BD2994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07" name="Freeform 139">
                    <a:extLst>
                      <a:ext uri="{FF2B5EF4-FFF2-40B4-BE49-F238E27FC236}">
                        <a16:creationId xmlns:a16="http://schemas.microsoft.com/office/drawing/2014/main" id="{1112B24D-A91B-6345-8904-3311A6EF37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04" name="Line 140">
                  <a:extLst>
                    <a:ext uri="{FF2B5EF4-FFF2-40B4-BE49-F238E27FC236}">
                      <a16:creationId xmlns:a16="http://schemas.microsoft.com/office/drawing/2014/main" id="{F4E2AE18-3DFD-6F4A-9AAD-78CC47F25F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05" name="Line 141">
                  <a:extLst>
                    <a:ext uri="{FF2B5EF4-FFF2-40B4-BE49-F238E27FC236}">
                      <a16:creationId xmlns:a16="http://schemas.microsoft.com/office/drawing/2014/main" id="{A102C4D1-EDAF-0C49-BE0C-0530A350DC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5" name="Group 133">
                <a:extLst>
                  <a:ext uri="{FF2B5EF4-FFF2-40B4-BE49-F238E27FC236}">
                    <a16:creationId xmlns:a16="http://schemas.microsoft.com/office/drawing/2014/main" id="{4C3582DA-B6CF-0D48-AAC3-41E294C9330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2492" name="Oval 407">
                  <a:extLst>
                    <a:ext uri="{FF2B5EF4-FFF2-40B4-BE49-F238E27FC236}">
                      <a16:creationId xmlns:a16="http://schemas.microsoft.com/office/drawing/2014/main" id="{6E059628-B008-424D-8E3C-9AAA3EF6C9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93" name="Rectangle 410">
                  <a:extLst>
                    <a:ext uri="{FF2B5EF4-FFF2-40B4-BE49-F238E27FC236}">
                      <a16:creationId xmlns:a16="http://schemas.microsoft.com/office/drawing/2014/main" id="{9B0DAB25-8759-7C4C-ACC2-288100B5B1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94" name="Oval 411">
                  <a:extLst>
                    <a:ext uri="{FF2B5EF4-FFF2-40B4-BE49-F238E27FC236}">
                      <a16:creationId xmlns:a16="http://schemas.microsoft.com/office/drawing/2014/main" id="{BD574B09-1737-2942-BEA1-07433C4F3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95" name="Group 137">
                  <a:extLst>
                    <a:ext uri="{FF2B5EF4-FFF2-40B4-BE49-F238E27FC236}">
                      <a16:creationId xmlns:a16="http://schemas.microsoft.com/office/drawing/2014/main" id="{40226B75-332A-6C49-AD5D-F7B0F900E13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98" name="Freeform 138">
                    <a:extLst>
                      <a:ext uri="{FF2B5EF4-FFF2-40B4-BE49-F238E27FC236}">
                        <a16:creationId xmlns:a16="http://schemas.microsoft.com/office/drawing/2014/main" id="{D4734774-D18E-F44F-A5B6-A70189E1EF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99" name="Freeform 139">
                    <a:extLst>
                      <a:ext uri="{FF2B5EF4-FFF2-40B4-BE49-F238E27FC236}">
                        <a16:creationId xmlns:a16="http://schemas.microsoft.com/office/drawing/2014/main" id="{949C6A4F-BB8B-7C49-9178-2224D4F76E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96" name="Line 140">
                  <a:extLst>
                    <a:ext uri="{FF2B5EF4-FFF2-40B4-BE49-F238E27FC236}">
                      <a16:creationId xmlns:a16="http://schemas.microsoft.com/office/drawing/2014/main" id="{5026986B-2A1D-1A4B-AA0E-09376B1A5A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97" name="Line 141">
                  <a:extLst>
                    <a:ext uri="{FF2B5EF4-FFF2-40B4-BE49-F238E27FC236}">
                      <a16:creationId xmlns:a16="http://schemas.microsoft.com/office/drawing/2014/main" id="{FAB277D9-41F4-B347-A4EB-B251DFAA6C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6" name="Group 133">
                <a:extLst>
                  <a:ext uri="{FF2B5EF4-FFF2-40B4-BE49-F238E27FC236}">
                    <a16:creationId xmlns:a16="http://schemas.microsoft.com/office/drawing/2014/main" id="{78F96BC6-C625-FB44-A46C-A50621DE70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2484" name="Oval 407">
                  <a:extLst>
                    <a:ext uri="{FF2B5EF4-FFF2-40B4-BE49-F238E27FC236}">
                      <a16:creationId xmlns:a16="http://schemas.microsoft.com/office/drawing/2014/main" id="{3BCF7842-1314-FB40-87A2-521057A848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5" name="Rectangle 410">
                  <a:extLst>
                    <a:ext uri="{FF2B5EF4-FFF2-40B4-BE49-F238E27FC236}">
                      <a16:creationId xmlns:a16="http://schemas.microsoft.com/office/drawing/2014/main" id="{E1FF86B2-59E7-AC4E-A526-C279FB716C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6" name="Oval 411">
                  <a:extLst>
                    <a:ext uri="{FF2B5EF4-FFF2-40B4-BE49-F238E27FC236}">
                      <a16:creationId xmlns:a16="http://schemas.microsoft.com/office/drawing/2014/main" id="{9F8413E9-C48E-264A-8591-2C0B204D1C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87" name="Group 137">
                  <a:extLst>
                    <a:ext uri="{FF2B5EF4-FFF2-40B4-BE49-F238E27FC236}">
                      <a16:creationId xmlns:a16="http://schemas.microsoft.com/office/drawing/2014/main" id="{99B838FA-6F6C-CE46-BA53-7674D71F973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90" name="Freeform 138">
                    <a:extLst>
                      <a:ext uri="{FF2B5EF4-FFF2-40B4-BE49-F238E27FC236}">
                        <a16:creationId xmlns:a16="http://schemas.microsoft.com/office/drawing/2014/main" id="{6638E85E-FA8E-E44D-8090-88DD58519A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91" name="Freeform 139">
                    <a:extLst>
                      <a:ext uri="{FF2B5EF4-FFF2-40B4-BE49-F238E27FC236}">
                        <a16:creationId xmlns:a16="http://schemas.microsoft.com/office/drawing/2014/main" id="{CC4C1859-B092-FF46-A11F-4532415ACF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88" name="Line 140">
                  <a:extLst>
                    <a:ext uri="{FF2B5EF4-FFF2-40B4-BE49-F238E27FC236}">
                      <a16:creationId xmlns:a16="http://schemas.microsoft.com/office/drawing/2014/main" id="{2706917F-DCBC-6648-B7E0-2EF70D0848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0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9" name="Line 141">
                  <a:extLst>
                    <a:ext uri="{FF2B5EF4-FFF2-40B4-BE49-F238E27FC236}">
                      <a16:creationId xmlns:a16="http://schemas.microsoft.com/office/drawing/2014/main" id="{EA36D1C6-AAAC-7642-862E-993275FFE2E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7" name="Group 133">
                <a:extLst>
                  <a:ext uri="{FF2B5EF4-FFF2-40B4-BE49-F238E27FC236}">
                    <a16:creationId xmlns:a16="http://schemas.microsoft.com/office/drawing/2014/main" id="{6F71D3B3-5368-9F47-9279-5F4EC716AA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2476" name="Oval 407">
                  <a:extLst>
                    <a:ext uri="{FF2B5EF4-FFF2-40B4-BE49-F238E27FC236}">
                      <a16:creationId xmlns:a16="http://schemas.microsoft.com/office/drawing/2014/main" id="{03EBCB07-3B8C-F04D-87C2-120934D041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77" name="Rectangle 410">
                  <a:extLst>
                    <a:ext uri="{FF2B5EF4-FFF2-40B4-BE49-F238E27FC236}">
                      <a16:creationId xmlns:a16="http://schemas.microsoft.com/office/drawing/2014/main" id="{F054508A-5C7E-0F43-B114-28281D9060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78" name="Oval 411">
                  <a:extLst>
                    <a:ext uri="{FF2B5EF4-FFF2-40B4-BE49-F238E27FC236}">
                      <a16:creationId xmlns:a16="http://schemas.microsoft.com/office/drawing/2014/main" id="{DD0AC63F-E6BE-C442-9820-042A46C046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79" name="Group 137">
                  <a:extLst>
                    <a:ext uri="{FF2B5EF4-FFF2-40B4-BE49-F238E27FC236}">
                      <a16:creationId xmlns:a16="http://schemas.microsoft.com/office/drawing/2014/main" id="{99E9D08B-F159-E345-A669-BEB0E58C7E5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82" name="Freeform 138">
                    <a:extLst>
                      <a:ext uri="{FF2B5EF4-FFF2-40B4-BE49-F238E27FC236}">
                        <a16:creationId xmlns:a16="http://schemas.microsoft.com/office/drawing/2014/main" id="{A4A63597-6D29-6B49-84DD-2CC90577A5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83" name="Freeform 139">
                    <a:extLst>
                      <a:ext uri="{FF2B5EF4-FFF2-40B4-BE49-F238E27FC236}">
                        <a16:creationId xmlns:a16="http://schemas.microsoft.com/office/drawing/2014/main" id="{E9B40649-7213-5A4C-85C3-4E5D2E0D05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80" name="Line 140">
                  <a:extLst>
                    <a:ext uri="{FF2B5EF4-FFF2-40B4-BE49-F238E27FC236}">
                      <a16:creationId xmlns:a16="http://schemas.microsoft.com/office/drawing/2014/main" id="{6A2D1502-F648-694C-B2A3-2DCA8217C7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1" name="Line 141">
                  <a:extLst>
                    <a:ext uri="{FF2B5EF4-FFF2-40B4-BE49-F238E27FC236}">
                      <a16:creationId xmlns:a16="http://schemas.microsoft.com/office/drawing/2014/main" id="{69384DF4-2CEC-D343-B40D-8276244976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8" name="Group 133">
                <a:extLst>
                  <a:ext uri="{FF2B5EF4-FFF2-40B4-BE49-F238E27FC236}">
                    <a16:creationId xmlns:a16="http://schemas.microsoft.com/office/drawing/2014/main" id="{C11F5225-9372-7245-B837-0402FFE85C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2468" name="Oval 407">
                  <a:extLst>
                    <a:ext uri="{FF2B5EF4-FFF2-40B4-BE49-F238E27FC236}">
                      <a16:creationId xmlns:a16="http://schemas.microsoft.com/office/drawing/2014/main" id="{AC8D4647-F840-2C47-90A4-1E045B3D3C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69" name="Rectangle 410">
                  <a:extLst>
                    <a:ext uri="{FF2B5EF4-FFF2-40B4-BE49-F238E27FC236}">
                      <a16:creationId xmlns:a16="http://schemas.microsoft.com/office/drawing/2014/main" id="{B1A62944-EAE7-7E43-8999-85E502468E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70" name="Oval 411">
                  <a:extLst>
                    <a:ext uri="{FF2B5EF4-FFF2-40B4-BE49-F238E27FC236}">
                      <a16:creationId xmlns:a16="http://schemas.microsoft.com/office/drawing/2014/main" id="{B55CEF74-BD0A-E14F-8F62-E62882EFC5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71" name="Group 137">
                  <a:extLst>
                    <a:ext uri="{FF2B5EF4-FFF2-40B4-BE49-F238E27FC236}">
                      <a16:creationId xmlns:a16="http://schemas.microsoft.com/office/drawing/2014/main" id="{86BE8552-DE6E-1441-8E62-8C5E44AF143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74" name="Freeform 138">
                    <a:extLst>
                      <a:ext uri="{FF2B5EF4-FFF2-40B4-BE49-F238E27FC236}">
                        <a16:creationId xmlns:a16="http://schemas.microsoft.com/office/drawing/2014/main" id="{011886F2-634D-7A43-9E3F-B0D5E4B082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75" name="Freeform 139">
                    <a:extLst>
                      <a:ext uri="{FF2B5EF4-FFF2-40B4-BE49-F238E27FC236}">
                        <a16:creationId xmlns:a16="http://schemas.microsoft.com/office/drawing/2014/main" id="{745E875F-3D57-B149-AE3A-24D67211D7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72" name="Line 140">
                  <a:extLst>
                    <a:ext uri="{FF2B5EF4-FFF2-40B4-BE49-F238E27FC236}">
                      <a16:creationId xmlns:a16="http://schemas.microsoft.com/office/drawing/2014/main" id="{6C7DCEF3-5492-9E41-98F4-1D0E7669B46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73" name="Line 141">
                  <a:extLst>
                    <a:ext uri="{FF2B5EF4-FFF2-40B4-BE49-F238E27FC236}">
                      <a16:creationId xmlns:a16="http://schemas.microsoft.com/office/drawing/2014/main" id="{C1E95F02-6F0C-AD4B-940D-EE552827D8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9" name="Group 133">
                <a:extLst>
                  <a:ext uri="{FF2B5EF4-FFF2-40B4-BE49-F238E27FC236}">
                    <a16:creationId xmlns:a16="http://schemas.microsoft.com/office/drawing/2014/main" id="{116A8522-2EEF-994E-BBD0-5F4D5716BFB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2460" name="Oval 407">
                  <a:extLst>
                    <a:ext uri="{FF2B5EF4-FFF2-40B4-BE49-F238E27FC236}">
                      <a16:creationId xmlns:a16="http://schemas.microsoft.com/office/drawing/2014/main" id="{26DE0F20-7688-3E47-81FC-67B64A0C34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61" name="Rectangle 410">
                  <a:extLst>
                    <a:ext uri="{FF2B5EF4-FFF2-40B4-BE49-F238E27FC236}">
                      <a16:creationId xmlns:a16="http://schemas.microsoft.com/office/drawing/2014/main" id="{87617361-E2F8-5441-947A-836C2D4716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62" name="Oval 411">
                  <a:extLst>
                    <a:ext uri="{FF2B5EF4-FFF2-40B4-BE49-F238E27FC236}">
                      <a16:creationId xmlns:a16="http://schemas.microsoft.com/office/drawing/2014/main" id="{55B9E919-C891-114A-9F2B-91C55602F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63" name="Group 137">
                  <a:extLst>
                    <a:ext uri="{FF2B5EF4-FFF2-40B4-BE49-F238E27FC236}">
                      <a16:creationId xmlns:a16="http://schemas.microsoft.com/office/drawing/2014/main" id="{2FAEA4A7-AF75-7A42-B3A6-CA73C06FE0B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66" name="Freeform 138">
                    <a:extLst>
                      <a:ext uri="{FF2B5EF4-FFF2-40B4-BE49-F238E27FC236}">
                        <a16:creationId xmlns:a16="http://schemas.microsoft.com/office/drawing/2014/main" id="{8F8C2317-F654-1644-8A93-893FD07168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67" name="Freeform 139">
                    <a:extLst>
                      <a:ext uri="{FF2B5EF4-FFF2-40B4-BE49-F238E27FC236}">
                        <a16:creationId xmlns:a16="http://schemas.microsoft.com/office/drawing/2014/main" id="{FCC37B34-91F2-B84D-9A8D-F842612E4E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64" name="Line 140">
                  <a:extLst>
                    <a:ext uri="{FF2B5EF4-FFF2-40B4-BE49-F238E27FC236}">
                      <a16:creationId xmlns:a16="http://schemas.microsoft.com/office/drawing/2014/main" id="{22D337FE-9DD1-3246-8616-2EA35C6680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79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65" name="Line 141">
                  <a:extLst>
                    <a:ext uri="{FF2B5EF4-FFF2-40B4-BE49-F238E27FC236}">
                      <a16:creationId xmlns:a16="http://schemas.microsoft.com/office/drawing/2014/main" id="{CC422D8F-3988-784B-BEBA-5F1200A73E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sp>
          <p:nvSpPr>
            <p:cNvPr id="212330" name="Oval 417">
              <a:extLst>
                <a:ext uri="{FF2B5EF4-FFF2-40B4-BE49-F238E27FC236}">
                  <a16:creationId xmlns:a16="http://schemas.microsoft.com/office/drawing/2014/main" id="{F3EB77C2-B4A7-E04E-86B3-4302FFACE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165600"/>
              <a:ext cx="3086100" cy="1168400"/>
            </a:xfrm>
            <a:prstGeom prst="ellipse">
              <a:avLst/>
            </a:prstGeom>
            <a:solidFill>
              <a:srgbClr val="3C6C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12331" name="Group 133">
              <a:extLst>
                <a:ext uri="{FF2B5EF4-FFF2-40B4-BE49-F238E27FC236}">
                  <a16:creationId xmlns:a16="http://schemas.microsoft.com/office/drawing/2014/main" id="{E7351890-CEBA-A646-89FA-AF22BBF321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52272" y="4264503"/>
              <a:ext cx="513732" cy="157430"/>
              <a:chOff x="2356" y="1300"/>
              <a:chExt cx="555" cy="194"/>
            </a:xfrm>
          </p:grpSpPr>
          <p:sp>
            <p:nvSpPr>
              <p:cNvPr id="212434" name="Oval 492">
                <a:extLst>
                  <a:ext uri="{FF2B5EF4-FFF2-40B4-BE49-F238E27FC236}">
                    <a16:creationId xmlns:a16="http://schemas.microsoft.com/office/drawing/2014/main" id="{EEBD2308-D2A0-AC49-9242-53715D186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5" name="Rectangle 410">
                <a:extLst>
                  <a:ext uri="{FF2B5EF4-FFF2-40B4-BE49-F238E27FC236}">
                    <a16:creationId xmlns:a16="http://schemas.microsoft.com/office/drawing/2014/main" id="{532FA6EB-1ED3-8B41-9477-C8FD35FEE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6" name="Oval 411">
                <a:extLst>
                  <a:ext uri="{FF2B5EF4-FFF2-40B4-BE49-F238E27FC236}">
                    <a16:creationId xmlns:a16="http://schemas.microsoft.com/office/drawing/2014/main" id="{7B459852-FD3F-344F-B1D8-5499EFA31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37" name="Group 137">
                <a:extLst>
                  <a:ext uri="{FF2B5EF4-FFF2-40B4-BE49-F238E27FC236}">
                    <a16:creationId xmlns:a16="http://schemas.microsoft.com/office/drawing/2014/main" id="{ED6A6714-077A-F745-B1C2-F48388EAF96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40" name="Freeform 138">
                  <a:extLst>
                    <a:ext uri="{FF2B5EF4-FFF2-40B4-BE49-F238E27FC236}">
                      <a16:creationId xmlns:a16="http://schemas.microsoft.com/office/drawing/2014/main" id="{FC08ABC9-D715-6C4C-B404-5FAE1905BD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41" name="Freeform 139">
                  <a:extLst>
                    <a:ext uri="{FF2B5EF4-FFF2-40B4-BE49-F238E27FC236}">
                      <a16:creationId xmlns:a16="http://schemas.microsoft.com/office/drawing/2014/main" id="{67601DD4-804A-B34E-BDC9-E672FC8A46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38" name="Line 140">
                <a:extLst>
                  <a:ext uri="{FF2B5EF4-FFF2-40B4-BE49-F238E27FC236}">
                    <a16:creationId xmlns:a16="http://schemas.microsoft.com/office/drawing/2014/main" id="{41294936-6401-5640-9DE5-9B9F307CD1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9" name="Line 141">
                <a:extLst>
                  <a:ext uri="{FF2B5EF4-FFF2-40B4-BE49-F238E27FC236}">
                    <a16:creationId xmlns:a16="http://schemas.microsoft.com/office/drawing/2014/main" id="{FAB6011B-18DC-7041-93B1-5B583D1FF2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cxnSp>
          <p:nvCxnSpPr>
            <p:cNvPr id="212332" name="Straight Connector 419">
              <a:extLst>
                <a:ext uri="{FF2B5EF4-FFF2-40B4-BE49-F238E27FC236}">
                  <a16:creationId xmlns:a16="http://schemas.microsoft.com/office/drawing/2014/main" id="{092470B9-25E6-754D-8107-D52A201D7C5C}"/>
                </a:ext>
              </a:extLst>
            </p:cNvPr>
            <p:cNvCxnSpPr>
              <a:cxnSpLocks noChangeShapeType="1"/>
              <a:stCxn id="212439" idx="0"/>
            </p:cNvCxnSpPr>
            <p:nvPr/>
          </p:nvCxnSpPr>
          <p:spPr bwMode="auto">
            <a:xfrm>
              <a:off x="2662301" y="4315627"/>
              <a:ext cx="940542" cy="11630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3" name="Straight Connector 420">
              <a:extLst>
                <a:ext uri="{FF2B5EF4-FFF2-40B4-BE49-F238E27FC236}">
                  <a16:creationId xmlns:a16="http://schemas.microsoft.com/office/drawing/2014/main" id="{1D46469C-FF4A-124C-9333-1C53B887412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12420" y="4624312"/>
              <a:ext cx="116433" cy="710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4" name="Straight Connector 421">
              <a:extLst>
                <a:ext uri="{FF2B5EF4-FFF2-40B4-BE49-F238E27FC236}">
                  <a16:creationId xmlns:a16="http://schemas.microsoft.com/office/drawing/2014/main" id="{DD95A713-4EED-B644-8C9C-300479A1AF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0421" y="4797923"/>
              <a:ext cx="234667" cy="3886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5" name="Straight Connector 422">
              <a:extLst>
                <a:ext uri="{FF2B5EF4-FFF2-40B4-BE49-F238E27FC236}">
                  <a16:creationId xmlns:a16="http://schemas.microsoft.com/office/drawing/2014/main" id="{9FD77C7D-708D-3B42-A3AD-E02039445C3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636021" y="4648552"/>
              <a:ext cx="185893" cy="933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6" name="Straight Connector 423">
              <a:extLst>
                <a:ext uri="{FF2B5EF4-FFF2-40B4-BE49-F238E27FC236}">
                  <a16:creationId xmlns:a16="http://schemas.microsoft.com/office/drawing/2014/main" id="{B22933AE-4816-BF44-845B-6E3CC3BA11B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348386" y="4902261"/>
              <a:ext cx="185893" cy="933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7" name="Straight Connector 424">
              <a:extLst>
                <a:ext uri="{FF2B5EF4-FFF2-40B4-BE49-F238E27FC236}">
                  <a16:creationId xmlns:a16="http://schemas.microsoft.com/office/drawing/2014/main" id="{BDBAB80A-A0DD-C949-AD2F-A30A123B17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127556" y="4839861"/>
              <a:ext cx="243934" cy="21546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8" name="Straight Connector 425">
              <a:extLst>
                <a:ext uri="{FF2B5EF4-FFF2-40B4-BE49-F238E27FC236}">
                  <a16:creationId xmlns:a16="http://schemas.microsoft.com/office/drawing/2014/main" id="{E14B2FE8-04B9-424A-BCE8-28E93F1095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3601475" y="4827802"/>
              <a:ext cx="342282" cy="1059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9" name="Straight Connector 426">
              <a:extLst>
                <a:ext uri="{FF2B5EF4-FFF2-40B4-BE49-F238E27FC236}">
                  <a16:creationId xmlns:a16="http://schemas.microsoft.com/office/drawing/2014/main" id="{34E7F923-3A06-0F4D-9346-BAD76B407F6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587812" y="4532358"/>
              <a:ext cx="273243" cy="16667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40" name="Straight Connector 427">
              <a:extLst>
                <a:ext uri="{FF2B5EF4-FFF2-40B4-BE49-F238E27FC236}">
                  <a16:creationId xmlns:a16="http://schemas.microsoft.com/office/drawing/2014/main" id="{BB80891E-C3E0-3D4D-BA0B-513467907B5F}"/>
                </a:ext>
              </a:extLst>
            </p:cNvPr>
            <p:cNvCxnSpPr>
              <a:cxnSpLocks noChangeShapeType="1"/>
              <a:endCxn id="212434" idx="4"/>
            </p:cNvCxnSpPr>
            <p:nvPr/>
          </p:nvCxnSpPr>
          <p:spPr bwMode="auto">
            <a:xfrm flipH="1" flipV="1">
              <a:off x="2408213" y="4421934"/>
              <a:ext cx="396306" cy="7426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12341" name="Group 133">
              <a:extLst>
                <a:ext uri="{FF2B5EF4-FFF2-40B4-BE49-F238E27FC236}">
                  <a16:creationId xmlns:a16="http://schemas.microsoft.com/office/drawing/2014/main" id="{3C9B9C79-44AB-9845-B93F-243C03D2B6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4256" y="4681760"/>
              <a:ext cx="513732" cy="157430"/>
              <a:chOff x="2356" y="1300"/>
              <a:chExt cx="555" cy="194"/>
            </a:xfrm>
          </p:grpSpPr>
          <p:sp>
            <p:nvSpPr>
              <p:cNvPr id="212426" name="Oval 407">
                <a:extLst>
                  <a:ext uri="{FF2B5EF4-FFF2-40B4-BE49-F238E27FC236}">
                    <a16:creationId xmlns:a16="http://schemas.microsoft.com/office/drawing/2014/main" id="{5B9F3A69-ABCA-854D-9577-C62049D3F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27" name="Rectangle 410">
                <a:extLst>
                  <a:ext uri="{FF2B5EF4-FFF2-40B4-BE49-F238E27FC236}">
                    <a16:creationId xmlns:a16="http://schemas.microsoft.com/office/drawing/2014/main" id="{2639C9AF-BEE6-1E42-B232-4DD8FD7129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28" name="Oval 411">
                <a:extLst>
                  <a:ext uri="{FF2B5EF4-FFF2-40B4-BE49-F238E27FC236}">
                    <a16:creationId xmlns:a16="http://schemas.microsoft.com/office/drawing/2014/main" id="{28499526-DF01-DB46-85E7-6C99CE6E7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29" name="Group 137">
                <a:extLst>
                  <a:ext uri="{FF2B5EF4-FFF2-40B4-BE49-F238E27FC236}">
                    <a16:creationId xmlns:a16="http://schemas.microsoft.com/office/drawing/2014/main" id="{40CB12FB-1915-6846-9842-91B6EE7C0A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32" name="Freeform 138">
                  <a:extLst>
                    <a:ext uri="{FF2B5EF4-FFF2-40B4-BE49-F238E27FC236}">
                      <a16:creationId xmlns:a16="http://schemas.microsoft.com/office/drawing/2014/main" id="{847CB771-DA3E-AC42-B8DF-A1BF5BDEC0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33" name="Freeform 139">
                  <a:extLst>
                    <a:ext uri="{FF2B5EF4-FFF2-40B4-BE49-F238E27FC236}">
                      <a16:creationId xmlns:a16="http://schemas.microsoft.com/office/drawing/2014/main" id="{E3E08C2B-917B-D346-AA4E-B5EBC713C3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30" name="Line 140">
                <a:extLst>
                  <a:ext uri="{FF2B5EF4-FFF2-40B4-BE49-F238E27FC236}">
                    <a16:creationId xmlns:a16="http://schemas.microsoft.com/office/drawing/2014/main" id="{99A7E912-C929-E946-B023-45C8446B15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1" name="Line 141">
                <a:extLst>
                  <a:ext uri="{FF2B5EF4-FFF2-40B4-BE49-F238E27FC236}">
                    <a16:creationId xmlns:a16="http://schemas.microsoft.com/office/drawing/2014/main" id="{832EA990-9C84-BB4E-879A-E24BB21279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2" name="Group 133">
              <a:extLst>
                <a:ext uri="{FF2B5EF4-FFF2-40B4-BE49-F238E27FC236}">
                  <a16:creationId xmlns:a16="http://schemas.microsoft.com/office/drawing/2014/main" id="{1FD19532-3C6A-6944-B7A0-491DBB859B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9607" y="4745634"/>
              <a:ext cx="513732" cy="157430"/>
              <a:chOff x="2356" y="1300"/>
              <a:chExt cx="555" cy="194"/>
            </a:xfrm>
          </p:grpSpPr>
          <p:sp>
            <p:nvSpPr>
              <p:cNvPr id="212418" name="Oval 407">
                <a:extLst>
                  <a:ext uri="{FF2B5EF4-FFF2-40B4-BE49-F238E27FC236}">
                    <a16:creationId xmlns:a16="http://schemas.microsoft.com/office/drawing/2014/main" id="{EF59029F-35B4-5849-B931-B02AC2AB1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19" name="Rectangle 410">
                <a:extLst>
                  <a:ext uri="{FF2B5EF4-FFF2-40B4-BE49-F238E27FC236}">
                    <a16:creationId xmlns:a16="http://schemas.microsoft.com/office/drawing/2014/main" id="{08EBCE26-9B87-5E46-B45E-E25C0C68F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20" name="Oval 411">
                <a:extLst>
                  <a:ext uri="{FF2B5EF4-FFF2-40B4-BE49-F238E27FC236}">
                    <a16:creationId xmlns:a16="http://schemas.microsoft.com/office/drawing/2014/main" id="{0F10270F-362A-6542-AE2B-5ADF00F2B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21" name="Group 137">
                <a:extLst>
                  <a:ext uri="{FF2B5EF4-FFF2-40B4-BE49-F238E27FC236}">
                    <a16:creationId xmlns:a16="http://schemas.microsoft.com/office/drawing/2014/main" id="{B2B95FB2-765D-8E40-8C40-F185E5E13D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24" name="Freeform 138">
                  <a:extLst>
                    <a:ext uri="{FF2B5EF4-FFF2-40B4-BE49-F238E27FC236}">
                      <a16:creationId xmlns:a16="http://schemas.microsoft.com/office/drawing/2014/main" id="{CE942ADE-85A2-6D40-8786-3982111C0C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25" name="Freeform 139">
                  <a:extLst>
                    <a:ext uri="{FF2B5EF4-FFF2-40B4-BE49-F238E27FC236}">
                      <a16:creationId xmlns:a16="http://schemas.microsoft.com/office/drawing/2014/main" id="{4709E040-8779-E148-8461-4E6DD6FF31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22" name="Line 140">
                <a:extLst>
                  <a:ext uri="{FF2B5EF4-FFF2-40B4-BE49-F238E27FC236}">
                    <a16:creationId xmlns:a16="http://schemas.microsoft.com/office/drawing/2014/main" id="{2EC5C348-D5F7-E848-916C-C461A6C480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0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23" name="Line 141">
                <a:extLst>
                  <a:ext uri="{FF2B5EF4-FFF2-40B4-BE49-F238E27FC236}">
                    <a16:creationId xmlns:a16="http://schemas.microsoft.com/office/drawing/2014/main" id="{53C8DA15-629E-8D47-9DC4-63C6A069CF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2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3" name="Group 133">
              <a:extLst>
                <a:ext uri="{FF2B5EF4-FFF2-40B4-BE49-F238E27FC236}">
                  <a16:creationId xmlns:a16="http://schemas.microsoft.com/office/drawing/2014/main" id="{765B90C5-892F-0246-B0AA-9171237C36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7612" y="4492209"/>
              <a:ext cx="513732" cy="157430"/>
              <a:chOff x="2356" y="1300"/>
              <a:chExt cx="555" cy="194"/>
            </a:xfrm>
          </p:grpSpPr>
          <p:sp>
            <p:nvSpPr>
              <p:cNvPr id="212410" name="Oval 407">
                <a:extLst>
                  <a:ext uri="{FF2B5EF4-FFF2-40B4-BE49-F238E27FC236}">
                    <a16:creationId xmlns:a16="http://schemas.microsoft.com/office/drawing/2014/main" id="{8450505A-D0E4-334D-A6D2-E56B9DCE2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11" name="Rectangle 410">
                <a:extLst>
                  <a:ext uri="{FF2B5EF4-FFF2-40B4-BE49-F238E27FC236}">
                    <a16:creationId xmlns:a16="http://schemas.microsoft.com/office/drawing/2014/main" id="{ACCBA3C4-5E92-5D42-822C-E712FCFC37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12" name="Oval 411">
                <a:extLst>
                  <a:ext uri="{FF2B5EF4-FFF2-40B4-BE49-F238E27FC236}">
                    <a16:creationId xmlns:a16="http://schemas.microsoft.com/office/drawing/2014/main" id="{A3386F0E-8B2D-5841-A6BD-B8C379AA9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13" name="Group 137">
                <a:extLst>
                  <a:ext uri="{FF2B5EF4-FFF2-40B4-BE49-F238E27FC236}">
                    <a16:creationId xmlns:a16="http://schemas.microsoft.com/office/drawing/2014/main" id="{26F2B019-E293-DC4E-9699-082AD56AFB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16" name="Freeform 138">
                  <a:extLst>
                    <a:ext uri="{FF2B5EF4-FFF2-40B4-BE49-F238E27FC236}">
                      <a16:creationId xmlns:a16="http://schemas.microsoft.com/office/drawing/2014/main" id="{DB730DFB-10CF-834A-8A1F-8D99EAB4C9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17" name="Freeform 139">
                  <a:extLst>
                    <a:ext uri="{FF2B5EF4-FFF2-40B4-BE49-F238E27FC236}">
                      <a16:creationId xmlns:a16="http://schemas.microsoft.com/office/drawing/2014/main" id="{294C6390-D20F-8D4E-92C7-D8D0368A01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14" name="Line 140">
                <a:extLst>
                  <a:ext uri="{FF2B5EF4-FFF2-40B4-BE49-F238E27FC236}">
                    <a16:creationId xmlns:a16="http://schemas.microsoft.com/office/drawing/2014/main" id="{0CC4C051-92D9-0C4A-BA08-6AA3F7B6C7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15" name="Line 141">
                <a:extLst>
                  <a:ext uri="{FF2B5EF4-FFF2-40B4-BE49-F238E27FC236}">
                    <a16:creationId xmlns:a16="http://schemas.microsoft.com/office/drawing/2014/main" id="{DADFDC5E-543D-1A4F-9535-A63BAF4AD4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4" name="Group 133">
              <a:extLst>
                <a:ext uri="{FF2B5EF4-FFF2-40B4-BE49-F238E27FC236}">
                  <a16:creationId xmlns:a16="http://schemas.microsoft.com/office/drawing/2014/main" id="{AC489919-23DC-A74F-BC5E-03B0780A3D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8257" y="4374518"/>
              <a:ext cx="513732" cy="157430"/>
              <a:chOff x="2356" y="1300"/>
              <a:chExt cx="555" cy="194"/>
            </a:xfrm>
          </p:grpSpPr>
          <p:sp>
            <p:nvSpPr>
              <p:cNvPr id="212402" name="Oval 407">
                <a:extLst>
                  <a:ext uri="{FF2B5EF4-FFF2-40B4-BE49-F238E27FC236}">
                    <a16:creationId xmlns:a16="http://schemas.microsoft.com/office/drawing/2014/main" id="{8F62846A-7ED3-0D41-893C-AA8ABCCEC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03" name="Rectangle 410">
                <a:extLst>
                  <a:ext uri="{FF2B5EF4-FFF2-40B4-BE49-F238E27FC236}">
                    <a16:creationId xmlns:a16="http://schemas.microsoft.com/office/drawing/2014/main" id="{1A61DF7E-4CE5-2E4D-87F9-D1A9222CA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04" name="Oval 411">
                <a:extLst>
                  <a:ext uri="{FF2B5EF4-FFF2-40B4-BE49-F238E27FC236}">
                    <a16:creationId xmlns:a16="http://schemas.microsoft.com/office/drawing/2014/main" id="{AF3C5BB6-1980-E74F-937E-401D386C5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05" name="Group 137">
                <a:extLst>
                  <a:ext uri="{FF2B5EF4-FFF2-40B4-BE49-F238E27FC236}">
                    <a16:creationId xmlns:a16="http://schemas.microsoft.com/office/drawing/2014/main" id="{E7951780-FF12-1D42-AE17-FA840E6A5C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08" name="Freeform 138">
                  <a:extLst>
                    <a:ext uri="{FF2B5EF4-FFF2-40B4-BE49-F238E27FC236}">
                      <a16:creationId xmlns:a16="http://schemas.microsoft.com/office/drawing/2014/main" id="{C3EB81B5-31D1-674A-8C3D-F4835472A8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09" name="Freeform 139">
                  <a:extLst>
                    <a:ext uri="{FF2B5EF4-FFF2-40B4-BE49-F238E27FC236}">
                      <a16:creationId xmlns:a16="http://schemas.microsoft.com/office/drawing/2014/main" id="{AFA1D2D9-AC22-6C46-9804-C3A0F02216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06" name="Line 140">
                <a:extLst>
                  <a:ext uri="{FF2B5EF4-FFF2-40B4-BE49-F238E27FC236}">
                    <a16:creationId xmlns:a16="http://schemas.microsoft.com/office/drawing/2014/main" id="{3BE3CB23-B550-B24A-961B-B7696B2657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07" name="Line 141">
                <a:extLst>
                  <a:ext uri="{FF2B5EF4-FFF2-40B4-BE49-F238E27FC236}">
                    <a16:creationId xmlns:a16="http://schemas.microsoft.com/office/drawing/2014/main" id="{056EB8FE-8CB2-3D4C-A84C-9CF5FF1D02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5" name="Group 133">
              <a:extLst>
                <a:ext uri="{FF2B5EF4-FFF2-40B4-BE49-F238E27FC236}">
                  <a16:creationId xmlns:a16="http://schemas.microsoft.com/office/drawing/2014/main" id="{9708FB44-81F0-8F46-A168-91749747EB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7517" y="4879602"/>
              <a:ext cx="513732" cy="157430"/>
              <a:chOff x="2356" y="1300"/>
              <a:chExt cx="555" cy="194"/>
            </a:xfrm>
          </p:grpSpPr>
          <p:sp>
            <p:nvSpPr>
              <p:cNvPr id="212394" name="Oval 407">
                <a:extLst>
                  <a:ext uri="{FF2B5EF4-FFF2-40B4-BE49-F238E27FC236}">
                    <a16:creationId xmlns:a16="http://schemas.microsoft.com/office/drawing/2014/main" id="{2F33FFD2-A75D-DD42-873F-D60991883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5" name="Rectangle 410">
                <a:extLst>
                  <a:ext uri="{FF2B5EF4-FFF2-40B4-BE49-F238E27FC236}">
                    <a16:creationId xmlns:a16="http://schemas.microsoft.com/office/drawing/2014/main" id="{C19BA767-E55C-584A-A7CA-8D0E63010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6" name="Oval 411">
                <a:extLst>
                  <a:ext uri="{FF2B5EF4-FFF2-40B4-BE49-F238E27FC236}">
                    <a16:creationId xmlns:a16="http://schemas.microsoft.com/office/drawing/2014/main" id="{0AA72197-3A39-014C-AEC8-CA58E95EC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397" name="Group 137">
                <a:extLst>
                  <a:ext uri="{FF2B5EF4-FFF2-40B4-BE49-F238E27FC236}">
                    <a16:creationId xmlns:a16="http://schemas.microsoft.com/office/drawing/2014/main" id="{6C0714E0-0094-2940-B423-9E87F53FA0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00" name="Freeform 138">
                  <a:extLst>
                    <a:ext uri="{FF2B5EF4-FFF2-40B4-BE49-F238E27FC236}">
                      <a16:creationId xmlns:a16="http://schemas.microsoft.com/office/drawing/2014/main" id="{1DEC0890-CFB3-D142-BDBA-01853CAC8B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01" name="Freeform 139">
                  <a:extLst>
                    <a:ext uri="{FF2B5EF4-FFF2-40B4-BE49-F238E27FC236}">
                      <a16:creationId xmlns:a16="http://schemas.microsoft.com/office/drawing/2014/main" id="{55989B49-AAF6-3949-BAD4-D234242AC8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398" name="Line 140">
                <a:extLst>
                  <a:ext uri="{FF2B5EF4-FFF2-40B4-BE49-F238E27FC236}">
                    <a16:creationId xmlns:a16="http://schemas.microsoft.com/office/drawing/2014/main" id="{1C513002-E3FB-3243-8B2D-E2410BA085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9" name="Line 141">
                <a:extLst>
                  <a:ext uri="{FF2B5EF4-FFF2-40B4-BE49-F238E27FC236}">
                    <a16:creationId xmlns:a16="http://schemas.microsoft.com/office/drawing/2014/main" id="{667FCE78-4768-944A-AC97-0F371A72C3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6" name="Group 133">
              <a:extLst>
                <a:ext uri="{FF2B5EF4-FFF2-40B4-BE49-F238E27FC236}">
                  <a16:creationId xmlns:a16="http://schemas.microsoft.com/office/drawing/2014/main" id="{BAC969A7-FBF2-7E4A-83B2-CEC18BF316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27730" y="5041361"/>
              <a:ext cx="513732" cy="157430"/>
              <a:chOff x="2356" y="1300"/>
              <a:chExt cx="555" cy="194"/>
            </a:xfrm>
          </p:grpSpPr>
          <p:sp>
            <p:nvSpPr>
              <p:cNvPr id="212386" name="Oval 407">
                <a:extLst>
                  <a:ext uri="{FF2B5EF4-FFF2-40B4-BE49-F238E27FC236}">
                    <a16:creationId xmlns:a16="http://schemas.microsoft.com/office/drawing/2014/main" id="{F9C686C5-20E3-4D4C-9476-74BB5092C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87" name="Rectangle 410">
                <a:extLst>
                  <a:ext uri="{FF2B5EF4-FFF2-40B4-BE49-F238E27FC236}">
                    <a16:creationId xmlns:a16="http://schemas.microsoft.com/office/drawing/2014/main" id="{303650D4-5E03-4C4E-A363-372D37C53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88" name="Oval 411">
                <a:extLst>
                  <a:ext uri="{FF2B5EF4-FFF2-40B4-BE49-F238E27FC236}">
                    <a16:creationId xmlns:a16="http://schemas.microsoft.com/office/drawing/2014/main" id="{C3921D9A-BB10-C74A-9C49-2E9FFB4B5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389" name="Group 137">
                <a:extLst>
                  <a:ext uri="{FF2B5EF4-FFF2-40B4-BE49-F238E27FC236}">
                    <a16:creationId xmlns:a16="http://schemas.microsoft.com/office/drawing/2014/main" id="{1368B42A-E1D4-4E41-A535-6A0F08ED5C7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392" name="Freeform 138">
                  <a:extLst>
                    <a:ext uri="{FF2B5EF4-FFF2-40B4-BE49-F238E27FC236}">
                      <a16:creationId xmlns:a16="http://schemas.microsoft.com/office/drawing/2014/main" id="{DC2B0CDE-E5F3-8B4D-AEBE-6210B39491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93" name="Freeform 139">
                  <a:extLst>
                    <a:ext uri="{FF2B5EF4-FFF2-40B4-BE49-F238E27FC236}">
                      <a16:creationId xmlns:a16="http://schemas.microsoft.com/office/drawing/2014/main" id="{AE410816-FCD6-7E45-A8F5-619164B609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390" name="Line 140">
                <a:extLst>
                  <a:ext uri="{FF2B5EF4-FFF2-40B4-BE49-F238E27FC236}">
                    <a16:creationId xmlns:a16="http://schemas.microsoft.com/office/drawing/2014/main" id="{97701F79-D645-3040-823B-E562904B57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1" name="Line 141">
                <a:extLst>
                  <a:ext uri="{FF2B5EF4-FFF2-40B4-BE49-F238E27FC236}">
                    <a16:creationId xmlns:a16="http://schemas.microsoft.com/office/drawing/2014/main" id="{C2C3393C-A20E-2546-BA69-6E66D108EE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7" name="Group 133">
              <a:extLst>
                <a:ext uri="{FF2B5EF4-FFF2-40B4-BE49-F238E27FC236}">
                  <a16:creationId xmlns:a16="http://schemas.microsoft.com/office/drawing/2014/main" id="{52520BE8-E097-9D4A-90EB-4DB743A57D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66981" y="4995528"/>
              <a:ext cx="513732" cy="157430"/>
              <a:chOff x="2356" y="1300"/>
              <a:chExt cx="555" cy="194"/>
            </a:xfrm>
          </p:grpSpPr>
          <p:sp>
            <p:nvSpPr>
              <p:cNvPr id="212378" name="Oval 407">
                <a:extLst>
                  <a:ext uri="{FF2B5EF4-FFF2-40B4-BE49-F238E27FC236}">
                    <a16:creationId xmlns:a16="http://schemas.microsoft.com/office/drawing/2014/main" id="{17851E51-11FE-E54F-9828-F63F52408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79" name="Rectangle 410">
                <a:extLst>
                  <a:ext uri="{FF2B5EF4-FFF2-40B4-BE49-F238E27FC236}">
                    <a16:creationId xmlns:a16="http://schemas.microsoft.com/office/drawing/2014/main" id="{652E2E03-B9B4-8844-A236-4B0AE6464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80" name="Oval 411">
                <a:extLst>
                  <a:ext uri="{FF2B5EF4-FFF2-40B4-BE49-F238E27FC236}">
                    <a16:creationId xmlns:a16="http://schemas.microsoft.com/office/drawing/2014/main" id="{7B869092-152F-8849-94DF-C2E8EEB818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381" name="Group 137">
                <a:extLst>
                  <a:ext uri="{FF2B5EF4-FFF2-40B4-BE49-F238E27FC236}">
                    <a16:creationId xmlns:a16="http://schemas.microsoft.com/office/drawing/2014/main" id="{D7AB1565-C144-CF40-923D-62CBCCEB80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384" name="Freeform 138">
                  <a:extLst>
                    <a:ext uri="{FF2B5EF4-FFF2-40B4-BE49-F238E27FC236}">
                      <a16:creationId xmlns:a16="http://schemas.microsoft.com/office/drawing/2014/main" id="{79DCBDC9-25CB-D04A-B18F-49C0271ECB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85" name="Freeform 139">
                  <a:extLst>
                    <a:ext uri="{FF2B5EF4-FFF2-40B4-BE49-F238E27FC236}">
                      <a16:creationId xmlns:a16="http://schemas.microsoft.com/office/drawing/2014/main" id="{EE1506B3-91A9-8545-BF42-773A7261D0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382" name="Line 140">
                <a:extLst>
                  <a:ext uri="{FF2B5EF4-FFF2-40B4-BE49-F238E27FC236}">
                    <a16:creationId xmlns:a16="http://schemas.microsoft.com/office/drawing/2014/main" id="{6D758495-4525-1840-9108-433D7676F0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83" name="Line 141">
                <a:extLst>
                  <a:ext uri="{FF2B5EF4-FFF2-40B4-BE49-F238E27FC236}">
                    <a16:creationId xmlns:a16="http://schemas.microsoft.com/office/drawing/2014/main" id="{F9EE4465-F2B1-6849-A118-0B1C30F339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cxnSp>
          <p:nvCxnSpPr>
            <p:cNvPr id="212348" name="Straight Connector 12">
              <a:extLst>
                <a:ext uri="{FF2B5EF4-FFF2-40B4-BE49-F238E27FC236}">
                  <a16:creationId xmlns:a16="http://schemas.microsoft.com/office/drawing/2014/main" id="{B6714E0E-0D31-C84D-8D9E-9FCB38926A94}"/>
                </a:ext>
              </a:extLst>
            </p:cNvPr>
            <p:cNvCxnSpPr>
              <a:cxnSpLocks noChangeShapeType="1"/>
              <a:endCxn id="212518" idx="1"/>
            </p:cNvCxnSpPr>
            <p:nvPr/>
          </p:nvCxnSpPr>
          <p:spPr bwMode="auto">
            <a:xfrm>
              <a:off x="2382838" y="2609850"/>
              <a:ext cx="238125" cy="261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49" name="Straight Connector 500">
              <a:extLst>
                <a:ext uri="{FF2B5EF4-FFF2-40B4-BE49-F238E27FC236}">
                  <a16:creationId xmlns:a16="http://schemas.microsoft.com/office/drawing/2014/main" id="{8155903A-B103-D14E-8CCC-1DFA8FB2545E}"/>
                </a:ext>
              </a:extLst>
            </p:cNvPr>
            <p:cNvCxnSpPr>
              <a:cxnSpLocks noChangeShapeType="1"/>
              <a:stCxn id="212314" idx="8"/>
              <a:endCxn id="212375" idx="2"/>
            </p:cNvCxnSpPr>
            <p:nvPr/>
          </p:nvCxnSpPr>
          <p:spPr bwMode="auto">
            <a:xfrm>
              <a:off x="1455738" y="2990850"/>
              <a:ext cx="38100" cy="309563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0" name="Straight Connector 501">
              <a:extLst>
                <a:ext uri="{FF2B5EF4-FFF2-40B4-BE49-F238E27FC236}">
                  <a16:creationId xmlns:a16="http://schemas.microsoft.com/office/drawing/2014/main" id="{7AC7E695-EA07-3046-99DC-F8FD9D67454A}"/>
                </a:ext>
              </a:extLst>
            </p:cNvPr>
            <p:cNvCxnSpPr>
              <a:cxnSpLocks noChangeShapeType="1"/>
              <a:endCxn id="212375" idx="3"/>
            </p:cNvCxnSpPr>
            <p:nvPr/>
          </p:nvCxnSpPr>
          <p:spPr bwMode="auto">
            <a:xfrm>
              <a:off x="1235075" y="3271838"/>
              <a:ext cx="123825" cy="21272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1" name="Straight Connector 502">
              <a:extLst>
                <a:ext uri="{FF2B5EF4-FFF2-40B4-BE49-F238E27FC236}">
                  <a16:creationId xmlns:a16="http://schemas.microsoft.com/office/drawing/2014/main" id="{FBEF241B-F253-EF47-B879-F39C832F0097}"/>
                </a:ext>
              </a:extLst>
            </p:cNvPr>
            <p:cNvCxnSpPr>
              <a:cxnSpLocks noChangeShapeType="1"/>
              <a:endCxn id="212486" idx="1"/>
            </p:cNvCxnSpPr>
            <p:nvPr/>
          </p:nvCxnSpPr>
          <p:spPr bwMode="auto">
            <a:xfrm>
              <a:off x="3916363" y="2411413"/>
              <a:ext cx="307975" cy="57308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2" name="Straight Connector 503">
              <a:extLst>
                <a:ext uri="{FF2B5EF4-FFF2-40B4-BE49-F238E27FC236}">
                  <a16:creationId xmlns:a16="http://schemas.microsoft.com/office/drawing/2014/main" id="{0A2E296A-C992-6B43-B5B6-1F149E2F6438}"/>
                </a:ext>
              </a:extLst>
            </p:cNvPr>
            <p:cNvCxnSpPr>
              <a:cxnSpLocks noChangeShapeType="1"/>
              <a:endCxn id="212486" idx="0"/>
            </p:cNvCxnSpPr>
            <p:nvPr/>
          </p:nvCxnSpPr>
          <p:spPr bwMode="auto">
            <a:xfrm flipH="1">
              <a:off x="4425950" y="2389188"/>
              <a:ext cx="384175" cy="57943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3" name="Straight Connector 504">
              <a:extLst>
                <a:ext uri="{FF2B5EF4-FFF2-40B4-BE49-F238E27FC236}">
                  <a16:creationId xmlns:a16="http://schemas.microsoft.com/office/drawing/2014/main" id="{0BB8E01C-35B8-5443-AA35-94FD0ED7D221}"/>
                </a:ext>
              </a:extLst>
            </p:cNvPr>
            <p:cNvCxnSpPr>
              <a:cxnSpLocks noChangeShapeType="1"/>
              <a:endCxn id="212568" idx="0"/>
            </p:cNvCxnSpPr>
            <p:nvPr/>
          </p:nvCxnSpPr>
          <p:spPr bwMode="auto">
            <a:xfrm>
              <a:off x="6770688" y="2900363"/>
              <a:ext cx="215900" cy="10461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4" name="Straight Connector 505">
              <a:extLst>
                <a:ext uri="{FF2B5EF4-FFF2-40B4-BE49-F238E27FC236}">
                  <a16:creationId xmlns:a16="http://schemas.microsoft.com/office/drawing/2014/main" id="{3F481430-2BCB-0248-A5BC-932728EDBEA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137400" y="3251200"/>
              <a:ext cx="241300" cy="6921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5" name="Straight Connector 506">
              <a:extLst>
                <a:ext uri="{FF2B5EF4-FFF2-40B4-BE49-F238E27FC236}">
                  <a16:creationId xmlns:a16="http://schemas.microsoft.com/office/drawing/2014/main" id="{DCE29518-A483-9A4A-8A10-D89316C48683}"/>
                </a:ext>
              </a:extLst>
            </p:cNvPr>
            <p:cNvCxnSpPr>
              <a:cxnSpLocks noChangeShapeType="1"/>
              <a:stCxn id="212318" idx="4"/>
              <a:endCxn id="212563" idx="0"/>
            </p:cNvCxnSpPr>
            <p:nvPr/>
          </p:nvCxnSpPr>
          <p:spPr bwMode="auto">
            <a:xfrm flipH="1">
              <a:off x="7483475" y="4229100"/>
              <a:ext cx="541338" cy="2492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6" name="Straight Connector 507">
              <a:extLst>
                <a:ext uri="{FF2B5EF4-FFF2-40B4-BE49-F238E27FC236}">
                  <a16:creationId xmlns:a16="http://schemas.microsoft.com/office/drawing/2014/main" id="{062098A9-49C1-FC4F-BB79-741CE6EB84D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454900" y="4573588"/>
              <a:ext cx="796925" cy="6143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7" name="Straight Connector 508">
              <a:extLst>
                <a:ext uri="{FF2B5EF4-FFF2-40B4-BE49-F238E27FC236}">
                  <a16:creationId xmlns:a16="http://schemas.microsoft.com/office/drawing/2014/main" id="{90054380-151A-B141-BDB3-3E4AA2C38869}"/>
                </a:ext>
              </a:extLst>
            </p:cNvPr>
            <p:cNvCxnSpPr>
              <a:cxnSpLocks noChangeShapeType="1"/>
              <a:endCxn id="212550" idx="5"/>
            </p:cNvCxnSpPr>
            <p:nvPr/>
          </p:nvCxnSpPr>
          <p:spPr bwMode="auto">
            <a:xfrm flipH="1" flipV="1">
              <a:off x="6496050" y="4722813"/>
              <a:ext cx="1047750" cy="96678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8" name="Straight Connector 509">
              <a:extLst>
                <a:ext uri="{FF2B5EF4-FFF2-40B4-BE49-F238E27FC236}">
                  <a16:creationId xmlns:a16="http://schemas.microsoft.com/office/drawing/2014/main" id="{21C0B679-0C15-6945-A3BB-B0ACE9DA5808}"/>
                </a:ext>
              </a:extLst>
            </p:cNvPr>
            <p:cNvCxnSpPr>
              <a:cxnSpLocks noChangeShapeType="1"/>
              <a:stCxn id="212319" idx="0"/>
              <a:endCxn id="212374" idx="5"/>
            </p:cNvCxnSpPr>
            <p:nvPr/>
          </p:nvCxnSpPr>
          <p:spPr bwMode="auto">
            <a:xfrm flipH="1" flipV="1">
              <a:off x="5084763" y="5684838"/>
              <a:ext cx="520700" cy="1698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9" name="Straight Connector 510">
              <a:extLst>
                <a:ext uri="{FF2B5EF4-FFF2-40B4-BE49-F238E27FC236}">
                  <a16:creationId xmlns:a16="http://schemas.microsoft.com/office/drawing/2014/main" id="{33131352-7320-7646-AD94-144B19056B3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4068763" y="5045075"/>
              <a:ext cx="371475" cy="9731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0" name="Straight Connector 511">
              <a:extLst>
                <a:ext uri="{FF2B5EF4-FFF2-40B4-BE49-F238E27FC236}">
                  <a16:creationId xmlns:a16="http://schemas.microsoft.com/office/drawing/2014/main" id="{519C1488-2E54-214C-8E4D-12B6C39EB89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389313" y="5689600"/>
              <a:ext cx="306387" cy="16510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1" name="Straight Connector 512">
              <a:extLst>
                <a:ext uri="{FF2B5EF4-FFF2-40B4-BE49-F238E27FC236}">
                  <a16:creationId xmlns:a16="http://schemas.microsoft.com/office/drawing/2014/main" id="{20D11DEC-F7C3-0641-8F5E-C7D41BE01B3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790700" y="5160963"/>
              <a:ext cx="401638" cy="2095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2" name="Straight Connector 513">
              <a:extLst>
                <a:ext uri="{FF2B5EF4-FFF2-40B4-BE49-F238E27FC236}">
                  <a16:creationId xmlns:a16="http://schemas.microsoft.com/office/drawing/2014/main" id="{88CCB251-E7F3-D446-8226-8B6A8179594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79513" y="4467225"/>
              <a:ext cx="227012" cy="28257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3" name="Straight Connector 514">
              <a:extLst>
                <a:ext uri="{FF2B5EF4-FFF2-40B4-BE49-F238E27FC236}">
                  <a16:creationId xmlns:a16="http://schemas.microsoft.com/office/drawing/2014/main" id="{8C9C682C-C537-0B4A-8C35-5EF72924B2CF}"/>
                </a:ext>
              </a:extLst>
            </p:cNvPr>
            <p:cNvCxnSpPr>
              <a:cxnSpLocks noChangeShapeType="1"/>
              <a:endCxn id="212375" idx="5"/>
            </p:cNvCxnSpPr>
            <p:nvPr/>
          </p:nvCxnSpPr>
          <p:spPr bwMode="auto">
            <a:xfrm flipV="1">
              <a:off x="1155700" y="4368800"/>
              <a:ext cx="203200" cy="7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64" name="Oval 14">
              <a:extLst>
                <a:ext uri="{FF2B5EF4-FFF2-40B4-BE49-F238E27FC236}">
                  <a16:creationId xmlns:a16="http://schemas.microsoft.com/office/drawing/2014/main" id="{12CB2B5E-74D5-1247-86F8-7D424C4BD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7595" y="2896842"/>
              <a:ext cx="528046" cy="30477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212365" name="Straight Connector 18">
              <a:extLst>
                <a:ext uri="{FF2B5EF4-FFF2-40B4-BE49-F238E27FC236}">
                  <a16:creationId xmlns:a16="http://schemas.microsoft.com/office/drawing/2014/main" id="{C9A493C6-7E3B-8F4B-9C35-7487DBD21BF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713288" y="3051291"/>
              <a:ext cx="964307" cy="268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6" name="Straight Connector 516">
              <a:extLst>
                <a:ext uri="{FF2B5EF4-FFF2-40B4-BE49-F238E27FC236}">
                  <a16:creationId xmlns:a16="http://schemas.microsoft.com/office/drawing/2014/main" id="{EA165901-B4F4-9149-8D94-F5D1EF46D02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39457" y="3169615"/>
              <a:ext cx="691556" cy="78484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7" name="Straight Connector 515">
              <a:extLst>
                <a:ext uri="{FF2B5EF4-FFF2-40B4-BE49-F238E27FC236}">
                  <a16:creationId xmlns:a16="http://schemas.microsoft.com/office/drawing/2014/main" id="{8F5D51C1-226C-6041-A49C-77285E66A8F2}"/>
                </a:ext>
              </a:extLst>
            </p:cNvPr>
            <p:cNvCxnSpPr>
              <a:cxnSpLocks noChangeShapeType="1"/>
              <a:stCxn id="212404" idx="0"/>
            </p:cNvCxnSpPr>
            <p:nvPr/>
          </p:nvCxnSpPr>
          <p:spPr bwMode="auto">
            <a:xfrm flipV="1">
              <a:off x="3832888" y="4233720"/>
              <a:ext cx="190494" cy="14143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68" name="Oval 521">
              <a:extLst>
                <a:ext uri="{FF2B5EF4-FFF2-40B4-BE49-F238E27FC236}">
                  <a16:creationId xmlns:a16="http://schemas.microsoft.com/office/drawing/2014/main" id="{A11BC0A9-92CD-6445-B4EA-5AB7ECED09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543" y="3959560"/>
              <a:ext cx="528230" cy="30505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   </a:t>
              </a:r>
            </a:p>
          </p:txBody>
        </p:sp>
        <p:cxnSp>
          <p:nvCxnSpPr>
            <p:cNvPr id="212369" name="Straight Connector 519">
              <a:extLst>
                <a:ext uri="{FF2B5EF4-FFF2-40B4-BE49-F238E27FC236}">
                  <a16:creationId xmlns:a16="http://schemas.microsoft.com/office/drawing/2014/main" id="{0D76712C-6BAC-0F4F-83BA-864634AFEA71}"/>
                </a:ext>
              </a:extLst>
            </p:cNvPr>
            <p:cNvCxnSpPr>
              <a:cxnSpLocks noChangeShapeType="1"/>
              <a:stCxn id="212368" idx="6"/>
              <a:endCxn id="212602" idx="1"/>
            </p:cNvCxnSpPr>
            <p:nvPr/>
          </p:nvCxnSpPr>
          <p:spPr bwMode="auto">
            <a:xfrm flipV="1">
              <a:off x="4460773" y="3953940"/>
              <a:ext cx="770040" cy="15814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0" name="Straight Connector 520">
              <a:extLst>
                <a:ext uri="{FF2B5EF4-FFF2-40B4-BE49-F238E27FC236}">
                  <a16:creationId xmlns:a16="http://schemas.microsoft.com/office/drawing/2014/main" id="{BF1055A1-7731-DD4B-9C17-14D79C2BE26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2525" y="3789363"/>
              <a:ext cx="342828" cy="20501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1" name="Straight Connector 7">
              <a:extLst>
                <a:ext uri="{FF2B5EF4-FFF2-40B4-BE49-F238E27FC236}">
                  <a16:creationId xmlns:a16="http://schemas.microsoft.com/office/drawing/2014/main" id="{DD44BBBA-67CC-324B-82FA-1F06761240E6}"/>
                </a:ext>
              </a:extLst>
            </p:cNvPr>
            <p:cNvCxnSpPr>
              <a:cxnSpLocks noChangeShapeType="1"/>
              <a:stCxn id="212476" idx="5"/>
              <a:endCxn id="212600" idx="1"/>
            </p:cNvCxnSpPr>
            <p:nvPr/>
          </p:nvCxnSpPr>
          <p:spPr bwMode="auto">
            <a:xfrm>
              <a:off x="4876727" y="3633788"/>
              <a:ext cx="431873" cy="22237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2" name="Straight Connector 415">
              <a:extLst>
                <a:ext uri="{FF2B5EF4-FFF2-40B4-BE49-F238E27FC236}">
                  <a16:creationId xmlns:a16="http://schemas.microsoft.com/office/drawing/2014/main" id="{E5879C3B-C51B-F044-AB12-0AC49119D6A9}"/>
                </a:ext>
              </a:extLst>
            </p:cNvPr>
            <p:cNvCxnSpPr>
              <a:cxnSpLocks noChangeShapeType="1"/>
              <a:endCxn id="212436" idx="0"/>
            </p:cNvCxnSpPr>
            <p:nvPr/>
          </p:nvCxnSpPr>
          <p:spPr bwMode="auto">
            <a:xfrm flipH="1">
              <a:off x="2406650" y="3753813"/>
              <a:ext cx="282556" cy="511097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3" name="Straight Connector 523">
              <a:extLst>
                <a:ext uri="{FF2B5EF4-FFF2-40B4-BE49-F238E27FC236}">
                  <a16:creationId xmlns:a16="http://schemas.microsoft.com/office/drawing/2014/main" id="{38228BDF-4479-0A49-B534-DBFBE9AC9F97}"/>
                </a:ext>
              </a:extLst>
            </p:cNvPr>
            <p:cNvCxnSpPr>
              <a:cxnSpLocks noChangeShapeType="1"/>
              <a:stCxn id="212399" idx="0"/>
            </p:cNvCxnSpPr>
            <p:nvPr/>
          </p:nvCxnSpPr>
          <p:spPr bwMode="auto">
            <a:xfrm flipV="1">
              <a:off x="4307761" y="4626483"/>
              <a:ext cx="844015" cy="3042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74" name="Oval 6">
              <a:extLst>
                <a:ext uri="{FF2B5EF4-FFF2-40B4-BE49-F238E27FC236}">
                  <a16:creationId xmlns:a16="http://schemas.microsoft.com/office/drawing/2014/main" id="{E8F4E564-B0C5-094F-B054-D95E2EB4D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100" y="5359400"/>
              <a:ext cx="2044700" cy="381000"/>
            </a:xfrm>
            <a:prstGeom prst="ellipse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75" name="Oval 517">
              <a:extLst>
                <a:ext uri="{FF2B5EF4-FFF2-40B4-BE49-F238E27FC236}">
                  <a16:creationId xmlns:a16="http://schemas.microsoft.com/office/drawing/2014/main" id="{3E941375-17AE-A444-BC58-27E4F58BCBA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67569" y="3736182"/>
              <a:ext cx="1252537" cy="381000"/>
            </a:xfrm>
            <a:prstGeom prst="ellipse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212376" name="Straight Connector 39941">
              <a:extLst>
                <a:ext uri="{FF2B5EF4-FFF2-40B4-BE49-F238E27FC236}">
                  <a16:creationId xmlns:a16="http://schemas.microsoft.com/office/drawing/2014/main" id="{88CB59FF-B4E1-3045-B6B9-87E198A0A2F4}"/>
                </a:ext>
              </a:extLst>
            </p:cNvPr>
            <p:cNvCxnSpPr>
              <a:cxnSpLocks noChangeShapeType="1"/>
              <a:stCxn id="212375" idx="0"/>
              <a:endCxn id="212464" idx="0"/>
            </p:cNvCxnSpPr>
            <p:nvPr/>
          </p:nvCxnSpPr>
          <p:spPr bwMode="auto">
            <a:xfrm flipV="1">
              <a:off x="1684338" y="3654425"/>
              <a:ext cx="758825" cy="2730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7" name="Straight Connector 524">
              <a:extLst>
                <a:ext uri="{FF2B5EF4-FFF2-40B4-BE49-F238E27FC236}">
                  <a16:creationId xmlns:a16="http://schemas.microsoft.com/office/drawing/2014/main" id="{54823C0A-DE8A-3A46-9135-EC29ADC3944E}"/>
                </a:ext>
              </a:extLst>
            </p:cNvPr>
            <p:cNvCxnSpPr>
              <a:cxnSpLocks noChangeShapeType="1"/>
              <a:endCxn id="212438" idx="1"/>
            </p:cNvCxnSpPr>
            <p:nvPr/>
          </p:nvCxnSpPr>
          <p:spPr bwMode="auto">
            <a:xfrm>
              <a:off x="1685925" y="4111625"/>
              <a:ext cx="466725" cy="26987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11973" name="Group 418">
            <a:extLst>
              <a:ext uri="{FF2B5EF4-FFF2-40B4-BE49-F238E27FC236}">
                <a16:creationId xmlns:a16="http://schemas.microsoft.com/office/drawing/2014/main" id="{64878C9C-88A7-1B45-89D7-909D79798F1A}"/>
              </a:ext>
            </a:extLst>
          </p:cNvPr>
          <p:cNvGrpSpPr>
            <a:grpSpLocks/>
          </p:cNvGrpSpPr>
          <p:nvPr/>
        </p:nvGrpSpPr>
        <p:grpSpPr bwMode="auto">
          <a:xfrm>
            <a:off x="1963738" y="4827588"/>
            <a:ext cx="874712" cy="506412"/>
            <a:chOff x="2889" y="1631"/>
            <a:chExt cx="980" cy="743"/>
          </a:xfrm>
        </p:grpSpPr>
        <p:sp>
          <p:nvSpPr>
            <p:cNvPr id="212304" name="Rectangle 419">
              <a:extLst>
                <a:ext uri="{FF2B5EF4-FFF2-40B4-BE49-F238E27FC236}">
                  <a16:creationId xmlns:a16="http://schemas.microsoft.com/office/drawing/2014/main" id="{33B94C50-17C9-004C-8B35-6F999C043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5249" name="AutoShape 420">
              <a:extLst>
                <a:ext uri="{FF2B5EF4-FFF2-40B4-BE49-F238E27FC236}">
                  <a16:creationId xmlns:a16="http://schemas.microsoft.com/office/drawing/2014/main" id="{2546187A-576B-DE46-A64B-440FC4856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4"/>
            </a:xfrm>
            <a:prstGeom prst="triangle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211974" name="Line 424">
            <a:extLst>
              <a:ext uri="{FF2B5EF4-FFF2-40B4-BE49-F238E27FC236}">
                <a16:creationId xmlns:a16="http://schemas.microsoft.com/office/drawing/2014/main" id="{2ADD125E-0DE3-4D46-882E-73961DE4315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86051" y="5280026"/>
            <a:ext cx="144463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7DAA6B4B-E4A2-4841-8AC1-82CFF7FBD6B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91026" y="1906929"/>
            <a:ext cx="10535957" cy="1306512"/>
          </a:xfrm>
        </p:spPr>
        <p:txBody>
          <a:bodyPr/>
          <a:lstStyle/>
          <a:p>
            <a:pPr>
              <a:buSzPct val="100000"/>
              <a:buFont typeface="Wingdings" pitchFamily="2" charset="2"/>
              <a:buChar char="§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subscriber requests content, service provider returns manifest</a:t>
            </a:r>
          </a:p>
        </p:txBody>
      </p:sp>
      <p:sp>
        <p:nvSpPr>
          <p:cNvPr id="673" name="Title 1">
            <a:extLst>
              <a:ext uri="{FF2B5EF4-FFF2-40B4-BE49-F238E27FC236}">
                <a16:creationId xmlns:a16="http://schemas.microsoft.com/office/drawing/2014/main" id="{21721E23-9F57-904C-BFCA-C4CD4A1EA5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Content distribution </a:t>
            </a:r>
            <a:r>
              <a:rPr lang="en-US" altLang="en-US" dirty="0">
                <a:ea typeface="ＭＳ Ｐゴシック" panose="020B0600070205080204" pitchFamily="34" charset="-128"/>
              </a:rPr>
              <a:t>n</a:t>
            </a:r>
            <a:r>
              <a:rPr lang="en-US" altLang="en-US" sz="4400" dirty="0">
                <a:ea typeface="ＭＳ Ｐゴシック" panose="020B0600070205080204" pitchFamily="34" charset="-128"/>
              </a:rPr>
              <a:t>etworks (CDNs)</a:t>
            </a:r>
          </a:p>
        </p:txBody>
      </p: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0F460B63-6ED8-F347-BBCA-6234C05E84AA}"/>
              </a:ext>
            </a:extLst>
          </p:cNvPr>
          <p:cNvGrpSpPr>
            <a:grpSpLocks/>
          </p:cNvGrpSpPr>
          <p:nvPr/>
        </p:nvGrpSpPr>
        <p:grpSpPr bwMode="auto">
          <a:xfrm>
            <a:off x="4745038" y="5776913"/>
            <a:ext cx="349250" cy="679450"/>
            <a:chOff x="7923189" y="2486664"/>
            <a:chExt cx="360377" cy="884585"/>
          </a:xfrm>
        </p:grpSpPr>
        <p:pic>
          <p:nvPicPr>
            <p:cNvPr id="212270" name="Picture 3">
              <a:extLst>
                <a:ext uri="{FF2B5EF4-FFF2-40B4-BE49-F238E27FC236}">
                  <a16:creationId xmlns:a16="http://schemas.microsoft.com/office/drawing/2014/main" id="{C6D635F6-BB30-AA4D-BE52-460EABB84F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71" name="Group 950">
              <a:extLst>
                <a:ext uri="{FF2B5EF4-FFF2-40B4-BE49-F238E27FC236}">
                  <a16:creationId xmlns:a16="http://schemas.microsoft.com/office/drawing/2014/main" id="{59A02A58-675C-9B46-A67F-C1008EA98B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72" name="Freeform 951">
                <a:extLst>
                  <a:ext uri="{FF2B5EF4-FFF2-40B4-BE49-F238E27FC236}">
                    <a16:creationId xmlns:a16="http://schemas.microsoft.com/office/drawing/2014/main" id="{DB6BE476-FB59-564D-A7CD-F63CB4F03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3" name="Rectangle 952">
                <a:extLst>
                  <a:ext uri="{FF2B5EF4-FFF2-40B4-BE49-F238E27FC236}">
                    <a16:creationId xmlns:a16="http://schemas.microsoft.com/office/drawing/2014/main" id="{97AAE496-AF52-7646-BE1B-C5175383B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4" name="Freeform 953">
                <a:extLst>
                  <a:ext uri="{FF2B5EF4-FFF2-40B4-BE49-F238E27FC236}">
                    <a16:creationId xmlns:a16="http://schemas.microsoft.com/office/drawing/2014/main" id="{78FEEF1E-CBB8-154D-9E0A-4C30741DF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5" name="Freeform 954">
                <a:extLst>
                  <a:ext uri="{FF2B5EF4-FFF2-40B4-BE49-F238E27FC236}">
                    <a16:creationId xmlns:a16="http://schemas.microsoft.com/office/drawing/2014/main" id="{064546A9-BF2A-C14D-B11A-3FF7F8D60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6" name="Rectangle 955">
                <a:extLst>
                  <a:ext uri="{FF2B5EF4-FFF2-40B4-BE49-F238E27FC236}">
                    <a16:creationId xmlns:a16="http://schemas.microsoft.com/office/drawing/2014/main" id="{A14329CB-23B1-7B4E-8E21-1EBE2CA83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77" name="Group 956">
                <a:extLst>
                  <a:ext uri="{FF2B5EF4-FFF2-40B4-BE49-F238E27FC236}">
                    <a16:creationId xmlns:a16="http://schemas.microsoft.com/office/drawing/2014/main" id="{ABBB6008-BA37-504A-BF1C-773E127FD1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302" name="AutoShape 957">
                  <a:extLst>
                    <a:ext uri="{FF2B5EF4-FFF2-40B4-BE49-F238E27FC236}">
                      <a16:creationId xmlns:a16="http://schemas.microsoft.com/office/drawing/2014/main" id="{BBAE6B6F-A278-9C4B-9012-71D473E843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03" name="AutoShape 958">
                  <a:extLst>
                    <a:ext uri="{FF2B5EF4-FFF2-40B4-BE49-F238E27FC236}">
                      <a16:creationId xmlns:a16="http://schemas.microsoft.com/office/drawing/2014/main" id="{D5A328A7-1DE3-2945-A17E-0EFC3C10CE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78" name="Rectangle 959">
                <a:extLst>
                  <a:ext uri="{FF2B5EF4-FFF2-40B4-BE49-F238E27FC236}">
                    <a16:creationId xmlns:a16="http://schemas.microsoft.com/office/drawing/2014/main" id="{E94A5BB5-420E-DC4D-9F7A-0609BE927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79" name="Group 960">
                <a:extLst>
                  <a:ext uri="{FF2B5EF4-FFF2-40B4-BE49-F238E27FC236}">
                    <a16:creationId xmlns:a16="http://schemas.microsoft.com/office/drawing/2014/main" id="{3D4E0B35-7745-E646-B62C-A5C8F87D53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300" name="AutoShape 961">
                  <a:extLst>
                    <a:ext uri="{FF2B5EF4-FFF2-40B4-BE49-F238E27FC236}">
                      <a16:creationId xmlns:a16="http://schemas.microsoft.com/office/drawing/2014/main" id="{8FC74A8B-A6FF-B244-8B1B-563D2AB45C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01" name="AutoShape 962">
                  <a:extLst>
                    <a:ext uri="{FF2B5EF4-FFF2-40B4-BE49-F238E27FC236}">
                      <a16:creationId xmlns:a16="http://schemas.microsoft.com/office/drawing/2014/main" id="{C7F8F30F-76CD-9F4D-89A1-5C6AA373A5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80" name="Rectangle 963">
                <a:extLst>
                  <a:ext uri="{FF2B5EF4-FFF2-40B4-BE49-F238E27FC236}">
                    <a16:creationId xmlns:a16="http://schemas.microsoft.com/office/drawing/2014/main" id="{54329010-4880-A040-AD13-FB0ED91202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1" name="Rectangle 964">
                <a:extLst>
                  <a:ext uri="{FF2B5EF4-FFF2-40B4-BE49-F238E27FC236}">
                    <a16:creationId xmlns:a16="http://schemas.microsoft.com/office/drawing/2014/main" id="{F146D8E2-272F-AD4F-9647-0F00A3C6C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82" name="Group 965">
                <a:extLst>
                  <a:ext uri="{FF2B5EF4-FFF2-40B4-BE49-F238E27FC236}">
                    <a16:creationId xmlns:a16="http://schemas.microsoft.com/office/drawing/2014/main" id="{49F50C06-AA65-234D-A544-F6D40F37DAA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98" name="AutoShape 966">
                  <a:extLst>
                    <a:ext uri="{FF2B5EF4-FFF2-40B4-BE49-F238E27FC236}">
                      <a16:creationId xmlns:a16="http://schemas.microsoft.com/office/drawing/2014/main" id="{34251BE9-6C6E-D04E-82DB-F51792556F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99" name="AutoShape 967">
                  <a:extLst>
                    <a:ext uri="{FF2B5EF4-FFF2-40B4-BE49-F238E27FC236}">
                      <a16:creationId xmlns:a16="http://schemas.microsoft.com/office/drawing/2014/main" id="{9D9A0088-82D8-4746-A7D1-565EE50033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83" name="Freeform 968">
                <a:extLst>
                  <a:ext uri="{FF2B5EF4-FFF2-40B4-BE49-F238E27FC236}">
                    <a16:creationId xmlns:a16="http://schemas.microsoft.com/office/drawing/2014/main" id="{03A5D088-1D4E-204F-A05A-E1A04117E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84" name="Group 969">
                <a:extLst>
                  <a:ext uri="{FF2B5EF4-FFF2-40B4-BE49-F238E27FC236}">
                    <a16:creationId xmlns:a16="http://schemas.microsoft.com/office/drawing/2014/main" id="{45751AFB-3CB8-E54E-A420-3ACBD2CD82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96" name="AutoShape 970">
                  <a:extLst>
                    <a:ext uri="{FF2B5EF4-FFF2-40B4-BE49-F238E27FC236}">
                      <a16:creationId xmlns:a16="http://schemas.microsoft.com/office/drawing/2014/main" id="{4879D096-1F5A-AB4B-8699-DC85555DF6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97" name="AutoShape 971">
                  <a:extLst>
                    <a:ext uri="{FF2B5EF4-FFF2-40B4-BE49-F238E27FC236}">
                      <a16:creationId xmlns:a16="http://schemas.microsoft.com/office/drawing/2014/main" id="{2020F25C-85BE-E041-A122-B889A1FC75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85" name="Rectangle 972">
                <a:extLst>
                  <a:ext uri="{FF2B5EF4-FFF2-40B4-BE49-F238E27FC236}">
                    <a16:creationId xmlns:a16="http://schemas.microsoft.com/office/drawing/2014/main" id="{51EEB386-9A5D-8143-9E96-9E2A9E93CC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6" name="Freeform 973">
                <a:extLst>
                  <a:ext uri="{FF2B5EF4-FFF2-40B4-BE49-F238E27FC236}">
                    <a16:creationId xmlns:a16="http://schemas.microsoft.com/office/drawing/2014/main" id="{0B1578A9-2AA4-BD43-968E-863FA89B7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7" name="Freeform 974">
                <a:extLst>
                  <a:ext uri="{FF2B5EF4-FFF2-40B4-BE49-F238E27FC236}">
                    <a16:creationId xmlns:a16="http://schemas.microsoft.com/office/drawing/2014/main" id="{0D66B690-4369-6843-AC31-6837F93D4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8" name="Oval 975">
                <a:extLst>
                  <a:ext uri="{FF2B5EF4-FFF2-40B4-BE49-F238E27FC236}">
                    <a16:creationId xmlns:a16="http://schemas.microsoft.com/office/drawing/2014/main" id="{EA324AF1-34AF-944A-B93E-B7199E644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9" name="Freeform 976">
                <a:extLst>
                  <a:ext uri="{FF2B5EF4-FFF2-40B4-BE49-F238E27FC236}">
                    <a16:creationId xmlns:a16="http://schemas.microsoft.com/office/drawing/2014/main" id="{10570BA8-EB42-3F43-AEF6-B1A43EC38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0" name="AutoShape 977">
                <a:extLst>
                  <a:ext uri="{FF2B5EF4-FFF2-40B4-BE49-F238E27FC236}">
                    <a16:creationId xmlns:a16="http://schemas.microsoft.com/office/drawing/2014/main" id="{A02D527D-524E-5148-9599-FEFBEDBBA4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1" name="AutoShape 978">
                <a:extLst>
                  <a:ext uri="{FF2B5EF4-FFF2-40B4-BE49-F238E27FC236}">
                    <a16:creationId xmlns:a16="http://schemas.microsoft.com/office/drawing/2014/main" id="{62A7C374-701B-C84E-8D0A-330805A21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2" name="Oval 979">
                <a:extLst>
                  <a:ext uri="{FF2B5EF4-FFF2-40B4-BE49-F238E27FC236}">
                    <a16:creationId xmlns:a16="http://schemas.microsoft.com/office/drawing/2014/main" id="{641B2959-5FF9-8242-8CA2-86E1B7EF1D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3" name="Oval 980">
                <a:extLst>
                  <a:ext uri="{FF2B5EF4-FFF2-40B4-BE49-F238E27FC236}">
                    <a16:creationId xmlns:a16="http://schemas.microsoft.com/office/drawing/2014/main" id="{DF26E7E9-F21E-5042-88DE-2D51E4D2A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4" name="Oval 981">
                <a:extLst>
                  <a:ext uri="{FF2B5EF4-FFF2-40B4-BE49-F238E27FC236}">
                    <a16:creationId xmlns:a16="http://schemas.microsoft.com/office/drawing/2014/main" id="{E0268560-5AEC-064D-8B59-F87E954E8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5" name="Rectangle 982">
                <a:extLst>
                  <a:ext uri="{FF2B5EF4-FFF2-40B4-BE49-F238E27FC236}">
                    <a16:creationId xmlns:a16="http://schemas.microsoft.com/office/drawing/2014/main" id="{902ABD3D-7CF5-C146-88D3-3E605B61B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828" name="Group 827">
            <a:extLst>
              <a:ext uri="{FF2B5EF4-FFF2-40B4-BE49-F238E27FC236}">
                <a16:creationId xmlns:a16="http://schemas.microsoft.com/office/drawing/2014/main" id="{FD173FB9-420D-9E49-8542-9E15A51B5B09}"/>
              </a:ext>
            </a:extLst>
          </p:cNvPr>
          <p:cNvGrpSpPr>
            <a:grpSpLocks/>
          </p:cNvGrpSpPr>
          <p:nvPr/>
        </p:nvGrpSpPr>
        <p:grpSpPr bwMode="auto">
          <a:xfrm>
            <a:off x="5911851" y="3556000"/>
            <a:ext cx="347663" cy="679450"/>
            <a:chOff x="7923189" y="2486664"/>
            <a:chExt cx="360377" cy="884585"/>
          </a:xfrm>
        </p:grpSpPr>
        <p:pic>
          <p:nvPicPr>
            <p:cNvPr id="212236" name="Picture 3">
              <a:extLst>
                <a:ext uri="{FF2B5EF4-FFF2-40B4-BE49-F238E27FC236}">
                  <a16:creationId xmlns:a16="http://schemas.microsoft.com/office/drawing/2014/main" id="{90425795-A848-3A47-92DB-4B71A439E4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37" name="Group 950">
              <a:extLst>
                <a:ext uri="{FF2B5EF4-FFF2-40B4-BE49-F238E27FC236}">
                  <a16:creationId xmlns:a16="http://schemas.microsoft.com/office/drawing/2014/main" id="{7B27B3BB-E951-9C4A-930D-20B82F3415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38" name="Freeform 951">
                <a:extLst>
                  <a:ext uri="{FF2B5EF4-FFF2-40B4-BE49-F238E27FC236}">
                    <a16:creationId xmlns:a16="http://schemas.microsoft.com/office/drawing/2014/main" id="{5033C289-EBE7-F848-A6AE-24C3C3AB1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39" name="Rectangle 952">
                <a:extLst>
                  <a:ext uri="{FF2B5EF4-FFF2-40B4-BE49-F238E27FC236}">
                    <a16:creationId xmlns:a16="http://schemas.microsoft.com/office/drawing/2014/main" id="{77C6B579-50BF-3B4F-A9D7-6554742C2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0" name="Freeform 953">
                <a:extLst>
                  <a:ext uri="{FF2B5EF4-FFF2-40B4-BE49-F238E27FC236}">
                    <a16:creationId xmlns:a16="http://schemas.microsoft.com/office/drawing/2014/main" id="{FF2FDFD9-CD89-314D-B9A1-9F93F6EF0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1" name="Freeform 954">
                <a:extLst>
                  <a:ext uri="{FF2B5EF4-FFF2-40B4-BE49-F238E27FC236}">
                    <a16:creationId xmlns:a16="http://schemas.microsoft.com/office/drawing/2014/main" id="{2A85F77C-9CD7-1340-B6C7-E191256EF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2" name="Rectangle 955">
                <a:extLst>
                  <a:ext uri="{FF2B5EF4-FFF2-40B4-BE49-F238E27FC236}">
                    <a16:creationId xmlns:a16="http://schemas.microsoft.com/office/drawing/2014/main" id="{B001DC54-DB13-4B42-8FE5-F8CB8979B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43" name="Group 956">
                <a:extLst>
                  <a:ext uri="{FF2B5EF4-FFF2-40B4-BE49-F238E27FC236}">
                    <a16:creationId xmlns:a16="http://schemas.microsoft.com/office/drawing/2014/main" id="{F307D979-FCCD-E64A-947D-6475D5D5319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68" name="AutoShape 957">
                  <a:extLst>
                    <a:ext uri="{FF2B5EF4-FFF2-40B4-BE49-F238E27FC236}">
                      <a16:creationId xmlns:a16="http://schemas.microsoft.com/office/drawing/2014/main" id="{283264BF-AD70-D540-9407-216C36471C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69" name="AutoShape 958">
                  <a:extLst>
                    <a:ext uri="{FF2B5EF4-FFF2-40B4-BE49-F238E27FC236}">
                      <a16:creationId xmlns:a16="http://schemas.microsoft.com/office/drawing/2014/main" id="{DCC2AABB-6D70-B348-A2EA-B6234E7A9F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44" name="Rectangle 959">
                <a:extLst>
                  <a:ext uri="{FF2B5EF4-FFF2-40B4-BE49-F238E27FC236}">
                    <a16:creationId xmlns:a16="http://schemas.microsoft.com/office/drawing/2014/main" id="{07023E65-53C3-0540-B684-1268D0C08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45" name="Group 960">
                <a:extLst>
                  <a:ext uri="{FF2B5EF4-FFF2-40B4-BE49-F238E27FC236}">
                    <a16:creationId xmlns:a16="http://schemas.microsoft.com/office/drawing/2014/main" id="{0122A50B-D2CA-7D4E-A10A-A1D62BC5F6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266" name="AutoShape 961">
                  <a:extLst>
                    <a:ext uri="{FF2B5EF4-FFF2-40B4-BE49-F238E27FC236}">
                      <a16:creationId xmlns:a16="http://schemas.microsoft.com/office/drawing/2014/main" id="{B6781CF3-69CF-0F44-A5BE-A0BAE8C18F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67" name="AutoShape 962">
                  <a:extLst>
                    <a:ext uri="{FF2B5EF4-FFF2-40B4-BE49-F238E27FC236}">
                      <a16:creationId xmlns:a16="http://schemas.microsoft.com/office/drawing/2014/main" id="{969E0336-AAFA-7A4F-BA7F-D3F8604DEA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46" name="Rectangle 963">
                <a:extLst>
                  <a:ext uri="{FF2B5EF4-FFF2-40B4-BE49-F238E27FC236}">
                    <a16:creationId xmlns:a16="http://schemas.microsoft.com/office/drawing/2014/main" id="{4D89ED35-E659-664A-B10E-59BABA71A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7" name="Rectangle 964">
                <a:extLst>
                  <a:ext uri="{FF2B5EF4-FFF2-40B4-BE49-F238E27FC236}">
                    <a16:creationId xmlns:a16="http://schemas.microsoft.com/office/drawing/2014/main" id="{5EF7E283-572F-1F46-9FE8-78C8353E0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48" name="Group 965">
                <a:extLst>
                  <a:ext uri="{FF2B5EF4-FFF2-40B4-BE49-F238E27FC236}">
                    <a16:creationId xmlns:a16="http://schemas.microsoft.com/office/drawing/2014/main" id="{E00FE29F-6519-8D48-A0C8-DD298702AE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64" name="AutoShape 966">
                  <a:extLst>
                    <a:ext uri="{FF2B5EF4-FFF2-40B4-BE49-F238E27FC236}">
                      <a16:creationId xmlns:a16="http://schemas.microsoft.com/office/drawing/2014/main" id="{EA079B44-83A2-FA4D-9076-317C7FFEDE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65" name="AutoShape 967">
                  <a:extLst>
                    <a:ext uri="{FF2B5EF4-FFF2-40B4-BE49-F238E27FC236}">
                      <a16:creationId xmlns:a16="http://schemas.microsoft.com/office/drawing/2014/main" id="{8C117DA6-5F38-3041-B5DB-50F0F1014C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49" name="Freeform 968">
                <a:extLst>
                  <a:ext uri="{FF2B5EF4-FFF2-40B4-BE49-F238E27FC236}">
                    <a16:creationId xmlns:a16="http://schemas.microsoft.com/office/drawing/2014/main" id="{0CC5EDB9-BF34-0249-A545-5721A8460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50" name="Group 969">
                <a:extLst>
                  <a:ext uri="{FF2B5EF4-FFF2-40B4-BE49-F238E27FC236}">
                    <a16:creationId xmlns:a16="http://schemas.microsoft.com/office/drawing/2014/main" id="{6E1330CB-ECAA-1B49-ACA9-C508640CD4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62" name="AutoShape 970">
                  <a:extLst>
                    <a:ext uri="{FF2B5EF4-FFF2-40B4-BE49-F238E27FC236}">
                      <a16:creationId xmlns:a16="http://schemas.microsoft.com/office/drawing/2014/main" id="{C6558777-A4A1-C646-8E74-917A3274C4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63" name="AutoShape 971">
                  <a:extLst>
                    <a:ext uri="{FF2B5EF4-FFF2-40B4-BE49-F238E27FC236}">
                      <a16:creationId xmlns:a16="http://schemas.microsoft.com/office/drawing/2014/main" id="{6DCCB63F-4676-FA47-B3AD-6CC1AEA10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51" name="Rectangle 972">
                <a:extLst>
                  <a:ext uri="{FF2B5EF4-FFF2-40B4-BE49-F238E27FC236}">
                    <a16:creationId xmlns:a16="http://schemas.microsoft.com/office/drawing/2014/main" id="{8C0E6A33-5A00-3140-A409-5527D4414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2" name="Freeform 973">
                <a:extLst>
                  <a:ext uri="{FF2B5EF4-FFF2-40B4-BE49-F238E27FC236}">
                    <a16:creationId xmlns:a16="http://schemas.microsoft.com/office/drawing/2014/main" id="{55371F00-39A2-7C47-81C6-A2FE626C9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3" name="Freeform 974">
                <a:extLst>
                  <a:ext uri="{FF2B5EF4-FFF2-40B4-BE49-F238E27FC236}">
                    <a16:creationId xmlns:a16="http://schemas.microsoft.com/office/drawing/2014/main" id="{B7196671-27D9-0047-BDD1-2B6410E40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4" name="Oval 975">
                <a:extLst>
                  <a:ext uri="{FF2B5EF4-FFF2-40B4-BE49-F238E27FC236}">
                    <a16:creationId xmlns:a16="http://schemas.microsoft.com/office/drawing/2014/main" id="{EFC22A25-5441-8F4F-BDA4-0DE691080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5" name="Freeform 976">
                <a:extLst>
                  <a:ext uri="{FF2B5EF4-FFF2-40B4-BE49-F238E27FC236}">
                    <a16:creationId xmlns:a16="http://schemas.microsoft.com/office/drawing/2014/main" id="{4826D924-9056-EA4B-A7A3-D23BC1DEB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6" name="AutoShape 977">
                <a:extLst>
                  <a:ext uri="{FF2B5EF4-FFF2-40B4-BE49-F238E27FC236}">
                    <a16:creationId xmlns:a16="http://schemas.microsoft.com/office/drawing/2014/main" id="{520B3BCF-295E-094B-8D59-AFBB8842AD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7" name="AutoShape 978">
                <a:extLst>
                  <a:ext uri="{FF2B5EF4-FFF2-40B4-BE49-F238E27FC236}">
                    <a16:creationId xmlns:a16="http://schemas.microsoft.com/office/drawing/2014/main" id="{6D12D94D-F27B-0E4A-9F7C-D6E95D960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8" name="Oval 979">
                <a:extLst>
                  <a:ext uri="{FF2B5EF4-FFF2-40B4-BE49-F238E27FC236}">
                    <a16:creationId xmlns:a16="http://schemas.microsoft.com/office/drawing/2014/main" id="{807B1B62-B16D-8D4B-8BD9-5DF1512A8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9" name="Oval 980">
                <a:extLst>
                  <a:ext uri="{FF2B5EF4-FFF2-40B4-BE49-F238E27FC236}">
                    <a16:creationId xmlns:a16="http://schemas.microsoft.com/office/drawing/2014/main" id="{ADE21467-D624-904E-838D-70813E94C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60" name="Oval 981">
                <a:extLst>
                  <a:ext uri="{FF2B5EF4-FFF2-40B4-BE49-F238E27FC236}">
                    <a16:creationId xmlns:a16="http://schemas.microsoft.com/office/drawing/2014/main" id="{BCA56903-72E4-7C4E-9D04-96A1C7CA7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61" name="Rectangle 982">
                <a:extLst>
                  <a:ext uri="{FF2B5EF4-FFF2-40B4-BE49-F238E27FC236}">
                    <a16:creationId xmlns:a16="http://schemas.microsoft.com/office/drawing/2014/main" id="{BC789B8C-4E82-B640-9321-FB2652EB2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B67E4C73-2DDE-0644-8B08-03343E467221}"/>
              </a:ext>
            </a:extLst>
          </p:cNvPr>
          <p:cNvGrpSpPr>
            <a:grpSpLocks/>
          </p:cNvGrpSpPr>
          <p:nvPr/>
        </p:nvGrpSpPr>
        <p:grpSpPr bwMode="auto">
          <a:xfrm>
            <a:off x="6608763" y="5611814"/>
            <a:ext cx="347662" cy="681037"/>
            <a:chOff x="7923189" y="2486664"/>
            <a:chExt cx="360377" cy="884585"/>
          </a:xfrm>
        </p:grpSpPr>
        <p:pic>
          <p:nvPicPr>
            <p:cNvPr id="212202" name="Picture 3">
              <a:extLst>
                <a:ext uri="{FF2B5EF4-FFF2-40B4-BE49-F238E27FC236}">
                  <a16:creationId xmlns:a16="http://schemas.microsoft.com/office/drawing/2014/main" id="{6BE77C42-6E06-D245-9F37-1EF256CCBB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03" name="Group 950">
              <a:extLst>
                <a:ext uri="{FF2B5EF4-FFF2-40B4-BE49-F238E27FC236}">
                  <a16:creationId xmlns:a16="http://schemas.microsoft.com/office/drawing/2014/main" id="{2D8EE99D-8E17-8845-94FD-64E4F97576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04" name="Freeform 951">
                <a:extLst>
                  <a:ext uri="{FF2B5EF4-FFF2-40B4-BE49-F238E27FC236}">
                    <a16:creationId xmlns:a16="http://schemas.microsoft.com/office/drawing/2014/main" id="{6F3FE0D4-A2DA-D34C-A4AD-632E7C043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5" name="Rectangle 952">
                <a:extLst>
                  <a:ext uri="{FF2B5EF4-FFF2-40B4-BE49-F238E27FC236}">
                    <a16:creationId xmlns:a16="http://schemas.microsoft.com/office/drawing/2014/main" id="{9B968662-8399-C947-A725-3C2079D169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6" name="Freeform 953">
                <a:extLst>
                  <a:ext uri="{FF2B5EF4-FFF2-40B4-BE49-F238E27FC236}">
                    <a16:creationId xmlns:a16="http://schemas.microsoft.com/office/drawing/2014/main" id="{6FF771FD-7D10-FE46-814D-5741EB171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7" name="Freeform 954">
                <a:extLst>
                  <a:ext uri="{FF2B5EF4-FFF2-40B4-BE49-F238E27FC236}">
                    <a16:creationId xmlns:a16="http://schemas.microsoft.com/office/drawing/2014/main" id="{47B7976F-E40D-504C-9923-5650F7F50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8" name="Rectangle 955">
                <a:extLst>
                  <a:ext uri="{FF2B5EF4-FFF2-40B4-BE49-F238E27FC236}">
                    <a16:creationId xmlns:a16="http://schemas.microsoft.com/office/drawing/2014/main" id="{D61E8183-E04F-F349-944A-852A5E098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09" name="Group 956">
                <a:extLst>
                  <a:ext uri="{FF2B5EF4-FFF2-40B4-BE49-F238E27FC236}">
                    <a16:creationId xmlns:a16="http://schemas.microsoft.com/office/drawing/2014/main" id="{05AC9BA8-A48D-914F-8353-9911B2724B9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34" name="AutoShape 957">
                  <a:extLst>
                    <a:ext uri="{FF2B5EF4-FFF2-40B4-BE49-F238E27FC236}">
                      <a16:creationId xmlns:a16="http://schemas.microsoft.com/office/drawing/2014/main" id="{3F913976-31DA-6747-B323-80805A82D8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35" name="AutoShape 958">
                  <a:extLst>
                    <a:ext uri="{FF2B5EF4-FFF2-40B4-BE49-F238E27FC236}">
                      <a16:creationId xmlns:a16="http://schemas.microsoft.com/office/drawing/2014/main" id="{268B330D-5EC4-4F41-A9C9-73694EE3B9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10" name="Rectangle 959">
                <a:extLst>
                  <a:ext uri="{FF2B5EF4-FFF2-40B4-BE49-F238E27FC236}">
                    <a16:creationId xmlns:a16="http://schemas.microsoft.com/office/drawing/2014/main" id="{F126082E-80A4-F148-B67A-5F8B0C9C9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11" name="Group 960">
                <a:extLst>
                  <a:ext uri="{FF2B5EF4-FFF2-40B4-BE49-F238E27FC236}">
                    <a16:creationId xmlns:a16="http://schemas.microsoft.com/office/drawing/2014/main" id="{F4E60FF0-40E9-0743-8AB9-132F35646F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232" name="AutoShape 961">
                  <a:extLst>
                    <a:ext uri="{FF2B5EF4-FFF2-40B4-BE49-F238E27FC236}">
                      <a16:creationId xmlns:a16="http://schemas.microsoft.com/office/drawing/2014/main" id="{5D38D0E1-95B8-7644-916C-223FF4B01D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33" name="AutoShape 962">
                  <a:extLst>
                    <a:ext uri="{FF2B5EF4-FFF2-40B4-BE49-F238E27FC236}">
                      <a16:creationId xmlns:a16="http://schemas.microsoft.com/office/drawing/2014/main" id="{228AF174-642C-DA45-8700-9B23D5A60F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12" name="Rectangle 963">
                <a:extLst>
                  <a:ext uri="{FF2B5EF4-FFF2-40B4-BE49-F238E27FC236}">
                    <a16:creationId xmlns:a16="http://schemas.microsoft.com/office/drawing/2014/main" id="{CF598B88-9E11-634B-8D65-DC6DF3DBC4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13" name="Rectangle 964">
                <a:extLst>
                  <a:ext uri="{FF2B5EF4-FFF2-40B4-BE49-F238E27FC236}">
                    <a16:creationId xmlns:a16="http://schemas.microsoft.com/office/drawing/2014/main" id="{3DAF1C69-3CE3-2C41-BA83-14BA52052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14" name="Group 965">
                <a:extLst>
                  <a:ext uri="{FF2B5EF4-FFF2-40B4-BE49-F238E27FC236}">
                    <a16:creationId xmlns:a16="http://schemas.microsoft.com/office/drawing/2014/main" id="{7B9A1861-AEA3-F045-AD80-7CE3F47B2E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30" name="AutoShape 966">
                  <a:extLst>
                    <a:ext uri="{FF2B5EF4-FFF2-40B4-BE49-F238E27FC236}">
                      <a16:creationId xmlns:a16="http://schemas.microsoft.com/office/drawing/2014/main" id="{B5264E03-832D-0442-AA60-A277EBB256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31" name="AutoShape 967">
                  <a:extLst>
                    <a:ext uri="{FF2B5EF4-FFF2-40B4-BE49-F238E27FC236}">
                      <a16:creationId xmlns:a16="http://schemas.microsoft.com/office/drawing/2014/main" id="{BC5DFBD9-986C-9546-8DFA-938688D9C6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15" name="Freeform 968">
                <a:extLst>
                  <a:ext uri="{FF2B5EF4-FFF2-40B4-BE49-F238E27FC236}">
                    <a16:creationId xmlns:a16="http://schemas.microsoft.com/office/drawing/2014/main" id="{17C79002-8148-4349-81F7-D0445F6C5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16" name="Group 969">
                <a:extLst>
                  <a:ext uri="{FF2B5EF4-FFF2-40B4-BE49-F238E27FC236}">
                    <a16:creationId xmlns:a16="http://schemas.microsoft.com/office/drawing/2014/main" id="{BCA5C138-F65F-2545-ABFC-EC5A6979BC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28" name="AutoShape 970">
                  <a:extLst>
                    <a:ext uri="{FF2B5EF4-FFF2-40B4-BE49-F238E27FC236}">
                      <a16:creationId xmlns:a16="http://schemas.microsoft.com/office/drawing/2014/main" id="{A4C75F99-C790-654E-A3EF-2597B53BC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29" name="AutoShape 971">
                  <a:extLst>
                    <a:ext uri="{FF2B5EF4-FFF2-40B4-BE49-F238E27FC236}">
                      <a16:creationId xmlns:a16="http://schemas.microsoft.com/office/drawing/2014/main" id="{DC4E3392-CF09-9F4D-8083-86B7B49CE4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17" name="Rectangle 972">
                <a:extLst>
                  <a:ext uri="{FF2B5EF4-FFF2-40B4-BE49-F238E27FC236}">
                    <a16:creationId xmlns:a16="http://schemas.microsoft.com/office/drawing/2014/main" id="{8AEF6CD3-3A6F-724B-ADAB-C671D48924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18" name="Freeform 973">
                <a:extLst>
                  <a:ext uri="{FF2B5EF4-FFF2-40B4-BE49-F238E27FC236}">
                    <a16:creationId xmlns:a16="http://schemas.microsoft.com/office/drawing/2014/main" id="{9BBA2597-DB7B-AE46-A90F-87B6493FC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19" name="Freeform 974">
                <a:extLst>
                  <a:ext uri="{FF2B5EF4-FFF2-40B4-BE49-F238E27FC236}">
                    <a16:creationId xmlns:a16="http://schemas.microsoft.com/office/drawing/2014/main" id="{25FCD4A9-4884-DD44-A180-0BFA16E16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0" name="Oval 975">
                <a:extLst>
                  <a:ext uri="{FF2B5EF4-FFF2-40B4-BE49-F238E27FC236}">
                    <a16:creationId xmlns:a16="http://schemas.microsoft.com/office/drawing/2014/main" id="{E681610F-842C-3E44-8DBD-486A7E47DA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1" name="Freeform 976">
                <a:extLst>
                  <a:ext uri="{FF2B5EF4-FFF2-40B4-BE49-F238E27FC236}">
                    <a16:creationId xmlns:a16="http://schemas.microsoft.com/office/drawing/2014/main" id="{9EEC1478-561A-DE4F-ADD8-E95A681EB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2" name="AutoShape 977">
                <a:extLst>
                  <a:ext uri="{FF2B5EF4-FFF2-40B4-BE49-F238E27FC236}">
                    <a16:creationId xmlns:a16="http://schemas.microsoft.com/office/drawing/2014/main" id="{D655FF6C-082E-CF4D-B0BC-6AE679FE0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3" name="AutoShape 978">
                <a:extLst>
                  <a:ext uri="{FF2B5EF4-FFF2-40B4-BE49-F238E27FC236}">
                    <a16:creationId xmlns:a16="http://schemas.microsoft.com/office/drawing/2014/main" id="{23BC460A-708D-1748-BBB0-A8F3360ED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4" name="Oval 979">
                <a:extLst>
                  <a:ext uri="{FF2B5EF4-FFF2-40B4-BE49-F238E27FC236}">
                    <a16:creationId xmlns:a16="http://schemas.microsoft.com/office/drawing/2014/main" id="{56D8CE25-AF6D-274E-83E8-370B8A28A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5" name="Oval 980">
                <a:extLst>
                  <a:ext uri="{FF2B5EF4-FFF2-40B4-BE49-F238E27FC236}">
                    <a16:creationId xmlns:a16="http://schemas.microsoft.com/office/drawing/2014/main" id="{A5B49612-4308-FD40-8B73-6D4D3A7C5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6" name="Oval 981">
                <a:extLst>
                  <a:ext uri="{FF2B5EF4-FFF2-40B4-BE49-F238E27FC236}">
                    <a16:creationId xmlns:a16="http://schemas.microsoft.com/office/drawing/2014/main" id="{BE2B8944-FFDF-6545-A30D-61506BE12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7" name="Rectangle 982">
                <a:extLst>
                  <a:ext uri="{FF2B5EF4-FFF2-40B4-BE49-F238E27FC236}">
                    <a16:creationId xmlns:a16="http://schemas.microsoft.com/office/drawing/2014/main" id="{7320C232-24CD-644E-AA66-E1EC4338B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898" name="Group 897">
            <a:extLst>
              <a:ext uri="{FF2B5EF4-FFF2-40B4-BE49-F238E27FC236}">
                <a16:creationId xmlns:a16="http://schemas.microsoft.com/office/drawing/2014/main" id="{598C6C67-F8C4-A042-A92C-2B94B91C364A}"/>
              </a:ext>
            </a:extLst>
          </p:cNvPr>
          <p:cNvGrpSpPr>
            <a:grpSpLocks/>
          </p:cNvGrpSpPr>
          <p:nvPr/>
        </p:nvGrpSpPr>
        <p:grpSpPr bwMode="auto">
          <a:xfrm>
            <a:off x="7591426" y="3829050"/>
            <a:ext cx="347663" cy="681038"/>
            <a:chOff x="7923189" y="2486664"/>
            <a:chExt cx="360377" cy="884585"/>
          </a:xfrm>
        </p:grpSpPr>
        <p:pic>
          <p:nvPicPr>
            <p:cNvPr id="212168" name="Picture 3">
              <a:extLst>
                <a:ext uri="{FF2B5EF4-FFF2-40B4-BE49-F238E27FC236}">
                  <a16:creationId xmlns:a16="http://schemas.microsoft.com/office/drawing/2014/main" id="{4811B01E-BE38-934F-86FF-4F6DAF8B71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169" name="Group 950">
              <a:extLst>
                <a:ext uri="{FF2B5EF4-FFF2-40B4-BE49-F238E27FC236}">
                  <a16:creationId xmlns:a16="http://schemas.microsoft.com/office/drawing/2014/main" id="{0AFCE7C2-7232-154A-8E71-844BC22B89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170" name="Freeform 951">
                <a:extLst>
                  <a:ext uri="{FF2B5EF4-FFF2-40B4-BE49-F238E27FC236}">
                    <a16:creationId xmlns:a16="http://schemas.microsoft.com/office/drawing/2014/main" id="{39714E75-C662-9640-8E8B-EF48CF2CD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1" name="Rectangle 952">
                <a:extLst>
                  <a:ext uri="{FF2B5EF4-FFF2-40B4-BE49-F238E27FC236}">
                    <a16:creationId xmlns:a16="http://schemas.microsoft.com/office/drawing/2014/main" id="{C10B9719-3E0A-294C-8D8E-31A4E02C0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2" name="Freeform 953">
                <a:extLst>
                  <a:ext uri="{FF2B5EF4-FFF2-40B4-BE49-F238E27FC236}">
                    <a16:creationId xmlns:a16="http://schemas.microsoft.com/office/drawing/2014/main" id="{EA1D806A-F3BB-AD4C-A7EA-E1F699CCB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3" name="Freeform 954">
                <a:extLst>
                  <a:ext uri="{FF2B5EF4-FFF2-40B4-BE49-F238E27FC236}">
                    <a16:creationId xmlns:a16="http://schemas.microsoft.com/office/drawing/2014/main" id="{209C3040-DFFE-2641-B3F6-A6040A3E9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4" name="Rectangle 955">
                <a:extLst>
                  <a:ext uri="{FF2B5EF4-FFF2-40B4-BE49-F238E27FC236}">
                    <a16:creationId xmlns:a16="http://schemas.microsoft.com/office/drawing/2014/main" id="{258645F2-B091-BE46-A175-384298581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75" name="Group 956">
                <a:extLst>
                  <a:ext uri="{FF2B5EF4-FFF2-40B4-BE49-F238E27FC236}">
                    <a16:creationId xmlns:a16="http://schemas.microsoft.com/office/drawing/2014/main" id="{500CBD05-0E32-7148-AC0F-508B79C363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00" name="AutoShape 957">
                  <a:extLst>
                    <a:ext uri="{FF2B5EF4-FFF2-40B4-BE49-F238E27FC236}">
                      <a16:creationId xmlns:a16="http://schemas.microsoft.com/office/drawing/2014/main" id="{D6E1CE8A-CD27-864E-BD7C-9FA86CA6CA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01" name="AutoShape 958">
                  <a:extLst>
                    <a:ext uri="{FF2B5EF4-FFF2-40B4-BE49-F238E27FC236}">
                      <a16:creationId xmlns:a16="http://schemas.microsoft.com/office/drawing/2014/main" id="{631EEAAD-9EF2-1648-AD2A-A84D22BC5C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76" name="Rectangle 959">
                <a:extLst>
                  <a:ext uri="{FF2B5EF4-FFF2-40B4-BE49-F238E27FC236}">
                    <a16:creationId xmlns:a16="http://schemas.microsoft.com/office/drawing/2014/main" id="{FED5732B-4C99-5E4F-99DA-07D855FE9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77" name="Group 960">
                <a:extLst>
                  <a:ext uri="{FF2B5EF4-FFF2-40B4-BE49-F238E27FC236}">
                    <a16:creationId xmlns:a16="http://schemas.microsoft.com/office/drawing/2014/main" id="{34868CC0-C56E-CF45-A807-8A35936DF8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198" name="AutoShape 961">
                  <a:extLst>
                    <a:ext uri="{FF2B5EF4-FFF2-40B4-BE49-F238E27FC236}">
                      <a16:creationId xmlns:a16="http://schemas.microsoft.com/office/drawing/2014/main" id="{8D2DB165-0043-0C4D-8CED-139DE529E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99" name="AutoShape 962">
                  <a:extLst>
                    <a:ext uri="{FF2B5EF4-FFF2-40B4-BE49-F238E27FC236}">
                      <a16:creationId xmlns:a16="http://schemas.microsoft.com/office/drawing/2014/main" id="{18927EE1-4ED6-C545-92EA-69A661ED62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78" name="Rectangle 963">
                <a:extLst>
                  <a:ext uri="{FF2B5EF4-FFF2-40B4-BE49-F238E27FC236}">
                    <a16:creationId xmlns:a16="http://schemas.microsoft.com/office/drawing/2014/main" id="{288D5BE5-BAD9-8C4A-A0D2-74549D638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9" name="Rectangle 964">
                <a:extLst>
                  <a:ext uri="{FF2B5EF4-FFF2-40B4-BE49-F238E27FC236}">
                    <a16:creationId xmlns:a16="http://schemas.microsoft.com/office/drawing/2014/main" id="{3664781E-2307-BA41-B3D4-74745B587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80" name="Group 965">
                <a:extLst>
                  <a:ext uri="{FF2B5EF4-FFF2-40B4-BE49-F238E27FC236}">
                    <a16:creationId xmlns:a16="http://schemas.microsoft.com/office/drawing/2014/main" id="{368937B0-7AA4-1F4A-99AF-EE23A1E3BE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196" name="AutoShape 966">
                  <a:extLst>
                    <a:ext uri="{FF2B5EF4-FFF2-40B4-BE49-F238E27FC236}">
                      <a16:creationId xmlns:a16="http://schemas.microsoft.com/office/drawing/2014/main" id="{9A01E07B-F452-0042-8749-AA6F9BF6C8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97" name="AutoShape 967">
                  <a:extLst>
                    <a:ext uri="{FF2B5EF4-FFF2-40B4-BE49-F238E27FC236}">
                      <a16:creationId xmlns:a16="http://schemas.microsoft.com/office/drawing/2014/main" id="{86F022B9-0E4F-5E4D-BC55-48B091D246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81" name="Freeform 968">
                <a:extLst>
                  <a:ext uri="{FF2B5EF4-FFF2-40B4-BE49-F238E27FC236}">
                    <a16:creationId xmlns:a16="http://schemas.microsoft.com/office/drawing/2014/main" id="{B11B2A5F-302B-5541-A5DE-AD5D7B7C4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82" name="Group 969">
                <a:extLst>
                  <a:ext uri="{FF2B5EF4-FFF2-40B4-BE49-F238E27FC236}">
                    <a16:creationId xmlns:a16="http://schemas.microsoft.com/office/drawing/2014/main" id="{7FE8D8CA-4E8D-5142-84B2-6764BB3088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194" name="AutoShape 970">
                  <a:extLst>
                    <a:ext uri="{FF2B5EF4-FFF2-40B4-BE49-F238E27FC236}">
                      <a16:creationId xmlns:a16="http://schemas.microsoft.com/office/drawing/2014/main" id="{A178714F-4081-7A47-88BA-AA5CE7D94D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95" name="AutoShape 971">
                  <a:extLst>
                    <a:ext uri="{FF2B5EF4-FFF2-40B4-BE49-F238E27FC236}">
                      <a16:creationId xmlns:a16="http://schemas.microsoft.com/office/drawing/2014/main" id="{A2F330D8-AB17-ED4F-ABCD-791AB236A7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83" name="Rectangle 972">
                <a:extLst>
                  <a:ext uri="{FF2B5EF4-FFF2-40B4-BE49-F238E27FC236}">
                    <a16:creationId xmlns:a16="http://schemas.microsoft.com/office/drawing/2014/main" id="{CC1F60B5-CA5E-BD4F-9AF8-DEEC0D112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4" name="Freeform 973">
                <a:extLst>
                  <a:ext uri="{FF2B5EF4-FFF2-40B4-BE49-F238E27FC236}">
                    <a16:creationId xmlns:a16="http://schemas.microsoft.com/office/drawing/2014/main" id="{D876F67F-BA0F-2D43-88EA-D11665D31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5" name="Freeform 974">
                <a:extLst>
                  <a:ext uri="{FF2B5EF4-FFF2-40B4-BE49-F238E27FC236}">
                    <a16:creationId xmlns:a16="http://schemas.microsoft.com/office/drawing/2014/main" id="{8EB4073B-CBA0-F147-819E-7A79A09AD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6" name="Oval 975">
                <a:extLst>
                  <a:ext uri="{FF2B5EF4-FFF2-40B4-BE49-F238E27FC236}">
                    <a16:creationId xmlns:a16="http://schemas.microsoft.com/office/drawing/2014/main" id="{E2F102C3-9141-D841-8851-BF47814C0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7" name="Freeform 976">
                <a:extLst>
                  <a:ext uri="{FF2B5EF4-FFF2-40B4-BE49-F238E27FC236}">
                    <a16:creationId xmlns:a16="http://schemas.microsoft.com/office/drawing/2014/main" id="{0104F114-0BF8-2D43-BD35-9FA4B0D49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8" name="AutoShape 977">
                <a:extLst>
                  <a:ext uri="{FF2B5EF4-FFF2-40B4-BE49-F238E27FC236}">
                    <a16:creationId xmlns:a16="http://schemas.microsoft.com/office/drawing/2014/main" id="{D6BD11DA-56DB-E643-953D-CBDA9EDD4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9" name="AutoShape 978">
                <a:extLst>
                  <a:ext uri="{FF2B5EF4-FFF2-40B4-BE49-F238E27FC236}">
                    <a16:creationId xmlns:a16="http://schemas.microsoft.com/office/drawing/2014/main" id="{33F250C2-C7BC-6149-AF22-2F888BE5C7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90" name="Oval 979">
                <a:extLst>
                  <a:ext uri="{FF2B5EF4-FFF2-40B4-BE49-F238E27FC236}">
                    <a16:creationId xmlns:a16="http://schemas.microsoft.com/office/drawing/2014/main" id="{60C7C83F-7932-2E43-A5E5-D8F782F5E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91" name="Oval 980">
                <a:extLst>
                  <a:ext uri="{FF2B5EF4-FFF2-40B4-BE49-F238E27FC236}">
                    <a16:creationId xmlns:a16="http://schemas.microsoft.com/office/drawing/2014/main" id="{1E249C40-73FE-0443-BB83-42FB4430A8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92" name="Oval 981">
                <a:extLst>
                  <a:ext uri="{FF2B5EF4-FFF2-40B4-BE49-F238E27FC236}">
                    <a16:creationId xmlns:a16="http://schemas.microsoft.com/office/drawing/2014/main" id="{5EE279AB-829B-3348-9C50-79468AA66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93" name="Rectangle 982">
                <a:extLst>
                  <a:ext uri="{FF2B5EF4-FFF2-40B4-BE49-F238E27FC236}">
                    <a16:creationId xmlns:a16="http://schemas.microsoft.com/office/drawing/2014/main" id="{63496167-DD4B-4A45-89C4-CD008FB15C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933" name="Group 932">
            <a:extLst>
              <a:ext uri="{FF2B5EF4-FFF2-40B4-BE49-F238E27FC236}">
                <a16:creationId xmlns:a16="http://schemas.microsoft.com/office/drawing/2014/main" id="{26671DE5-CC5E-9346-9241-9C4B9744E98A}"/>
              </a:ext>
            </a:extLst>
          </p:cNvPr>
          <p:cNvGrpSpPr>
            <a:grpSpLocks/>
          </p:cNvGrpSpPr>
          <p:nvPr/>
        </p:nvGrpSpPr>
        <p:grpSpPr bwMode="auto">
          <a:xfrm>
            <a:off x="3646488" y="5629275"/>
            <a:ext cx="347662" cy="681038"/>
            <a:chOff x="7923189" y="2486664"/>
            <a:chExt cx="360377" cy="884585"/>
          </a:xfrm>
        </p:grpSpPr>
        <p:pic>
          <p:nvPicPr>
            <p:cNvPr id="212134" name="Picture 3">
              <a:extLst>
                <a:ext uri="{FF2B5EF4-FFF2-40B4-BE49-F238E27FC236}">
                  <a16:creationId xmlns:a16="http://schemas.microsoft.com/office/drawing/2014/main" id="{F6C700AB-F01A-1347-84B4-44C9C003CD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135" name="Group 950">
              <a:extLst>
                <a:ext uri="{FF2B5EF4-FFF2-40B4-BE49-F238E27FC236}">
                  <a16:creationId xmlns:a16="http://schemas.microsoft.com/office/drawing/2014/main" id="{32504C01-C290-2247-ADAA-2B64BFCC32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136" name="Freeform 951">
                <a:extLst>
                  <a:ext uri="{FF2B5EF4-FFF2-40B4-BE49-F238E27FC236}">
                    <a16:creationId xmlns:a16="http://schemas.microsoft.com/office/drawing/2014/main" id="{A3F65C23-57BF-4346-A71B-85EF12EA4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37" name="Rectangle 952">
                <a:extLst>
                  <a:ext uri="{FF2B5EF4-FFF2-40B4-BE49-F238E27FC236}">
                    <a16:creationId xmlns:a16="http://schemas.microsoft.com/office/drawing/2014/main" id="{AFA7DEA9-FBEC-8E4B-B053-097F8A2BC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38" name="Freeform 953">
                <a:extLst>
                  <a:ext uri="{FF2B5EF4-FFF2-40B4-BE49-F238E27FC236}">
                    <a16:creationId xmlns:a16="http://schemas.microsoft.com/office/drawing/2014/main" id="{CE2B5BAF-9ECC-8B4C-903A-3EB261281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39" name="Freeform 954">
                <a:extLst>
                  <a:ext uri="{FF2B5EF4-FFF2-40B4-BE49-F238E27FC236}">
                    <a16:creationId xmlns:a16="http://schemas.microsoft.com/office/drawing/2014/main" id="{B5AE0A6A-DBAA-BA47-96F5-185131C31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40" name="Rectangle 955">
                <a:extLst>
                  <a:ext uri="{FF2B5EF4-FFF2-40B4-BE49-F238E27FC236}">
                    <a16:creationId xmlns:a16="http://schemas.microsoft.com/office/drawing/2014/main" id="{C80FC0E7-6E02-9E44-B34F-8DA670B4D1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41" name="Group 956">
                <a:extLst>
                  <a:ext uri="{FF2B5EF4-FFF2-40B4-BE49-F238E27FC236}">
                    <a16:creationId xmlns:a16="http://schemas.microsoft.com/office/drawing/2014/main" id="{F3FFBBB1-E716-F246-87A6-21C20BE85E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166" name="AutoShape 957">
                  <a:extLst>
                    <a:ext uri="{FF2B5EF4-FFF2-40B4-BE49-F238E27FC236}">
                      <a16:creationId xmlns:a16="http://schemas.microsoft.com/office/drawing/2014/main" id="{BAA4262B-8BD5-704A-8117-BB630AEDED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67" name="AutoShape 958">
                  <a:extLst>
                    <a:ext uri="{FF2B5EF4-FFF2-40B4-BE49-F238E27FC236}">
                      <a16:creationId xmlns:a16="http://schemas.microsoft.com/office/drawing/2014/main" id="{B8FD5B39-D818-294D-8B5A-FF9FD6FA9A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42" name="Rectangle 959">
                <a:extLst>
                  <a:ext uri="{FF2B5EF4-FFF2-40B4-BE49-F238E27FC236}">
                    <a16:creationId xmlns:a16="http://schemas.microsoft.com/office/drawing/2014/main" id="{99B8C3DB-28D5-F243-AA1A-7520585C8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43" name="Group 960">
                <a:extLst>
                  <a:ext uri="{FF2B5EF4-FFF2-40B4-BE49-F238E27FC236}">
                    <a16:creationId xmlns:a16="http://schemas.microsoft.com/office/drawing/2014/main" id="{2EFE68E7-EF42-4A41-83D7-7FF8796B6B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164" name="AutoShape 961">
                  <a:extLst>
                    <a:ext uri="{FF2B5EF4-FFF2-40B4-BE49-F238E27FC236}">
                      <a16:creationId xmlns:a16="http://schemas.microsoft.com/office/drawing/2014/main" id="{D7F94DC5-0471-184D-AF96-A9F0657DBE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65" name="AutoShape 962">
                  <a:extLst>
                    <a:ext uri="{FF2B5EF4-FFF2-40B4-BE49-F238E27FC236}">
                      <a16:creationId xmlns:a16="http://schemas.microsoft.com/office/drawing/2014/main" id="{388CA56D-4F65-824D-9B87-B3BF08D74F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44" name="Rectangle 963">
                <a:extLst>
                  <a:ext uri="{FF2B5EF4-FFF2-40B4-BE49-F238E27FC236}">
                    <a16:creationId xmlns:a16="http://schemas.microsoft.com/office/drawing/2014/main" id="{1B5C1CAA-DAAD-334E-9523-BF2607F87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45" name="Rectangle 964">
                <a:extLst>
                  <a:ext uri="{FF2B5EF4-FFF2-40B4-BE49-F238E27FC236}">
                    <a16:creationId xmlns:a16="http://schemas.microsoft.com/office/drawing/2014/main" id="{28765756-7F30-3441-9655-066D5CF89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46" name="Group 965">
                <a:extLst>
                  <a:ext uri="{FF2B5EF4-FFF2-40B4-BE49-F238E27FC236}">
                    <a16:creationId xmlns:a16="http://schemas.microsoft.com/office/drawing/2014/main" id="{55E7875B-A50E-ED4A-8FAF-CF245117B1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162" name="AutoShape 966">
                  <a:extLst>
                    <a:ext uri="{FF2B5EF4-FFF2-40B4-BE49-F238E27FC236}">
                      <a16:creationId xmlns:a16="http://schemas.microsoft.com/office/drawing/2014/main" id="{C761D5B6-6EA5-844D-AB83-C03BD6A532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63" name="AutoShape 967">
                  <a:extLst>
                    <a:ext uri="{FF2B5EF4-FFF2-40B4-BE49-F238E27FC236}">
                      <a16:creationId xmlns:a16="http://schemas.microsoft.com/office/drawing/2014/main" id="{B74D090B-9CD9-FC46-A626-7015CF7979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47" name="Freeform 968">
                <a:extLst>
                  <a:ext uri="{FF2B5EF4-FFF2-40B4-BE49-F238E27FC236}">
                    <a16:creationId xmlns:a16="http://schemas.microsoft.com/office/drawing/2014/main" id="{4089A926-43BB-464C-A49C-15A16876F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48" name="Group 969">
                <a:extLst>
                  <a:ext uri="{FF2B5EF4-FFF2-40B4-BE49-F238E27FC236}">
                    <a16:creationId xmlns:a16="http://schemas.microsoft.com/office/drawing/2014/main" id="{AC193393-9A29-4849-8F04-4BD4E2C15F0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160" name="AutoShape 970">
                  <a:extLst>
                    <a:ext uri="{FF2B5EF4-FFF2-40B4-BE49-F238E27FC236}">
                      <a16:creationId xmlns:a16="http://schemas.microsoft.com/office/drawing/2014/main" id="{74196E03-85F3-A048-8080-DE4576B21D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61" name="AutoShape 971">
                  <a:extLst>
                    <a:ext uri="{FF2B5EF4-FFF2-40B4-BE49-F238E27FC236}">
                      <a16:creationId xmlns:a16="http://schemas.microsoft.com/office/drawing/2014/main" id="{64EA9132-B3BD-9743-92C8-D9855B70B4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49" name="Rectangle 972">
                <a:extLst>
                  <a:ext uri="{FF2B5EF4-FFF2-40B4-BE49-F238E27FC236}">
                    <a16:creationId xmlns:a16="http://schemas.microsoft.com/office/drawing/2014/main" id="{739522D9-F086-524F-A7A8-F771DEEB4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0" name="Freeform 973">
                <a:extLst>
                  <a:ext uri="{FF2B5EF4-FFF2-40B4-BE49-F238E27FC236}">
                    <a16:creationId xmlns:a16="http://schemas.microsoft.com/office/drawing/2014/main" id="{C331812E-5700-4848-B297-E38F2A89C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1" name="Freeform 974">
                <a:extLst>
                  <a:ext uri="{FF2B5EF4-FFF2-40B4-BE49-F238E27FC236}">
                    <a16:creationId xmlns:a16="http://schemas.microsoft.com/office/drawing/2014/main" id="{3AC61ABC-ADB4-B643-A136-E766F6160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2" name="Oval 975">
                <a:extLst>
                  <a:ext uri="{FF2B5EF4-FFF2-40B4-BE49-F238E27FC236}">
                    <a16:creationId xmlns:a16="http://schemas.microsoft.com/office/drawing/2014/main" id="{9DDFFEF5-B6AB-0548-AD01-6520F0568D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3" name="Freeform 976">
                <a:extLst>
                  <a:ext uri="{FF2B5EF4-FFF2-40B4-BE49-F238E27FC236}">
                    <a16:creationId xmlns:a16="http://schemas.microsoft.com/office/drawing/2014/main" id="{49F8424A-C2C9-1B47-8658-BB2195297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4" name="AutoShape 977">
                <a:extLst>
                  <a:ext uri="{FF2B5EF4-FFF2-40B4-BE49-F238E27FC236}">
                    <a16:creationId xmlns:a16="http://schemas.microsoft.com/office/drawing/2014/main" id="{420D232B-869E-6249-961C-01A12E952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5" name="AutoShape 978">
                <a:extLst>
                  <a:ext uri="{FF2B5EF4-FFF2-40B4-BE49-F238E27FC236}">
                    <a16:creationId xmlns:a16="http://schemas.microsoft.com/office/drawing/2014/main" id="{010A3C00-5438-3042-9454-AAC01B2DB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6" name="Oval 979">
                <a:extLst>
                  <a:ext uri="{FF2B5EF4-FFF2-40B4-BE49-F238E27FC236}">
                    <a16:creationId xmlns:a16="http://schemas.microsoft.com/office/drawing/2014/main" id="{7D0F0111-3F7C-684D-A0A6-09260ABBD4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7" name="Oval 980">
                <a:extLst>
                  <a:ext uri="{FF2B5EF4-FFF2-40B4-BE49-F238E27FC236}">
                    <a16:creationId xmlns:a16="http://schemas.microsoft.com/office/drawing/2014/main" id="{28FE3FF0-2975-284F-AEEF-32347D4FF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8" name="Oval 981">
                <a:extLst>
                  <a:ext uri="{FF2B5EF4-FFF2-40B4-BE49-F238E27FC236}">
                    <a16:creationId xmlns:a16="http://schemas.microsoft.com/office/drawing/2014/main" id="{228744DD-C103-F449-A6A9-99E3785C87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9" name="Rectangle 982">
                <a:extLst>
                  <a:ext uri="{FF2B5EF4-FFF2-40B4-BE49-F238E27FC236}">
                    <a16:creationId xmlns:a16="http://schemas.microsoft.com/office/drawing/2014/main" id="{C5E078A0-718D-474B-9E4C-EB46718FE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211981" name="Group 15">
            <a:extLst>
              <a:ext uri="{FF2B5EF4-FFF2-40B4-BE49-F238E27FC236}">
                <a16:creationId xmlns:a16="http://schemas.microsoft.com/office/drawing/2014/main" id="{246C61B4-2DD0-DC41-8DDB-58BD5215DB8E}"/>
              </a:ext>
            </a:extLst>
          </p:cNvPr>
          <p:cNvGrpSpPr>
            <a:grpSpLocks/>
          </p:cNvGrpSpPr>
          <p:nvPr/>
        </p:nvGrpSpPr>
        <p:grpSpPr bwMode="auto">
          <a:xfrm>
            <a:off x="9231313" y="4368800"/>
            <a:ext cx="990600" cy="731838"/>
            <a:chOff x="7707615" y="4368892"/>
            <a:chExt cx="990551" cy="731635"/>
          </a:xfrm>
        </p:grpSpPr>
        <p:pic>
          <p:nvPicPr>
            <p:cNvPr id="212034" name="Picture 14">
              <a:extLst>
                <a:ext uri="{FF2B5EF4-FFF2-40B4-BE49-F238E27FC236}">
                  <a16:creationId xmlns:a16="http://schemas.microsoft.com/office/drawing/2014/main" id="{8B49AFDD-88BF-0644-9165-905D6328861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71833" y="4640202"/>
              <a:ext cx="822008" cy="460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12035" name="Group 249">
              <a:extLst>
                <a:ext uri="{FF2B5EF4-FFF2-40B4-BE49-F238E27FC236}">
                  <a16:creationId xmlns:a16="http://schemas.microsoft.com/office/drawing/2014/main" id="{9428D587-7D5E-A643-B7C2-33D002F2E1E9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707615" y="4368892"/>
              <a:ext cx="225953" cy="395900"/>
              <a:chOff x="4140" y="429"/>
              <a:chExt cx="1425" cy="2396"/>
            </a:xfrm>
          </p:grpSpPr>
          <p:sp>
            <p:nvSpPr>
              <p:cNvPr id="212102" name="Freeform 250">
                <a:extLst>
                  <a:ext uri="{FF2B5EF4-FFF2-40B4-BE49-F238E27FC236}">
                    <a16:creationId xmlns:a16="http://schemas.microsoft.com/office/drawing/2014/main" id="{AE3FB9AE-64F1-CE4C-93BD-CBDB1EDA6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71" name="Rectangle 251">
                <a:extLst>
                  <a:ext uri="{FF2B5EF4-FFF2-40B4-BE49-F238E27FC236}">
                    <a16:creationId xmlns:a16="http://schemas.microsoft.com/office/drawing/2014/main" id="{69BF4E0E-3E93-6C45-A153-F5956ABB6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1" cy="227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104" name="Freeform 252">
                <a:extLst>
                  <a:ext uri="{FF2B5EF4-FFF2-40B4-BE49-F238E27FC236}">
                    <a16:creationId xmlns:a16="http://schemas.microsoft.com/office/drawing/2014/main" id="{E8FDBF27-0875-B54D-A203-35B111948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05" name="Freeform 253">
                <a:extLst>
                  <a:ext uri="{FF2B5EF4-FFF2-40B4-BE49-F238E27FC236}">
                    <a16:creationId xmlns:a16="http://schemas.microsoft.com/office/drawing/2014/main" id="{04B3FED4-C9E5-084B-BFDE-FBC238885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74" name="Rectangle 254">
                <a:extLst>
                  <a:ext uri="{FF2B5EF4-FFF2-40B4-BE49-F238E27FC236}">
                    <a16:creationId xmlns:a16="http://schemas.microsoft.com/office/drawing/2014/main" id="{C103B347-0D35-E648-8B92-D51438E05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688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107" name="Group 255">
                <a:extLst>
                  <a:ext uri="{FF2B5EF4-FFF2-40B4-BE49-F238E27FC236}">
                    <a16:creationId xmlns:a16="http://schemas.microsoft.com/office/drawing/2014/main" id="{6BA830CF-5591-9E42-87E4-7706ACB3FC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00" name="AutoShape 256">
                  <a:extLst>
                    <a:ext uri="{FF2B5EF4-FFF2-40B4-BE49-F238E27FC236}">
                      <a16:creationId xmlns:a16="http://schemas.microsoft.com/office/drawing/2014/main" id="{44C87939-08C0-D24F-8B6B-28CC0BEDA5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0" y="2569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01" name="AutoShape 257">
                  <a:extLst>
                    <a:ext uri="{FF2B5EF4-FFF2-40B4-BE49-F238E27FC236}">
                      <a16:creationId xmlns:a16="http://schemas.microsoft.com/office/drawing/2014/main" id="{B98D89D4-9360-984B-B2E0-C8BE02A092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5" y="2587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976" name="Rectangle 258">
                <a:extLst>
                  <a:ext uri="{FF2B5EF4-FFF2-40B4-BE49-F238E27FC236}">
                    <a16:creationId xmlns:a16="http://schemas.microsoft.com/office/drawing/2014/main" id="{9C47E505-2EEC-3F48-91A3-F88B03ED83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5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109" name="Group 259">
                <a:extLst>
                  <a:ext uri="{FF2B5EF4-FFF2-40B4-BE49-F238E27FC236}">
                    <a16:creationId xmlns:a16="http://schemas.microsoft.com/office/drawing/2014/main" id="{B778C37F-D08E-114D-963F-D52DE65878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998" name="AutoShape 260">
                  <a:extLst>
                    <a:ext uri="{FF2B5EF4-FFF2-40B4-BE49-F238E27FC236}">
                      <a16:creationId xmlns:a16="http://schemas.microsoft.com/office/drawing/2014/main" id="{9550A1B1-82EE-7841-9D81-E42FD69375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0" y="2570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999" name="AutoShape 261">
                  <a:extLst>
                    <a:ext uri="{FF2B5EF4-FFF2-40B4-BE49-F238E27FC236}">
                      <a16:creationId xmlns:a16="http://schemas.microsoft.com/office/drawing/2014/main" id="{2BDF4C6F-6870-1143-B70C-D158AFE7C5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3" y="2590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978" name="Rectangle 262">
                <a:extLst>
                  <a:ext uri="{FF2B5EF4-FFF2-40B4-BE49-F238E27FC236}">
                    <a16:creationId xmlns:a16="http://schemas.microsoft.com/office/drawing/2014/main" id="{58CCE7C7-9C37-DB41-806E-3AB578456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361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79" name="Rectangle 263">
                <a:extLst>
                  <a:ext uri="{FF2B5EF4-FFF2-40B4-BE49-F238E27FC236}">
                    <a16:creationId xmlns:a16="http://schemas.microsoft.com/office/drawing/2014/main" id="{DBF18367-F728-D847-BD54-067CD14D0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1649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112" name="Group 264">
                <a:extLst>
                  <a:ext uri="{FF2B5EF4-FFF2-40B4-BE49-F238E27FC236}">
                    <a16:creationId xmlns:a16="http://schemas.microsoft.com/office/drawing/2014/main" id="{22E148B0-0037-E54C-9F98-077BC4E1BC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996" name="AutoShape 265">
                  <a:extLst>
                    <a:ext uri="{FF2B5EF4-FFF2-40B4-BE49-F238E27FC236}">
                      <a16:creationId xmlns:a16="http://schemas.microsoft.com/office/drawing/2014/main" id="{758460B7-51F1-D94D-B6F3-4A98A312D3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0"/>
                  <a:ext cx="711" cy="13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997" name="AutoShape 266">
                  <a:extLst>
                    <a:ext uri="{FF2B5EF4-FFF2-40B4-BE49-F238E27FC236}">
                      <a16:creationId xmlns:a16="http://schemas.microsoft.com/office/drawing/2014/main" id="{B1FE75B0-8411-8E43-BF34-3814B0D1EF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8"/>
                  <a:ext cx="673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12113" name="Freeform 267">
                <a:extLst>
                  <a:ext uri="{FF2B5EF4-FFF2-40B4-BE49-F238E27FC236}">
                    <a16:creationId xmlns:a16="http://schemas.microsoft.com/office/drawing/2014/main" id="{34C14115-826E-C047-A5AC-61450FA59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14" name="Group 268">
                <a:extLst>
                  <a:ext uri="{FF2B5EF4-FFF2-40B4-BE49-F238E27FC236}">
                    <a16:creationId xmlns:a16="http://schemas.microsoft.com/office/drawing/2014/main" id="{475038A4-EE1A-674A-B169-D29EBCE6A86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994" name="AutoShape 269">
                  <a:extLst>
                    <a:ext uri="{FF2B5EF4-FFF2-40B4-BE49-F238E27FC236}">
                      <a16:creationId xmlns:a16="http://schemas.microsoft.com/office/drawing/2014/main" id="{3EA6A658-1C4E-C347-92D9-308B53694B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0" y="2544"/>
                  <a:ext cx="723" cy="16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995" name="AutoShape 270">
                  <a:extLst>
                    <a:ext uri="{FF2B5EF4-FFF2-40B4-BE49-F238E27FC236}">
                      <a16:creationId xmlns:a16="http://schemas.microsoft.com/office/drawing/2014/main" id="{303A1AB4-A521-4C46-929C-FE93FAEA70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5" y="2582"/>
                  <a:ext cx="673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983" name="Rectangle 271">
                <a:extLst>
                  <a:ext uri="{FF2B5EF4-FFF2-40B4-BE49-F238E27FC236}">
                    <a16:creationId xmlns:a16="http://schemas.microsoft.com/office/drawing/2014/main" id="{F20799A2-C0C0-BC41-B794-662788F2C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5" y="429"/>
                <a:ext cx="6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116" name="Freeform 272">
                <a:extLst>
                  <a:ext uri="{FF2B5EF4-FFF2-40B4-BE49-F238E27FC236}">
                    <a16:creationId xmlns:a16="http://schemas.microsoft.com/office/drawing/2014/main" id="{D8EB6300-A48F-4842-8305-F21FD306D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17" name="Freeform 273">
                <a:extLst>
                  <a:ext uri="{FF2B5EF4-FFF2-40B4-BE49-F238E27FC236}">
                    <a16:creationId xmlns:a16="http://schemas.microsoft.com/office/drawing/2014/main" id="{5069FF5B-6D12-3E48-8698-D0E32C787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86" name="Oval 274">
                <a:extLst>
                  <a:ext uri="{FF2B5EF4-FFF2-40B4-BE49-F238E27FC236}">
                    <a16:creationId xmlns:a16="http://schemas.microsoft.com/office/drawing/2014/main" id="{AFEF1B60-D4F2-134C-8C57-6057953539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119" name="Freeform 275">
                <a:extLst>
                  <a:ext uri="{FF2B5EF4-FFF2-40B4-BE49-F238E27FC236}">
                    <a16:creationId xmlns:a16="http://schemas.microsoft.com/office/drawing/2014/main" id="{0200803D-62FF-4441-B044-371B60B47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88" name="AutoShape 276">
                <a:extLst>
                  <a:ext uri="{FF2B5EF4-FFF2-40B4-BE49-F238E27FC236}">
                    <a16:creationId xmlns:a16="http://schemas.microsoft.com/office/drawing/2014/main" id="{6C7C58BA-3FAC-F540-8627-EF780D622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677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89" name="AutoShape 277">
                <a:extLst>
                  <a:ext uri="{FF2B5EF4-FFF2-40B4-BE49-F238E27FC236}">
                    <a16:creationId xmlns:a16="http://schemas.microsoft.com/office/drawing/2014/main" id="{84DCA700-1BB9-6F4F-9BFB-8C71C31C0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05"/>
                <a:ext cx="1071" cy="7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0" name="Oval 278">
                <a:extLst>
                  <a:ext uri="{FF2B5EF4-FFF2-40B4-BE49-F238E27FC236}">
                    <a16:creationId xmlns:a16="http://schemas.microsoft.com/office/drawing/2014/main" id="{4DB7668B-A53B-204F-B691-E9B86D643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2379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1" name="Oval 279">
                <a:extLst>
                  <a:ext uri="{FF2B5EF4-FFF2-40B4-BE49-F238E27FC236}">
                    <a16:creationId xmlns:a16="http://schemas.microsoft.com/office/drawing/2014/main" id="{734493BB-E4C9-364B-BE72-1ED56D27A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79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2" name="Oval 280">
                <a:extLst>
                  <a:ext uri="{FF2B5EF4-FFF2-40B4-BE49-F238E27FC236}">
                    <a16:creationId xmlns:a16="http://schemas.microsoft.com/office/drawing/2014/main" id="{4FFB10A2-7D14-FB42-81F1-AC7500333C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3" name="Rectangle 281">
                <a:extLst>
                  <a:ext uri="{FF2B5EF4-FFF2-40B4-BE49-F238E27FC236}">
                    <a16:creationId xmlns:a16="http://schemas.microsoft.com/office/drawing/2014/main" id="{0C4D4532-5385-5144-B156-410652EF6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1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212036" name="Group 249">
              <a:extLst>
                <a:ext uri="{FF2B5EF4-FFF2-40B4-BE49-F238E27FC236}">
                  <a16:creationId xmlns:a16="http://schemas.microsoft.com/office/drawing/2014/main" id="{4E9454F6-8C78-1B44-A45E-659D47F7104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39866" y="4369199"/>
              <a:ext cx="225953" cy="395900"/>
              <a:chOff x="4140" y="429"/>
              <a:chExt cx="1425" cy="2396"/>
            </a:xfrm>
          </p:grpSpPr>
          <p:sp>
            <p:nvSpPr>
              <p:cNvPr id="212070" name="Freeform 250">
                <a:extLst>
                  <a:ext uri="{FF2B5EF4-FFF2-40B4-BE49-F238E27FC236}">
                    <a16:creationId xmlns:a16="http://schemas.microsoft.com/office/drawing/2014/main" id="{A03C8245-84E8-1547-98F3-D419F0F33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04" name="Rectangle 251">
                <a:extLst>
                  <a:ext uri="{FF2B5EF4-FFF2-40B4-BE49-F238E27FC236}">
                    <a16:creationId xmlns:a16="http://schemas.microsoft.com/office/drawing/2014/main" id="{D4658AF0-46BC-3C41-9BE0-B3058E157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427"/>
                <a:ext cx="1051" cy="228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72" name="Freeform 252">
                <a:extLst>
                  <a:ext uri="{FF2B5EF4-FFF2-40B4-BE49-F238E27FC236}">
                    <a16:creationId xmlns:a16="http://schemas.microsoft.com/office/drawing/2014/main" id="{C051241D-9938-2247-81A7-005E60E6A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73" name="Freeform 253">
                <a:extLst>
                  <a:ext uri="{FF2B5EF4-FFF2-40B4-BE49-F238E27FC236}">
                    <a16:creationId xmlns:a16="http://schemas.microsoft.com/office/drawing/2014/main" id="{D1D41A11-05E7-684B-A0AE-EC2C9DD52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07" name="Rectangle 254">
                <a:extLst>
                  <a:ext uri="{FF2B5EF4-FFF2-40B4-BE49-F238E27FC236}">
                    <a16:creationId xmlns:a16="http://schemas.microsoft.com/office/drawing/2014/main" id="{CDB6110C-F2A9-2A42-A814-225C606AF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696"/>
                <a:ext cx="60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75" name="Group 255">
                <a:extLst>
                  <a:ext uri="{FF2B5EF4-FFF2-40B4-BE49-F238E27FC236}">
                    <a16:creationId xmlns:a16="http://schemas.microsoft.com/office/drawing/2014/main" id="{4AA01198-881E-674B-8D85-89B4A423F0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33" name="AutoShape 256">
                  <a:extLst>
                    <a:ext uri="{FF2B5EF4-FFF2-40B4-BE49-F238E27FC236}">
                      <a16:creationId xmlns:a16="http://schemas.microsoft.com/office/drawing/2014/main" id="{68DC4A52-F420-DE43-A08E-43238B4C5A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34" name="AutoShape 257">
                  <a:extLst>
                    <a:ext uri="{FF2B5EF4-FFF2-40B4-BE49-F238E27FC236}">
                      <a16:creationId xmlns:a16="http://schemas.microsoft.com/office/drawing/2014/main" id="{1F90C38E-6529-6D43-AF3F-FCF2C27269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86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09" name="Rectangle 258">
                <a:extLst>
                  <a:ext uri="{FF2B5EF4-FFF2-40B4-BE49-F238E27FC236}">
                    <a16:creationId xmlns:a16="http://schemas.microsoft.com/office/drawing/2014/main" id="{A6C50548-B5A8-DD41-960F-934AB506C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23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77" name="Group 259">
                <a:extLst>
                  <a:ext uri="{FF2B5EF4-FFF2-40B4-BE49-F238E27FC236}">
                    <a16:creationId xmlns:a16="http://schemas.microsoft.com/office/drawing/2014/main" id="{B50052D3-6E51-A24F-8DA6-1A1FB1E76A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31" name="AutoShape 260">
                  <a:extLst>
                    <a:ext uri="{FF2B5EF4-FFF2-40B4-BE49-F238E27FC236}">
                      <a16:creationId xmlns:a16="http://schemas.microsoft.com/office/drawing/2014/main" id="{F197C4B6-E0DE-F849-B48E-BCEE5E7A9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8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32" name="AutoShape 261">
                  <a:extLst>
                    <a:ext uri="{FF2B5EF4-FFF2-40B4-BE49-F238E27FC236}">
                      <a16:creationId xmlns:a16="http://schemas.microsoft.com/office/drawing/2014/main" id="{93DD5F29-0A86-D349-B160-42359A1BEF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8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11" name="Rectangle 262">
                <a:extLst>
                  <a:ext uri="{FF2B5EF4-FFF2-40B4-BE49-F238E27FC236}">
                    <a16:creationId xmlns:a16="http://schemas.microsoft.com/office/drawing/2014/main" id="{2CEEAE7B-F0C2-3741-812C-E68B25F42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9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12" name="Rectangle 263">
                <a:extLst>
                  <a:ext uri="{FF2B5EF4-FFF2-40B4-BE49-F238E27FC236}">
                    <a16:creationId xmlns:a16="http://schemas.microsoft.com/office/drawing/2014/main" id="{D214CDE3-D2A8-274C-8077-E1A2A229E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7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80" name="Group 264">
                <a:extLst>
                  <a:ext uri="{FF2B5EF4-FFF2-40B4-BE49-F238E27FC236}">
                    <a16:creationId xmlns:a16="http://schemas.microsoft.com/office/drawing/2014/main" id="{6E439FEA-F5FC-3B4E-9319-CE3BAECB55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29" name="AutoShape 265">
                  <a:extLst>
                    <a:ext uri="{FF2B5EF4-FFF2-40B4-BE49-F238E27FC236}">
                      <a16:creationId xmlns:a16="http://schemas.microsoft.com/office/drawing/2014/main" id="{C9355DB6-C6B8-FF44-B122-7F1B0154AD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11" cy="141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30" name="AutoShape 266">
                  <a:extLst>
                    <a:ext uri="{FF2B5EF4-FFF2-40B4-BE49-F238E27FC236}">
                      <a16:creationId xmlns:a16="http://schemas.microsoft.com/office/drawing/2014/main" id="{49670351-9F5F-4D49-B71A-D4248C3860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6"/>
                  <a:ext cx="67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12081" name="Freeform 267">
                <a:extLst>
                  <a:ext uri="{FF2B5EF4-FFF2-40B4-BE49-F238E27FC236}">
                    <a16:creationId xmlns:a16="http://schemas.microsoft.com/office/drawing/2014/main" id="{8C813492-9EA7-3A44-9D0E-5EE281C2F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82" name="Group 268">
                <a:extLst>
                  <a:ext uri="{FF2B5EF4-FFF2-40B4-BE49-F238E27FC236}">
                    <a16:creationId xmlns:a16="http://schemas.microsoft.com/office/drawing/2014/main" id="{401906C0-A649-EA4C-AD29-60A7328EFA7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27" name="AutoShape 269">
                  <a:extLst>
                    <a:ext uri="{FF2B5EF4-FFF2-40B4-BE49-F238E27FC236}">
                      <a16:creationId xmlns:a16="http://schemas.microsoft.com/office/drawing/2014/main" id="{6D630F50-E03D-D54B-AD8B-C27CDE09FD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1"/>
                  <a:ext cx="761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28" name="AutoShape 270">
                  <a:extLst>
                    <a:ext uri="{FF2B5EF4-FFF2-40B4-BE49-F238E27FC236}">
                      <a16:creationId xmlns:a16="http://schemas.microsoft.com/office/drawing/2014/main" id="{3017E51C-7609-2E48-8538-5848C41247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90"/>
                  <a:ext cx="72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16" name="Rectangle 271">
                <a:extLst>
                  <a:ext uri="{FF2B5EF4-FFF2-40B4-BE49-F238E27FC236}">
                    <a16:creationId xmlns:a16="http://schemas.microsoft.com/office/drawing/2014/main" id="{651B996A-729D-A14F-9266-27B9137CB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7"/>
                <a:ext cx="70" cy="229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84" name="Freeform 272">
                <a:extLst>
                  <a:ext uri="{FF2B5EF4-FFF2-40B4-BE49-F238E27FC236}">
                    <a16:creationId xmlns:a16="http://schemas.microsoft.com/office/drawing/2014/main" id="{6B82CA0B-96B1-5C4F-BD88-422C7BF99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85" name="Freeform 273">
                <a:extLst>
                  <a:ext uri="{FF2B5EF4-FFF2-40B4-BE49-F238E27FC236}">
                    <a16:creationId xmlns:a16="http://schemas.microsoft.com/office/drawing/2014/main" id="{45542DB4-486A-8545-8B5E-F0F0A3148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19" name="Oval 274">
                <a:extLst>
                  <a:ext uri="{FF2B5EF4-FFF2-40B4-BE49-F238E27FC236}">
                    <a16:creationId xmlns:a16="http://schemas.microsoft.com/office/drawing/2014/main" id="{435B7EFD-D157-2C4F-8DF0-32699F988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7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87" name="Freeform 275">
                <a:extLst>
                  <a:ext uri="{FF2B5EF4-FFF2-40B4-BE49-F238E27FC236}">
                    <a16:creationId xmlns:a16="http://schemas.microsoft.com/office/drawing/2014/main" id="{91EEEC1B-222B-2041-8B74-71DB51088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21" name="AutoShape 276">
                <a:extLst>
                  <a:ext uri="{FF2B5EF4-FFF2-40B4-BE49-F238E27FC236}">
                    <a16:creationId xmlns:a16="http://schemas.microsoft.com/office/drawing/2014/main" id="{2E4D5386-12FD-904A-A597-3248471B1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6" y="2684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2" name="AutoShape 277">
                <a:extLst>
                  <a:ext uri="{FF2B5EF4-FFF2-40B4-BE49-F238E27FC236}">
                    <a16:creationId xmlns:a16="http://schemas.microsoft.com/office/drawing/2014/main" id="{405DC85D-D545-9549-815B-7EF5CE6A7E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2713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3" name="Oval 278">
                <a:extLst>
                  <a:ext uri="{FF2B5EF4-FFF2-40B4-BE49-F238E27FC236}">
                    <a16:creationId xmlns:a16="http://schemas.microsoft.com/office/drawing/2014/main" id="{E7D84189-0B0B-2344-A5F0-0C10C7C10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7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4" name="Oval 279">
                <a:extLst>
                  <a:ext uri="{FF2B5EF4-FFF2-40B4-BE49-F238E27FC236}">
                    <a16:creationId xmlns:a16="http://schemas.microsoft.com/office/drawing/2014/main" id="{5EAF772E-478C-8E4A-93CB-26B379E18F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7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5" name="Oval 280">
                <a:extLst>
                  <a:ext uri="{FF2B5EF4-FFF2-40B4-BE49-F238E27FC236}">
                    <a16:creationId xmlns:a16="http://schemas.microsoft.com/office/drawing/2014/main" id="{27AE0AC9-B7B9-4E40-B5F3-DEC4F7D4D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7" y="2387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6" name="Rectangle 281">
                <a:extLst>
                  <a:ext uri="{FF2B5EF4-FFF2-40B4-BE49-F238E27FC236}">
                    <a16:creationId xmlns:a16="http://schemas.microsoft.com/office/drawing/2014/main" id="{FBC56F80-E750-304F-95F3-C043C627A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8" y="1839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212037" name="Group 249">
              <a:extLst>
                <a:ext uri="{FF2B5EF4-FFF2-40B4-BE49-F238E27FC236}">
                  <a16:creationId xmlns:a16="http://schemas.microsoft.com/office/drawing/2014/main" id="{063CADA8-4BAC-AB4C-87C1-F68FF3A8BFF2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472213" y="4384408"/>
              <a:ext cx="225953" cy="395900"/>
              <a:chOff x="4140" y="429"/>
              <a:chExt cx="1425" cy="2396"/>
            </a:xfrm>
          </p:grpSpPr>
          <p:sp>
            <p:nvSpPr>
              <p:cNvPr id="212038" name="Freeform 250">
                <a:extLst>
                  <a:ext uri="{FF2B5EF4-FFF2-40B4-BE49-F238E27FC236}">
                    <a16:creationId xmlns:a16="http://schemas.microsoft.com/office/drawing/2014/main" id="{83609DD9-788C-B34B-A84D-5AF80A7E8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37" name="Rectangle 251">
                <a:extLst>
                  <a:ext uri="{FF2B5EF4-FFF2-40B4-BE49-F238E27FC236}">
                    <a16:creationId xmlns:a16="http://schemas.microsoft.com/office/drawing/2014/main" id="{9A83466C-E4FD-704C-B5A3-73372A72E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431"/>
                <a:ext cx="1051" cy="227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40" name="Freeform 252">
                <a:extLst>
                  <a:ext uri="{FF2B5EF4-FFF2-40B4-BE49-F238E27FC236}">
                    <a16:creationId xmlns:a16="http://schemas.microsoft.com/office/drawing/2014/main" id="{6B912C6A-CA11-6241-B86E-7D90B7966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41" name="Freeform 253">
                <a:extLst>
                  <a:ext uri="{FF2B5EF4-FFF2-40B4-BE49-F238E27FC236}">
                    <a16:creationId xmlns:a16="http://schemas.microsoft.com/office/drawing/2014/main" id="{4EF65B28-986F-2941-82BF-82235F3C0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40" name="Rectangle 254">
                <a:extLst>
                  <a:ext uri="{FF2B5EF4-FFF2-40B4-BE49-F238E27FC236}">
                    <a16:creationId xmlns:a16="http://schemas.microsoft.com/office/drawing/2014/main" id="{2E0706E9-4632-5147-9763-45281A5F5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43" name="Group 255">
                <a:extLst>
                  <a:ext uri="{FF2B5EF4-FFF2-40B4-BE49-F238E27FC236}">
                    <a16:creationId xmlns:a16="http://schemas.microsoft.com/office/drawing/2014/main" id="{AFDA2183-F275-5945-8D00-53B62203DF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66" name="AutoShape 256">
                  <a:extLst>
                    <a:ext uri="{FF2B5EF4-FFF2-40B4-BE49-F238E27FC236}">
                      <a16:creationId xmlns:a16="http://schemas.microsoft.com/office/drawing/2014/main" id="{6771E5BD-9EAE-334D-A62A-489F0A6F3B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1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7" name="AutoShape 257">
                  <a:extLst>
                    <a:ext uri="{FF2B5EF4-FFF2-40B4-BE49-F238E27FC236}">
                      <a16:creationId xmlns:a16="http://schemas.microsoft.com/office/drawing/2014/main" id="{EDB32EF2-BB3C-FA43-98D2-E17A7C0B29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90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42" name="Rectangle 258">
                <a:extLst>
                  <a:ext uri="{FF2B5EF4-FFF2-40B4-BE49-F238E27FC236}">
                    <a16:creationId xmlns:a16="http://schemas.microsoft.com/office/drawing/2014/main" id="{BC61EC3E-F484-3D44-8AB5-E7A307F17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17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45" name="Group 259">
                <a:extLst>
                  <a:ext uri="{FF2B5EF4-FFF2-40B4-BE49-F238E27FC236}">
                    <a16:creationId xmlns:a16="http://schemas.microsoft.com/office/drawing/2014/main" id="{59D9A9D5-9943-2D41-B20D-6F38276B0D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64" name="AutoShape 260">
                  <a:extLst>
                    <a:ext uri="{FF2B5EF4-FFF2-40B4-BE49-F238E27FC236}">
                      <a16:creationId xmlns:a16="http://schemas.microsoft.com/office/drawing/2014/main" id="{8D06F510-A5A6-DE4C-9A08-7E75EB9E60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81" y="2572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5" name="AutoShape 261">
                  <a:extLst>
                    <a:ext uri="{FF2B5EF4-FFF2-40B4-BE49-F238E27FC236}">
                      <a16:creationId xmlns:a16="http://schemas.microsoft.com/office/drawing/2014/main" id="{8FF0110B-B100-9542-B3BF-7AA2C9E42D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4" y="2592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44" name="Rectangle 262">
                <a:extLst>
                  <a:ext uri="{FF2B5EF4-FFF2-40B4-BE49-F238E27FC236}">
                    <a16:creationId xmlns:a16="http://schemas.microsoft.com/office/drawing/2014/main" id="{3DC50D41-35CD-1341-A6D5-D950C8EDB1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63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45" name="Rectangle 263">
                <a:extLst>
                  <a:ext uri="{FF2B5EF4-FFF2-40B4-BE49-F238E27FC236}">
                    <a16:creationId xmlns:a16="http://schemas.microsoft.com/office/drawing/2014/main" id="{7337A979-AD5D-9D44-B53F-15B562751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1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48" name="Group 264">
                <a:extLst>
                  <a:ext uri="{FF2B5EF4-FFF2-40B4-BE49-F238E27FC236}">
                    <a16:creationId xmlns:a16="http://schemas.microsoft.com/office/drawing/2014/main" id="{941F8FDA-8D7F-2346-A6C2-6EA10A4250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62" name="AutoShape 265">
                  <a:extLst>
                    <a:ext uri="{FF2B5EF4-FFF2-40B4-BE49-F238E27FC236}">
                      <a16:creationId xmlns:a16="http://schemas.microsoft.com/office/drawing/2014/main" id="{EECF23DE-461B-6144-AED7-04E1E12852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9" y="2572"/>
                  <a:ext cx="686" cy="13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3" name="AutoShape 266">
                  <a:extLst>
                    <a:ext uri="{FF2B5EF4-FFF2-40B4-BE49-F238E27FC236}">
                      <a16:creationId xmlns:a16="http://schemas.microsoft.com/office/drawing/2014/main" id="{0A68C799-922E-B342-9C3E-D7370E6F6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1" y="2590"/>
                  <a:ext cx="648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12049" name="Freeform 267">
                <a:extLst>
                  <a:ext uri="{FF2B5EF4-FFF2-40B4-BE49-F238E27FC236}">
                    <a16:creationId xmlns:a16="http://schemas.microsoft.com/office/drawing/2014/main" id="{936DB453-D72B-EF48-B4DE-1F4AA2CB6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50" name="Group 268">
                <a:extLst>
                  <a:ext uri="{FF2B5EF4-FFF2-40B4-BE49-F238E27FC236}">
                    <a16:creationId xmlns:a16="http://schemas.microsoft.com/office/drawing/2014/main" id="{C294DBB1-7698-5440-AE7E-BC967A3440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60" name="AutoShape 269">
                  <a:extLst>
                    <a:ext uri="{FF2B5EF4-FFF2-40B4-BE49-F238E27FC236}">
                      <a16:creationId xmlns:a16="http://schemas.microsoft.com/office/drawing/2014/main" id="{1C28E9A7-7F8C-7448-8072-16825BD7A1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3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1" name="AutoShape 270">
                  <a:extLst>
                    <a:ext uri="{FF2B5EF4-FFF2-40B4-BE49-F238E27FC236}">
                      <a16:creationId xmlns:a16="http://schemas.microsoft.com/office/drawing/2014/main" id="{F487AB71-1F45-EB49-A690-2C22A7507D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5"/>
                  <a:ext cx="686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49" name="Rectangle 271">
                <a:extLst>
                  <a:ext uri="{FF2B5EF4-FFF2-40B4-BE49-F238E27FC236}">
                    <a16:creationId xmlns:a16="http://schemas.microsoft.com/office/drawing/2014/main" id="{72F89151-6238-B74D-867E-21A9ECE3B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1" y="431"/>
                <a:ext cx="6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52" name="Freeform 272">
                <a:extLst>
                  <a:ext uri="{FF2B5EF4-FFF2-40B4-BE49-F238E27FC236}">
                    <a16:creationId xmlns:a16="http://schemas.microsoft.com/office/drawing/2014/main" id="{2D301E59-F089-F146-9D78-8606C4C6E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53" name="Freeform 273">
                <a:extLst>
                  <a:ext uri="{FF2B5EF4-FFF2-40B4-BE49-F238E27FC236}">
                    <a16:creationId xmlns:a16="http://schemas.microsoft.com/office/drawing/2014/main" id="{58EE3F91-4AF5-C142-BEAE-95FF763AA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" name="Oval 274">
                <a:extLst>
                  <a:ext uri="{FF2B5EF4-FFF2-40B4-BE49-F238E27FC236}">
                    <a16:creationId xmlns:a16="http://schemas.microsoft.com/office/drawing/2014/main" id="{1DBFAAB7-01C0-0142-B148-67BAAC23F2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2" y="2611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55" name="Freeform 275">
                <a:extLst>
                  <a:ext uri="{FF2B5EF4-FFF2-40B4-BE49-F238E27FC236}">
                    <a16:creationId xmlns:a16="http://schemas.microsoft.com/office/drawing/2014/main" id="{6A788E83-B9AD-684D-9098-48CAC937A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" name="AutoShape 276">
                <a:extLst>
                  <a:ext uri="{FF2B5EF4-FFF2-40B4-BE49-F238E27FC236}">
                    <a16:creationId xmlns:a16="http://schemas.microsoft.com/office/drawing/2014/main" id="{3B10DC55-A939-5F48-BD8F-218473E0B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5" name="AutoShape 277">
                <a:extLst>
                  <a:ext uri="{FF2B5EF4-FFF2-40B4-BE49-F238E27FC236}">
                    <a16:creationId xmlns:a16="http://schemas.microsoft.com/office/drawing/2014/main" id="{21263D7D-4294-5148-B3A9-27122535AF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2708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6" name="Oval 278">
                <a:extLst>
                  <a:ext uri="{FF2B5EF4-FFF2-40B4-BE49-F238E27FC236}">
                    <a16:creationId xmlns:a16="http://schemas.microsoft.com/office/drawing/2014/main" id="{43CCDDD0-BFF9-884C-91C4-A05681D8C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1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7" name="Oval 279">
                <a:extLst>
                  <a:ext uri="{FF2B5EF4-FFF2-40B4-BE49-F238E27FC236}">
                    <a16:creationId xmlns:a16="http://schemas.microsoft.com/office/drawing/2014/main" id="{797CAFF6-2540-2A43-A7EB-6DC214987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0" y="2381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8" name="Oval 280">
                <a:extLst>
                  <a:ext uri="{FF2B5EF4-FFF2-40B4-BE49-F238E27FC236}">
                    <a16:creationId xmlns:a16="http://schemas.microsoft.com/office/drawing/2014/main" id="{4BB328AC-52B7-0E49-B39E-D6076BDE8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81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9" name="Rectangle 281">
                <a:extLst>
                  <a:ext uri="{FF2B5EF4-FFF2-40B4-BE49-F238E27FC236}">
                    <a16:creationId xmlns:a16="http://schemas.microsoft.com/office/drawing/2014/main" id="{E9E2B2D4-67FA-DD44-B88A-D47E4481C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3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</p:grpSp>
      <p:grpSp>
        <p:nvGrpSpPr>
          <p:cNvPr id="1069" name="Group 1068">
            <a:extLst>
              <a:ext uri="{FF2B5EF4-FFF2-40B4-BE49-F238E27FC236}">
                <a16:creationId xmlns:a16="http://schemas.microsoft.com/office/drawing/2014/main" id="{ECF8F42F-4B0B-EE47-8918-77C7BC282FB3}"/>
              </a:ext>
            </a:extLst>
          </p:cNvPr>
          <p:cNvGrpSpPr>
            <a:grpSpLocks/>
          </p:cNvGrpSpPr>
          <p:nvPr/>
        </p:nvGrpSpPr>
        <p:grpSpPr bwMode="auto">
          <a:xfrm>
            <a:off x="8710613" y="5734050"/>
            <a:ext cx="347662" cy="681038"/>
            <a:chOff x="7923189" y="2486664"/>
            <a:chExt cx="360377" cy="884585"/>
          </a:xfrm>
        </p:grpSpPr>
        <p:pic>
          <p:nvPicPr>
            <p:cNvPr id="212000" name="Picture 3">
              <a:extLst>
                <a:ext uri="{FF2B5EF4-FFF2-40B4-BE49-F238E27FC236}">
                  <a16:creationId xmlns:a16="http://schemas.microsoft.com/office/drawing/2014/main" id="{1C58FD28-176F-A34A-9878-C60238838E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001" name="Group 950">
              <a:extLst>
                <a:ext uri="{FF2B5EF4-FFF2-40B4-BE49-F238E27FC236}">
                  <a16:creationId xmlns:a16="http://schemas.microsoft.com/office/drawing/2014/main" id="{38988D6D-0BB2-0846-9D57-DEE7A2D049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002" name="Freeform 951">
                <a:extLst>
                  <a:ext uri="{FF2B5EF4-FFF2-40B4-BE49-F238E27FC236}">
                    <a16:creationId xmlns:a16="http://schemas.microsoft.com/office/drawing/2014/main" id="{B75B1ABA-52FC-B043-9608-0D224DBCA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3" name="Rectangle 952">
                <a:extLst>
                  <a:ext uri="{FF2B5EF4-FFF2-40B4-BE49-F238E27FC236}">
                    <a16:creationId xmlns:a16="http://schemas.microsoft.com/office/drawing/2014/main" id="{FD560CD9-2687-F741-8045-AFDB9C46B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4" name="Freeform 953">
                <a:extLst>
                  <a:ext uri="{FF2B5EF4-FFF2-40B4-BE49-F238E27FC236}">
                    <a16:creationId xmlns:a16="http://schemas.microsoft.com/office/drawing/2014/main" id="{F60A9E66-2B31-274F-A9F4-7AE7CEBC4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5" name="Freeform 954">
                <a:extLst>
                  <a:ext uri="{FF2B5EF4-FFF2-40B4-BE49-F238E27FC236}">
                    <a16:creationId xmlns:a16="http://schemas.microsoft.com/office/drawing/2014/main" id="{0ECC682E-80A9-664A-B2F9-3809C6B66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6" name="Rectangle 955">
                <a:extLst>
                  <a:ext uri="{FF2B5EF4-FFF2-40B4-BE49-F238E27FC236}">
                    <a16:creationId xmlns:a16="http://schemas.microsoft.com/office/drawing/2014/main" id="{F6363B5D-801C-0745-A1DF-15E7CB71E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07" name="Group 956">
                <a:extLst>
                  <a:ext uri="{FF2B5EF4-FFF2-40B4-BE49-F238E27FC236}">
                    <a16:creationId xmlns:a16="http://schemas.microsoft.com/office/drawing/2014/main" id="{AFFFB009-5079-FF4D-A514-D86A36D905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032" name="AutoShape 957">
                  <a:extLst>
                    <a:ext uri="{FF2B5EF4-FFF2-40B4-BE49-F238E27FC236}">
                      <a16:creationId xmlns:a16="http://schemas.microsoft.com/office/drawing/2014/main" id="{392483AB-DC02-2A41-962B-95AC6D66FB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033" name="AutoShape 958">
                  <a:extLst>
                    <a:ext uri="{FF2B5EF4-FFF2-40B4-BE49-F238E27FC236}">
                      <a16:creationId xmlns:a16="http://schemas.microsoft.com/office/drawing/2014/main" id="{4D194528-5F6A-564B-8E3C-7F849D4B12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008" name="Rectangle 959">
                <a:extLst>
                  <a:ext uri="{FF2B5EF4-FFF2-40B4-BE49-F238E27FC236}">
                    <a16:creationId xmlns:a16="http://schemas.microsoft.com/office/drawing/2014/main" id="{EFB28CCD-CE52-2849-8E9F-099A7003A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09" name="Group 960">
                <a:extLst>
                  <a:ext uri="{FF2B5EF4-FFF2-40B4-BE49-F238E27FC236}">
                    <a16:creationId xmlns:a16="http://schemas.microsoft.com/office/drawing/2014/main" id="{0318F76E-4991-6A48-BA2E-BA8E46990C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030" name="AutoShape 961">
                  <a:extLst>
                    <a:ext uri="{FF2B5EF4-FFF2-40B4-BE49-F238E27FC236}">
                      <a16:creationId xmlns:a16="http://schemas.microsoft.com/office/drawing/2014/main" id="{A2B7EE78-B743-F742-8B2F-EC7FBB16DF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031" name="AutoShape 962">
                  <a:extLst>
                    <a:ext uri="{FF2B5EF4-FFF2-40B4-BE49-F238E27FC236}">
                      <a16:creationId xmlns:a16="http://schemas.microsoft.com/office/drawing/2014/main" id="{2A79FF57-2C38-304A-B360-02B7836D6F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010" name="Rectangle 963">
                <a:extLst>
                  <a:ext uri="{FF2B5EF4-FFF2-40B4-BE49-F238E27FC236}">
                    <a16:creationId xmlns:a16="http://schemas.microsoft.com/office/drawing/2014/main" id="{6592F3BD-D910-6142-A498-11CB54CD4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1" name="Rectangle 964">
                <a:extLst>
                  <a:ext uri="{FF2B5EF4-FFF2-40B4-BE49-F238E27FC236}">
                    <a16:creationId xmlns:a16="http://schemas.microsoft.com/office/drawing/2014/main" id="{563B9000-6C65-DB4B-9E12-6CCE3EF8D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12" name="Group 965">
                <a:extLst>
                  <a:ext uri="{FF2B5EF4-FFF2-40B4-BE49-F238E27FC236}">
                    <a16:creationId xmlns:a16="http://schemas.microsoft.com/office/drawing/2014/main" id="{53621790-3635-2346-B3E7-A68A9275BA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028" name="AutoShape 966">
                  <a:extLst>
                    <a:ext uri="{FF2B5EF4-FFF2-40B4-BE49-F238E27FC236}">
                      <a16:creationId xmlns:a16="http://schemas.microsoft.com/office/drawing/2014/main" id="{8A245C7D-4DEA-A346-BF1B-C7C292B106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029" name="AutoShape 967">
                  <a:extLst>
                    <a:ext uri="{FF2B5EF4-FFF2-40B4-BE49-F238E27FC236}">
                      <a16:creationId xmlns:a16="http://schemas.microsoft.com/office/drawing/2014/main" id="{94A055E6-A46A-4249-BCFD-3019F44F37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013" name="Freeform 968">
                <a:extLst>
                  <a:ext uri="{FF2B5EF4-FFF2-40B4-BE49-F238E27FC236}">
                    <a16:creationId xmlns:a16="http://schemas.microsoft.com/office/drawing/2014/main" id="{D6373BFE-9A2A-9E4F-ADE9-1D8ACBE45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14" name="Group 969">
                <a:extLst>
                  <a:ext uri="{FF2B5EF4-FFF2-40B4-BE49-F238E27FC236}">
                    <a16:creationId xmlns:a16="http://schemas.microsoft.com/office/drawing/2014/main" id="{DE9BEAC1-7B89-2944-A44D-E7DB0D7614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026" name="AutoShape 970">
                  <a:extLst>
                    <a:ext uri="{FF2B5EF4-FFF2-40B4-BE49-F238E27FC236}">
                      <a16:creationId xmlns:a16="http://schemas.microsoft.com/office/drawing/2014/main" id="{CF59CCD8-E595-4E42-855D-D91D9BCB34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027" name="AutoShape 971">
                  <a:extLst>
                    <a:ext uri="{FF2B5EF4-FFF2-40B4-BE49-F238E27FC236}">
                      <a16:creationId xmlns:a16="http://schemas.microsoft.com/office/drawing/2014/main" id="{463C2AF6-3EE5-B94F-A53F-DA988F695A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015" name="Rectangle 972">
                <a:extLst>
                  <a:ext uri="{FF2B5EF4-FFF2-40B4-BE49-F238E27FC236}">
                    <a16:creationId xmlns:a16="http://schemas.microsoft.com/office/drawing/2014/main" id="{E264C2EF-580A-0B47-9963-02E194A52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6" name="Freeform 973">
                <a:extLst>
                  <a:ext uri="{FF2B5EF4-FFF2-40B4-BE49-F238E27FC236}">
                    <a16:creationId xmlns:a16="http://schemas.microsoft.com/office/drawing/2014/main" id="{811E20A3-FF5B-F547-9AA2-28EE1671E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7" name="Freeform 974">
                <a:extLst>
                  <a:ext uri="{FF2B5EF4-FFF2-40B4-BE49-F238E27FC236}">
                    <a16:creationId xmlns:a16="http://schemas.microsoft.com/office/drawing/2014/main" id="{78C55B6D-9FAA-3A49-A027-B2EC6C0DD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8" name="Oval 975">
                <a:extLst>
                  <a:ext uri="{FF2B5EF4-FFF2-40B4-BE49-F238E27FC236}">
                    <a16:creationId xmlns:a16="http://schemas.microsoft.com/office/drawing/2014/main" id="{B3CCC850-2704-704A-96F9-42E78A493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9" name="Freeform 976">
                <a:extLst>
                  <a:ext uri="{FF2B5EF4-FFF2-40B4-BE49-F238E27FC236}">
                    <a16:creationId xmlns:a16="http://schemas.microsoft.com/office/drawing/2014/main" id="{29EAE530-0285-8147-B69A-8802B8463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0" name="AutoShape 977">
                <a:extLst>
                  <a:ext uri="{FF2B5EF4-FFF2-40B4-BE49-F238E27FC236}">
                    <a16:creationId xmlns:a16="http://schemas.microsoft.com/office/drawing/2014/main" id="{86022980-C111-C14C-BC74-15BE5A0F9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1" name="AutoShape 978">
                <a:extLst>
                  <a:ext uri="{FF2B5EF4-FFF2-40B4-BE49-F238E27FC236}">
                    <a16:creationId xmlns:a16="http://schemas.microsoft.com/office/drawing/2014/main" id="{2A511823-DED3-2747-9713-71D6036B7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2" name="Oval 979">
                <a:extLst>
                  <a:ext uri="{FF2B5EF4-FFF2-40B4-BE49-F238E27FC236}">
                    <a16:creationId xmlns:a16="http://schemas.microsoft.com/office/drawing/2014/main" id="{782FCD42-797F-EF44-881F-939D4B8421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3" name="Oval 980">
                <a:extLst>
                  <a:ext uri="{FF2B5EF4-FFF2-40B4-BE49-F238E27FC236}">
                    <a16:creationId xmlns:a16="http://schemas.microsoft.com/office/drawing/2014/main" id="{15EB52E1-99F3-F949-8E2B-4AF186BD8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4" name="Oval 981">
                <a:extLst>
                  <a:ext uri="{FF2B5EF4-FFF2-40B4-BE49-F238E27FC236}">
                    <a16:creationId xmlns:a16="http://schemas.microsoft.com/office/drawing/2014/main" id="{7D0BA5EC-A7D4-AB40-A9F6-0CF2C1F2A6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5" name="Rectangle 982">
                <a:extLst>
                  <a:ext uri="{FF2B5EF4-FFF2-40B4-BE49-F238E27FC236}">
                    <a16:creationId xmlns:a16="http://schemas.microsoft.com/office/drawing/2014/main" id="{7EEC4949-56B9-1446-9711-9818D166C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6C52556-3B7F-CA46-899E-C10EBF5C4BFA}"/>
              </a:ext>
            </a:extLst>
          </p:cNvPr>
          <p:cNvGrpSpPr>
            <a:grpSpLocks/>
          </p:cNvGrpSpPr>
          <p:nvPr/>
        </p:nvGrpSpPr>
        <p:grpSpPr bwMode="auto">
          <a:xfrm>
            <a:off x="1751013" y="3719513"/>
            <a:ext cx="982662" cy="1585912"/>
            <a:chOff x="226804" y="3719080"/>
            <a:chExt cx="982820" cy="1586234"/>
          </a:xfrm>
        </p:grpSpPr>
        <p:pic>
          <p:nvPicPr>
            <p:cNvPr id="211997" name="Picture 9">
              <a:extLst>
                <a:ext uri="{FF2B5EF4-FFF2-40B4-BE49-F238E27FC236}">
                  <a16:creationId xmlns:a16="http://schemas.microsoft.com/office/drawing/2014/main" id="{885F0363-C2C7-B040-9A9F-8762313A0D7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3109" y="5014480"/>
              <a:ext cx="405029" cy="2908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1998" name="Cloud Callout 16">
              <a:extLst>
                <a:ext uri="{FF2B5EF4-FFF2-40B4-BE49-F238E27FC236}">
                  <a16:creationId xmlns:a16="http://schemas.microsoft.com/office/drawing/2014/main" id="{CB6F3878-13F6-7E42-A58F-2603D66CC77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226804" y="3719080"/>
              <a:ext cx="982820" cy="514019"/>
            </a:xfrm>
            <a:prstGeom prst="cloudCallout">
              <a:avLst>
                <a:gd name="adj1" fmla="val -7606"/>
                <a:gd name="adj2" fmla="val 147866"/>
              </a:avLst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pic>
          <p:nvPicPr>
            <p:cNvPr id="211999" name="Picture 18" descr="madman.jpg">
              <a:extLst>
                <a:ext uri="{FF2B5EF4-FFF2-40B4-BE49-F238E27FC236}">
                  <a16:creationId xmlns:a16="http://schemas.microsoft.com/office/drawing/2014/main" id="{22004AD2-F07E-954C-8CB1-F531A6E218E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767" y="3870258"/>
              <a:ext cx="767350" cy="2116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11984" name="Content Placeholder 12">
            <a:extLst>
              <a:ext uri="{FF2B5EF4-FFF2-40B4-BE49-F238E27FC236}">
                <a16:creationId xmlns:a16="http://schemas.microsoft.com/office/drawing/2014/main" id="{FBA2E74E-4CA0-634D-BA39-6FA14422C4A8}"/>
              </a:ext>
            </a:extLst>
          </p:cNvPr>
          <p:cNvSpPr txBox="1">
            <a:spLocks/>
          </p:cNvSpPr>
          <p:nvPr/>
        </p:nvSpPr>
        <p:spPr bwMode="auto">
          <a:xfrm>
            <a:off x="1057413" y="1427018"/>
            <a:ext cx="9735279" cy="5403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87338" indent="-2873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87338" marR="0" lvl="0" indent="-28733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CDN: stores copies of content (e.g. MADMEN) at CDN nodes </a:t>
            </a: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5C53D66F-2454-534A-B251-EF79F3D2D063}"/>
              </a:ext>
            </a:extLst>
          </p:cNvPr>
          <p:cNvGrpSpPr>
            <a:grpSpLocks/>
          </p:cNvGrpSpPr>
          <p:nvPr/>
        </p:nvGrpSpPr>
        <p:grpSpPr bwMode="auto">
          <a:xfrm>
            <a:off x="1558926" y="5030789"/>
            <a:ext cx="1857375" cy="338137"/>
            <a:chOff x="5957397" y="-30236"/>
            <a:chExt cx="1857399" cy="338554"/>
          </a:xfrm>
        </p:grpSpPr>
        <p:sp>
          <p:nvSpPr>
            <p:cNvPr id="211995" name="Rectangle 20">
              <a:extLst>
                <a:ext uri="{FF2B5EF4-FFF2-40B4-BE49-F238E27FC236}">
                  <a16:creationId xmlns:a16="http://schemas.microsoft.com/office/drawing/2014/main" id="{9DB5E779-F208-9B41-B538-A1AA669BD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7398" y="0"/>
              <a:ext cx="1829556" cy="272128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1996" name="TextBox 21">
              <a:extLst>
                <a:ext uri="{FF2B5EF4-FFF2-40B4-BE49-F238E27FC236}">
                  <a16:creationId xmlns:a16="http://schemas.microsoft.com/office/drawing/2014/main" id="{BC52E3C7-5102-E549-BEF6-5D6E61CFD9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7397" y="-30236"/>
              <a:ext cx="185739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where’s Madmen?</a:t>
              </a:r>
            </a:p>
          </p:txBody>
        </p:sp>
      </p:grpSp>
      <p:grpSp>
        <p:nvGrpSpPr>
          <p:cNvPr id="1113" name="Group 1112">
            <a:extLst>
              <a:ext uri="{FF2B5EF4-FFF2-40B4-BE49-F238E27FC236}">
                <a16:creationId xmlns:a16="http://schemas.microsoft.com/office/drawing/2014/main" id="{53C9D43F-CF97-804C-AB6A-00DEC2449E31}"/>
              </a:ext>
            </a:extLst>
          </p:cNvPr>
          <p:cNvGrpSpPr>
            <a:grpSpLocks/>
          </p:cNvGrpSpPr>
          <p:nvPr/>
        </p:nvGrpSpPr>
        <p:grpSpPr bwMode="auto">
          <a:xfrm>
            <a:off x="8785226" y="4778375"/>
            <a:ext cx="1279525" cy="338138"/>
            <a:chOff x="5931471" y="-30236"/>
            <a:chExt cx="1279747" cy="338971"/>
          </a:xfrm>
        </p:grpSpPr>
        <p:sp>
          <p:nvSpPr>
            <p:cNvPr id="211993" name="Rectangle 1113">
              <a:extLst>
                <a:ext uri="{FF2B5EF4-FFF2-40B4-BE49-F238E27FC236}">
                  <a16:creationId xmlns:a16="http://schemas.microsoft.com/office/drawing/2014/main" id="{CEB0D8F2-12E1-5148-8CC2-45D6340D7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7398" y="13898"/>
              <a:ext cx="1225865" cy="258229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1994" name="TextBox 1114">
              <a:extLst>
                <a:ext uri="{FF2B5EF4-FFF2-40B4-BE49-F238E27FC236}">
                  <a16:creationId xmlns:a16="http://schemas.microsoft.com/office/drawing/2014/main" id="{ED0C07AF-EC8A-1D44-A984-8A2456A295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1471" y="-30236"/>
              <a:ext cx="1279747" cy="338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manifest file</a:t>
              </a:r>
            </a:p>
          </p:txBody>
        </p:sp>
      </p:grpSp>
      <p:sp>
        <p:nvSpPr>
          <p:cNvPr id="28" name="Freeform 27">
            <a:extLst>
              <a:ext uri="{FF2B5EF4-FFF2-40B4-BE49-F238E27FC236}">
                <a16:creationId xmlns:a16="http://schemas.microsoft.com/office/drawing/2014/main" id="{068BEAB9-D8D3-C441-9C37-3B12CF5A5614}"/>
              </a:ext>
            </a:extLst>
          </p:cNvPr>
          <p:cNvSpPr>
            <a:spLocks/>
          </p:cNvSpPr>
          <p:nvPr/>
        </p:nvSpPr>
        <p:spPr bwMode="auto">
          <a:xfrm>
            <a:off x="2571029" y="4229534"/>
            <a:ext cx="1008062" cy="881062"/>
          </a:xfrm>
          <a:custGeom>
            <a:avLst/>
            <a:gdLst>
              <a:gd name="T0" fmla="*/ 542251 w 1284637"/>
              <a:gd name="T1" fmla="*/ 0 h 1108430"/>
              <a:gd name="T2" fmla="*/ 620508 w 1284637"/>
              <a:gd name="T3" fmla="*/ 556152 h 1108430"/>
              <a:gd name="T4" fmla="*/ 0 w 1284637"/>
              <a:gd name="T5" fmla="*/ 555512 h 110843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284637" h="1108430">
                <a:moveTo>
                  <a:pt x="1122624" y="0"/>
                </a:moveTo>
                <a:lnTo>
                  <a:pt x="1284637" y="1108430"/>
                </a:lnTo>
                <a:lnTo>
                  <a:pt x="0" y="1107156"/>
                </a:lnTo>
              </a:path>
            </a:pathLst>
          </a:cu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21" name="Freeform 1120">
            <a:extLst>
              <a:ext uri="{FF2B5EF4-FFF2-40B4-BE49-F238E27FC236}">
                <a16:creationId xmlns:a16="http://schemas.microsoft.com/office/drawing/2014/main" id="{1FA9C861-3CFD-5C47-9603-F36C34D39F14}"/>
              </a:ext>
            </a:extLst>
          </p:cNvPr>
          <p:cNvSpPr>
            <a:spLocks/>
          </p:cNvSpPr>
          <p:nvPr/>
        </p:nvSpPr>
        <p:spPr bwMode="auto">
          <a:xfrm flipV="1">
            <a:off x="2624139" y="5127626"/>
            <a:ext cx="2166937" cy="709613"/>
          </a:xfrm>
          <a:custGeom>
            <a:avLst/>
            <a:gdLst>
              <a:gd name="T0" fmla="*/ 1752991 w 1898925"/>
              <a:gd name="T1" fmla="*/ 0 h 980345"/>
              <a:gd name="T2" fmla="*/ 2822161 w 1898925"/>
              <a:gd name="T3" fmla="*/ 227646 h 980345"/>
              <a:gd name="T4" fmla="*/ 2173683 w 1898925"/>
              <a:gd name="T5" fmla="*/ 258645 h 980345"/>
              <a:gd name="T6" fmla="*/ 1262389 w 1898925"/>
              <a:gd name="T7" fmla="*/ 362755 h 980345"/>
              <a:gd name="T8" fmla="*/ 0 w 1898925"/>
              <a:gd name="T9" fmla="*/ 371335 h 98034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98925" h="980345">
                <a:moveTo>
                  <a:pt x="1179521" y="0"/>
                </a:moveTo>
                <a:lnTo>
                  <a:pt x="1898925" y="600997"/>
                </a:lnTo>
                <a:lnTo>
                  <a:pt x="1462589" y="682836"/>
                </a:lnTo>
                <a:cubicBezTo>
                  <a:pt x="1258197" y="730637"/>
                  <a:pt x="1110581" y="844165"/>
                  <a:pt x="849414" y="957692"/>
                </a:cubicBezTo>
                <a:lnTo>
                  <a:pt x="0" y="980345"/>
                </a:lnTo>
              </a:path>
            </a:pathLst>
          </a:cu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22" name="Content Placeholder 12">
            <a:extLst>
              <a:ext uri="{FF2B5EF4-FFF2-40B4-BE49-F238E27FC236}">
                <a16:creationId xmlns:a16="http://schemas.microsoft.com/office/drawing/2014/main" id="{CC467532-9586-A943-BA29-4F35221A16AD}"/>
              </a:ext>
            </a:extLst>
          </p:cNvPr>
          <p:cNvSpPr txBox="1">
            <a:spLocks/>
          </p:cNvSpPr>
          <p:nvPr/>
        </p:nvSpPr>
        <p:spPr bwMode="auto">
          <a:xfrm>
            <a:off x="1168393" y="2402083"/>
            <a:ext cx="9901388" cy="458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517525" marR="0" lvl="1" indent="-23177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lang="en-US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using manifest, client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retrieves content at highest supportable rate</a:t>
            </a:r>
          </a:p>
          <a:p>
            <a:pPr marL="457200" marR="0" lvl="1" indent="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123" name="Content Placeholder 12">
            <a:extLst>
              <a:ext uri="{FF2B5EF4-FFF2-40B4-BE49-F238E27FC236}">
                <a16:creationId xmlns:a16="http://schemas.microsoft.com/office/drawing/2014/main" id="{2E17DE3C-B1EA-6342-A5E5-820798A09912}"/>
              </a:ext>
            </a:extLst>
          </p:cNvPr>
          <p:cNvSpPr txBox="1">
            <a:spLocks/>
          </p:cNvSpPr>
          <p:nvPr/>
        </p:nvSpPr>
        <p:spPr bwMode="auto">
          <a:xfrm>
            <a:off x="1170413" y="2819021"/>
            <a:ext cx="9113837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517525" marR="0" lvl="1" indent="-21748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may choose different rate</a:t>
            </a:r>
            <a:r>
              <a:rPr kumimoji="0" lang="en-US" sz="2400" b="0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or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copy if network path congested</a:t>
            </a:r>
          </a:p>
          <a:p>
            <a:pPr marL="457200" marR="0" lvl="1" indent="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70" name="Slide Number Placeholder 2">
            <a:extLst>
              <a:ext uri="{FF2B5EF4-FFF2-40B4-BE49-F238E27FC236}">
                <a16:creationId xmlns:a16="http://schemas.microsoft.com/office/drawing/2014/main" id="{0F723A7B-FECC-0045-AA25-C72B2F046D6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116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093237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1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17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0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23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0.08763 -0.02916 L 0.11106 -0.02685 L 0.24635 0.00185 L 0.3569 -0.03079 L 0.42682 -0.00486 L 0.48242 0.01551 L 0.56041 -0.01088 L 0.60026 -0.05509 " pathEditMode="relative" rAng="0" ptsTypes="AAAAAAAAA">
                                      <p:cBhvr>
                                        <p:cTn id="42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0013" y="-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44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4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5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735 -0.01829 L -0.02942 0.05208 L -0.16276 0.0037 L -0.28893 0.03449 L -0.46106 0.01018 L -0.56901 0.0368 " pathEditMode="relative" rAng="0" ptsTypes="AAAAAA">
                                      <p:cBhvr>
                                        <p:cTn id="53" dur="2000" fill="hold"/>
                                        <p:tgtEl>
                                          <p:spTgt spid="1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318" y="351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0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1" dur="5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6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1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3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7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500"/>
                                        <p:tgtEl>
                                          <p:spTgt spid="1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build="p"/>
      <p:bldP spid="1122" grpId="0"/>
      <p:bldP spid="1123" grpId="0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178" name="Group 485">
            <a:extLst>
              <a:ext uri="{FF2B5EF4-FFF2-40B4-BE49-F238E27FC236}">
                <a16:creationId xmlns:a16="http://schemas.microsoft.com/office/drawing/2014/main" id="{D3CA8C78-AA59-A24B-B727-D151A079D1FC}"/>
              </a:ext>
            </a:extLst>
          </p:cNvPr>
          <p:cNvGrpSpPr>
            <a:grpSpLocks/>
          </p:cNvGrpSpPr>
          <p:nvPr/>
        </p:nvGrpSpPr>
        <p:grpSpPr bwMode="auto">
          <a:xfrm>
            <a:off x="2644455" y="3770050"/>
            <a:ext cx="7044059" cy="2764362"/>
            <a:chOff x="399122" y="1433580"/>
            <a:chExt cx="8437848" cy="5258263"/>
          </a:xfrm>
        </p:grpSpPr>
        <p:sp>
          <p:nvSpPr>
            <p:cNvPr id="214743" name="Freeform 84">
              <a:extLst>
                <a:ext uri="{FF2B5EF4-FFF2-40B4-BE49-F238E27FC236}">
                  <a16:creationId xmlns:a16="http://schemas.microsoft.com/office/drawing/2014/main" id="{A060C597-01E9-554B-B8BD-771A8A2A0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540" y="224137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744" name="Freeform 84">
              <a:extLst>
                <a:ext uri="{FF2B5EF4-FFF2-40B4-BE49-F238E27FC236}">
                  <a16:creationId xmlns:a16="http://schemas.microsoft.com/office/drawing/2014/main" id="{FB766578-AC48-D940-A2E4-3DFFA47D4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684" y="3041418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745" name="Freeform 84">
              <a:extLst>
                <a:ext uri="{FF2B5EF4-FFF2-40B4-BE49-F238E27FC236}">
                  <a16:creationId xmlns:a16="http://schemas.microsoft.com/office/drawing/2014/main" id="{7784D005-A9C4-3F44-8C8B-F862D7FA8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4646" y="249535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746" name="Freeform 84">
              <a:extLst>
                <a:ext uri="{FF2B5EF4-FFF2-40B4-BE49-F238E27FC236}">
                  <a16:creationId xmlns:a16="http://schemas.microsoft.com/office/drawing/2014/main" id="{AF3297ED-6FF2-D74A-A40C-EB85E1D53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261" y="5352637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747" name="Freeform 84">
              <a:extLst>
                <a:ext uri="{FF2B5EF4-FFF2-40B4-BE49-F238E27FC236}">
                  <a16:creationId xmlns:a16="http://schemas.microsoft.com/office/drawing/2014/main" id="{7B5046C6-6E0C-8942-A4E9-C15175BE9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105" y="4730385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748" name="Freeform 84">
              <a:extLst>
                <a:ext uri="{FF2B5EF4-FFF2-40B4-BE49-F238E27FC236}">
                  <a16:creationId xmlns:a16="http://schemas.microsoft.com/office/drawing/2014/main" id="{1D4FE714-7EBB-1544-9F51-31F44E050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474" y="4070036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749" name="Freeform 84">
              <a:extLst>
                <a:ext uri="{FF2B5EF4-FFF2-40B4-BE49-F238E27FC236}">
                  <a16:creationId xmlns:a16="http://schemas.microsoft.com/office/drawing/2014/main" id="{14110D05-4BB8-BF41-8DE5-E9201FEFD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4047" y="2927126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750" name="Freeform 84">
              <a:extLst>
                <a:ext uri="{FF2B5EF4-FFF2-40B4-BE49-F238E27FC236}">
                  <a16:creationId xmlns:a16="http://schemas.microsoft.com/office/drawing/2014/main" id="{B9CFD74C-9E09-7B48-B364-ADBD99E15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955" y="2000097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751" name="Freeform 84">
              <a:extLst>
                <a:ext uri="{FF2B5EF4-FFF2-40B4-BE49-F238E27FC236}">
                  <a16:creationId xmlns:a16="http://schemas.microsoft.com/office/drawing/2014/main" id="{4F238408-D759-B946-9AE3-DCD9CA584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735" y="2647748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752" name="Freeform 84">
              <a:extLst>
                <a:ext uri="{FF2B5EF4-FFF2-40B4-BE49-F238E27FC236}">
                  <a16:creationId xmlns:a16="http://schemas.microsoft.com/office/drawing/2014/main" id="{080FAA08-DB3C-E84E-BC58-E0C6A54C5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478" y="197469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753" name="Freeform 84">
              <a:extLst>
                <a:ext uri="{FF2B5EF4-FFF2-40B4-BE49-F238E27FC236}">
                  <a16:creationId xmlns:a16="http://schemas.microsoft.com/office/drawing/2014/main" id="{36E8E47A-157C-F445-B1CB-D81F1CFF0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1589" y="5606617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754" name="Freeform 84">
              <a:extLst>
                <a:ext uri="{FF2B5EF4-FFF2-40B4-BE49-F238E27FC236}">
                  <a16:creationId xmlns:a16="http://schemas.microsoft.com/office/drawing/2014/main" id="{9FA6F6A3-A686-2048-8022-76ABCA26B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9902" y="495896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755" name="Freeform 84">
              <a:extLst>
                <a:ext uri="{FF2B5EF4-FFF2-40B4-BE49-F238E27FC236}">
                  <a16:creationId xmlns:a16="http://schemas.microsoft.com/office/drawing/2014/main" id="{24739648-E5DE-8945-8268-3C6D0277B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271" y="4044638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756" name="Freeform 84">
              <a:extLst>
                <a:ext uri="{FF2B5EF4-FFF2-40B4-BE49-F238E27FC236}">
                  <a16:creationId xmlns:a16="http://schemas.microsoft.com/office/drawing/2014/main" id="{44333E2C-6D42-2940-B6CB-E3C930D3A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088" y="584789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757" name="Freeform 84">
              <a:extLst>
                <a:ext uri="{FF2B5EF4-FFF2-40B4-BE49-F238E27FC236}">
                  <a16:creationId xmlns:a16="http://schemas.microsoft.com/office/drawing/2014/main" id="{6146EC4B-F1F9-2D45-8118-0F691C5B1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565" y="5987587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758" name="Freeform 84">
              <a:extLst>
                <a:ext uri="{FF2B5EF4-FFF2-40B4-BE49-F238E27FC236}">
                  <a16:creationId xmlns:a16="http://schemas.microsoft.com/office/drawing/2014/main" id="{738B05C2-CDE6-124B-A567-E47B252E6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203" y="583519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759" name="TextBox 4">
              <a:extLst>
                <a:ext uri="{FF2B5EF4-FFF2-40B4-BE49-F238E27FC236}">
                  <a16:creationId xmlns:a16="http://schemas.microsoft.com/office/drawing/2014/main" id="{78D3D6C5-B38A-2C46-B682-7E0D50502B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07360">
              <a:off x="5241476" y="1433580"/>
              <a:ext cx="651327" cy="9952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14760" name="TextBox 179">
              <a:extLst>
                <a:ext uri="{FF2B5EF4-FFF2-40B4-BE49-F238E27FC236}">
                  <a16:creationId xmlns:a16="http://schemas.microsoft.com/office/drawing/2014/main" id="{4CD31A89-F8CF-6049-A5E5-85053FE0EB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390643" y="3033432"/>
              <a:ext cx="1034279" cy="626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14761" name="TextBox 180">
              <a:extLst>
                <a:ext uri="{FF2B5EF4-FFF2-40B4-BE49-F238E27FC236}">
                  <a16:creationId xmlns:a16="http://schemas.microsoft.com/office/drawing/2014/main" id="{D2B68C45-7019-014E-9AEF-6434FE05CE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341242" y="5649517"/>
              <a:ext cx="651327" cy="9952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14762" name="TextBox 181">
              <a:extLst>
                <a:ext uri="{FF2B5EF4-FFF2-40B4-BE49-F238E27FC236}">
                  <a16:creationId xmlns:a16="http://schemas.microsoft.com/office/drawing/2014/main" id="{7047D8F0-AC47-7C4D-B0ED-BA84F2FCFE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1651262">
              <a:off x="2063761" y="5696594"/>
              <a:ext cx="651327" cy="9952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14763" name="TextBox 182">
              <a:extLst>
                <a:ext uri="{FF2B5EF4-FFF2-40B4-BE49-F238E27FC236}">
                  <a16:creationId xmlns:a16="http://schemas.microsoft.com/office/drawing/2014/main" id="{7A1EB57F-3C68-0B4D-A1B8-7F5F6B516D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607303">
              <a:off x="195356" y="3660805"/>
              <a:ext cx="1034279" cy="626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14764" name="TextBox 183">
              <a:extLst>
                <a:ext uri="{FF2B5EF4-FFF2-40B4-BE49-F238E27FC236}">
                  <a16:creationId xmlns:a16="http://schemas.microsoft.com/office/drawing/2014/main" id="{BE1173A8-62F0-C04C-BB53-F0B39FB9A2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1079349">
              <a:off x="2482310" y="1498432"/>
              <a:ext cx="651327" cy="9952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grpSp>
          <p:nvGrpSpPr>
            <p:cNvPr id="214765" name="Group 8">
              <a:extLst>
                <a:ext uri="{FF2B5EF4-FFF2-40B4-BE49-F238E27FC236}">
                  <a16:creationId xmlns:a16="http://schemas.microsoft.com/office/drawing/2014/main" id="{FE595CC6-E58E-EE4A-8E57-98EE43A698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6600" y="3746496"/>
              <a:ext cx="3225799" cy="1117598"/>
              <a:chOff x="7848600" y="2044700"/>
              <a:chExt cx="3200399" cy="1371600"/>
            </a:xfrm>
          </p:grpSpPr>
          <p:sp>
            <p:nvSpPr>
              <p:cNvPr id="214961" name="Oval 3">
                <a:extLst>
                  <a:ext uri="{FF2B5EF4-FFF2-40B4-BE49-F238E27FC236}">
                    <a16:creationId xmlns:a16="http://schemas.microsoft.com/office/drawing/2014/main" id="{3A2DEDDB-FB5B-4946-8CD8-74906340D7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14962" name="Group 133">
                <a:extLst>
                  <a:ext uri="{FF2B5EF4-FFF2-40B4-BE49-F238E27FC236}">
                    <a16:creationId xmlns:a16="http://schemas.microsoft.com/office/drawing/2014/main" id="{21D80924-7CDB-4342-ACF8-4F970D327F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5035" name="Oval 407">
                  <a:extLst>
                    <a:ext uri="{FF2B5EF4-FFF2-40B4-BE49-F238E27FC236}">
                      <a16:creationId xmlns:a16="http://schemas.microsoft.com/office/drawing/2014/main" id="{61D0AC9A-8B66-2B4C-82C3-5309CE4BC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5036" name="Rectangle 410">
                  <a:extLst>
                    <a:ext uri="{FF2B5EF4-FFF2-40B4-BE49-F238E27FC236}">
                      <a16:creationId xmlns:a16="http://schemas.microsoft.com/office/drawing/2014/main" id="{F8139EB8-4456-D748-A30F-66BB62501A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5037" name="Oval 411">
                  <a:extLst>
                    <a:ext uri="{FF2B5EF4-FFF2-40B4-BE49-F238E27FC236}">
                      <a16:creationId xmlns:a16="http://schemas.microsoft.com/office/drawing/2014/main" id="{8E128DBA-3FA3-514E-95F4-8A1E1E8AEA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5038" name="Group 137">
                  <a:extLst>
                    <a:ext uri="{FF2B5EF4-FFF2-40B4-BE49-F238E27FC236}">
                      <a16:creationId xmlns:a16="http://schemas.microsoft.com/office/drawing/2014/main" id="{3852E333-724C-FB47-988A-B2BD76243F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46785" name="Freeform 138">
                    <a:extLst>
                      <a:ext uri="{FF2B5EF4-FFF2-40B4-BE49-F238E27FC236}">
                        <a16:creationId xmlns:a16="http://schemas.microsoft.com/office/drawing/2014/main" id="{A943E71A-439C-3C40-8FE2-B50EFF103C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6786" name="Freeform 139">
                    <a:extLst>
                      <a:ext uri="{FF2B5EF4-FFF2-40B4-BE49-F238E27FC236}">
                        <a16:creationId xmlns:a16="http://schemas.microsoft.com/office/drawing/2014/main" id="{03DC00B2-3E2E-3048-A429-DF791A3432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5039" name="Line 140">
                  <a:extLst>
                    <a:ext uri="{FF2B5EF4-FFF2-40B4-BE49-F238E27FC236}">
                      <a16:creationId xmlns:a16="http://schemas.microsoft.com/office/drawing/2014/main" id="{6D1BC62A-277D-BC42-8052-5D58EBD954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784" name="Line 141">
                  <a:extLst>
                    <a:ext uri="{FF2B5EF4-FFF2-40B4-BE49-F238E27FC236}">
                      <a16:creationId xmlns:a16="http://schemas.microsoft.com/office/drawing/2014/main" id="{77D434FA-BD40-FB43-B64A-6117AFFE24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cxnSp>
            <p:nvCxnSpPr>
              <p:cNvPr id="214963" name="Straight Connector 10">
                <a:extLst>
                  <a:ext uri="{FF2B5EF4-FFF2-40B4-BE49-F238E27FC236}">
                    <a16:creationId xmlns:a16="http://schemas.microsoft.com/office/drawing/2014/main" id="{24E38DB4-BB48-9B4B-9B3F-AF9DE56D459B}"/>
                  </a:ext>
                </a:extLst>
              </p:cNvPr>
              <p:cNvCxnSpPr>
                <a:cxnSpLocks noChangeShapeType="1"/>
                <a:stCxn id="246784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4" name="Straight Connector 297">
                <a:extLst>
                  <a:ext uri="{FF2B5EF4-FFF2-40B4-BE49-F238E27FC236}">
                    <a16:creationId xmlns:a16="http://schemas.microsoft.com/office/drawing/2014/main" id="{63B171E8-BC1A-2C45-A4AD-8B26824D468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5" name="Straight Connector 298">
                <a:extLst>
                  <a:ext uri="{FF2B5EF4-FFF2-40B4-BE49-F238E27FC236}">
                    <a16:creationId xmlns:a16="http://schemas.microsoft.com/office/drawing/2014/main" id="{E504853D-FC82-F944-91B2-A7807FC2192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6" name="Straight Connector 299">
                <a:extLst>
                  <a:ext uri="{FF2B5EF4-FFF2-40B4-BE49-F238E27FC236}">
                    <a16:creationId xmlns:a16="http://schemas.microsoft.com/office/drawing/2014/main" id="{9B2CF1B4-E931-C849-ABC2-C055A268B00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7" name="Straight Connector 300">
                <a:extLst>
                  <a:ext uri="{FF2B5EF4-FFF2-40B4-BE49-F238E27FC236}">
                    <a16:creationId xmlns:a16="http://schemas.microsoft.com/office/drawing/2014/main" id="{8DCDC72A-6B61-D045-82B1-FC560711F69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8" name="Straight Connector 301">
                <a:extLst>
                  <a:ext uri="{FF2B5EF4-FFF2-40B4-BE49-F238E27FC236}">
                    <a16:creationId xmlns:a16="http://schemas.microsoft.com/office/drawing/2014/main" id="{169CFE78-371E-5A42-A2FF-43E7EBC79AF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9" name="Straight Connector 302">
                <a:extLst>
                  <a:ext uri="{FF2B5EF4-FFF2-40B4-BE49-F238E27FC236}">
                    <a16:creationId xmlns:a16="http://schemas.microsoft.com/office/drawing/2014/main" id="{A219EF28-882C-B141-A2BD-F2CF8E9FD79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70" name="Straight Connector 303">
                <a:extLst>
                  <a:ext uri="{FF2B5EF4-FFF2-40B4-BE49-F238E27FC236}">
                    <a16:creationId xmlns:a16="http://schemas.microsoft.com/office/drawing/2014/main" id="{A8101A56-A742-A04A-AA02-5CA6664647B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71" name="Straight Connector 304">
                <a:extLst>
                  <a:ext uri="{FF2B5EF4-FFF2-40B4-BE49-F238E27FC236}">
                    <a16:creationId xmlns:a16="http://schemas.microsoft.com/office/drawing/2014/main" id="{A61AA9E2-0150-A443-9B6B-8B69AFDAD6A7}"/>
                  </a:ext>
                </a:extLst>
              </p:cNvPr>
              <p:cNvCxnSpPr>
                <a:cxnSpLocks noChangeShapeType="1"/>
                <a:endCxn id="215035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4972" name="Group 133">
                <a:extLst>
                  <a:ext uri="{FF2B5EF4-FFF2-40B4-BE49-F238E27FC236}">
                    <a16:creationId xmlns:a16="http://schemas.microsoft.com/office/drawing/2014/main" id="{853363E0-4455-8149-960D-2A2D30CEF1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5027" name="Oval 407">
                  <a:extLst>
                    <a:ext uri="{FF2B5EF4-FFF2-40B4-BE49-F238E27FC236}">
                      <a16:creationId xmlns:a16="http://schemas.microsoft.com/office/drawing/2014/main" id="{83FB7DAE-114F-934E-BB3E-EAB135FE30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5028" name="Rectangle 410">
                  <a:extLst>
                    <a:ext uri="{FF2B5EF4-FFF2-40B4-BE49-F238E27FC236}">
                      <a16:creationId xmlns:a16="http://schemas.microsoft.com/office/drawing/2014/main" id="{75E7F8C9-DB2A-394C-98FE-CFDE5ADA52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5029" name="Oval 411">
                  <a:extLst>
                    <a:ext uri="{FF2B5EF4-FFF2-40B4-BE49-F238E27FC236}">
                      <a16:creationId xmlns:a16="http://schemas.microsoft.com/office/drawing/2014/main" id="{1D54928A-36BC-0840-8843-621A358753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5030" name="Group 137">
                  <a:extLst>
                    <a:ext uri="{FF2B5EF4-FFF2-40B4-BE49-F238E27FC236}">
                      <a16:creationId xmlns:a16="http://schemas.microsoft.com/office/drawing/2014/main" id="{38EAC444-F93C-D943-A951-7F244553428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5033" name="Freeform 138">
                    <a:extLst>
                      <a:ext uri="{FF2B5EF4-FFF2-40B4-BE49-F238E27FC236}">
                        <a16:creationId xmlns:a16="http://schemas.microsoft.com/office/drawing/2014/main" id="{8C200853-23B0-9A48-8966-2549F8548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5034" name="Freeform 139">
                    <a:extLst>
                      <a:ext uri="{FF2B5EF4-FFF2-40B4-BE49-F238E27FC236}">
                        <a16:creationId xmlns:a16="http://schemas.microsoft.com/office/drawing/2014/main" id="{4DB9CCA3-96DE-3940-B36E-3A5C8E910E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5031" name="Line 140">
                  <a:extLst>
                    <a:ext uri="{FF2B5EF4-FFF2-40B4-BE49-F238E27FC236}">
                      <a16:creationId xmlns:a16="http://schemas.microsoft.com/office/drawing/2014/main" id="{A57EC9EB-7266-3848-BE14-F39635DED0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032" name="Line 141">
                  <a:extLst>
                    <a:ext uri="{FF2B5EF4-FFF2-40B4-BE49-F238E27FC236}">
                      <a16:creationId xmlns:a16="http://schemas.microsoft.com/office/drawing/2014/main" id="{FC01780D-6B3D-034C-B4F6-D8020B00C9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4973" name="Group 133">
                <a:extLst>
                  <a:ext uri="{FF2B5EF4-FFF2-40B4-BE49-F238E27FC236}">
                    <a16:creationId xmlns:a16="http://schemas.microsoft.com/office/drawing/2014/main" id="{9195F347-F262-4F4D-8822-4EEF165F4A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5019" name="Oval 407">
                  <a:extLst>
                    <a:ext uri="{FF2B5EF4-FFF2-40B4-BE49-F238E27FC236}">
                      <a16:creationId xmlns:a16="http://schemas.microsoft.com/office/drawing/2014/main" id="{1D798CAF-C844-964F-BD16-DA5F20E8DF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5020" name="Rectangle 410">
                  <a:extLst>
                    <a:ext uri="{FF2B5EF4-FFF2-40B4-BE49-F238E27FC236}">
                      <a16:creationId xmlns:a16="http://schemas.microsoft.com/office/drawing/2014/main" id="{A6C29455-359E-1D4F-B4CB-9764193E81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5021" name="Oval 411">
                  <a:extLst>
                    <a:ext uri="{FF2B5EF4-FFF2-40B4-BE49-F238E27FC236}">
                      <a16:creationId xmlns:a16="http://schemas.microsoft.com/office/drawing/2014/main" id="{DEE40553-9B52-ED48-8FC3-264286C768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5022" name="Group 137">
                  <a:extLst>
                    <a:ext uri="{FF2B5EF4-FFF2-40B4-BE49-F238E27FC236}">
                      <a16:creationId xmlns:a16="http://schemas.microsoft.com/office/drawing/2014/main" id="{88A8CF8A-DB68-1048-9F88-7C3328F388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5025" name="Freeform 138">
                    <a:extLst>
                      <a:ext uri="{FF2B5EF4-FFF2-40B4-BE49-F238E27FC236}">
                        <a16:creationId xmlns:a16="http://schemas.microsoft.com/office/drawing/2014/main" id="{774F18EF-EB02-D04F-9F4D-60993BF513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5026" name="Freeform 139">
                    <a:extLst>
                      <a:ext uri="{FF2B5EF4-FFF2-40B4-BE49-F238E27FC236}">
                        <a16:creationId xmlns:a16="http://schemas.microsoft.com/office/drawing/2014/main" id="{439294CD-B0AC-5441-89A9-BF7194FEC3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5023" name="Line 140">
                  <a:extLst>
                    <a:ext uri="{FF2B5EF4-FFF2-40B4-BE49-F238E27FC236}">
                      <a16:creationId xmlns:a16="http://schemas.microsoft.com/office/drawing/2014/main" id="{45A9EB7D-D81E-3F4C-9EAD-B0A153A553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56"/>
                  <a:ext cx="0" cy="88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024" name="Line 141">
                  <a:extLst>
                    <a:ext uri="{FF2B5EF4-FFF2-40B4-BE49-F238E27FC236}">
                      <a16:creationId xmlns:a16="http://schemas.microsoft.com/office/drawing/2014/main" id="{19A683FE-1CE9-2443-8472-5C8F052F42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58"/>
                  <a:ext cx="0" cy="86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4974" name="Group 133">
                <a:extLst>
                  <a:ext uri="{FF2B5EF4-FFF2-40B4-BE49-F238E27FC236}">
                    <a16:creationId xmlns:a16="http://schemas.microsoft.com/office/drawing/2014/main" id="{E213AFBA-4EFF-214E-A5E7-866080E378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5011" name="Oval 407">
                  <a:extLst>
                    <a:ext uri="{FF2B5EF4-FFF2-40B4-BE49-F238E27FC236}">
                      <a16:creationId xmlns:a16="http://schemas.microsoft.com/office/drawing/2014/main" id="{A3CBE38D-B4C7-1C47-A035-45B5709484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5012" name="Rectangle 410">
                  <a:extLst>
                    <a:ext uri="{FF2B5EF4-FFF2-40B4-BE49-F238E27FC236}">
                      <a16:creationId xmlns:a16="http://schemas.microsoft.com/office/drawing/2014/main" id="{088F0F9C-9DBD-FF4A-AE88-800FF19B4F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5013" name="Oval 411">
                  <a:extLst>
                    <a:ext uri="{FF2B5EF4-FFF2-40B4-BE49-F238E27FC236}">
                      <a16:creationId xmlns:a16="http://schemas.microsoft.com/office/drawing/2014/main" id="{DDA6FF3F-50C0-A147-9351-8D91D3FB20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5014" name="Group 137">
                  <a:extLst>
                    <a:ext uri="{FF2B5EF4-FFF2-40B4-BE49-F238E27FC236}">
                      <a16:creationId xmlns:a16="http://schemas.microsoft.com/office/drawing/2014/main" id="{457ACDAF-FBCD-DC43-B6BB-2F985B5A020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5017" name="Freeform 138">
                    <a:extLst>
                      <a:ext uri="{FF2B5EF4-FFF2-40B4-BE49-F238E27FC236}">
                        <a16:creationId xmlns:a16="http://schemas.microsoft.com/office/drawing/2014/main" id="{872872D3-731F-9647-BED4-FD516CA4CE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5018" name="Freeform 139">
                    <a:extLst>
                      <a:ext uri="{FF2B5EF4-FFF2-40B4-BE49-F238E27FC236}">
                        <a16:creationId xmlns:a16="http://schemas.microsoft.com/office/drawing/2014/main" id="{9F95255F-D352-5C4F-89B7-F4AB2576A4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5015" name="Line 140">
                  <a:extLst>
                    <a:ext uri="{FF2B5EF4-FFF2-40B4-BE49-F238E27FC236}">
                      <a16:creationId xmlns:a16="http://schemas.microsoft.com/office/drawing/2014/main" id="{C7B041CE-EC36-5343-A08F-9EB9F7D7E9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016" name="Line 141">
                  <a:extLst>
                    <a:ext uri="{FF2B5EF4-FFF2-40B4-BE49-F238E27FC236}">
                      <a16:creationId xmlns:a16="http://schemas.microsoft.com/office/drawing/2014/main" id="{4FAB9327-3E9C-8C4D-92EA-60439F7AB29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4975" name="Group 133">
                <a:extLst>
                  <a:ext uri="{FF2B5EF4-FFF2-40B4-BE49-F238E27FC236}">
                    <a16:creationId xmlns:a16="http://schemas.microsoft.com/office/drawing/2014/main" id="{06095A2D-3531-C04C-9ABF-008A81CBD6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5003" name="Oval 407">
                  <a:extLst>
                    <a:ext uri="{FF2B5EF4-FFF2-40B4-BE49-F238E27FC236}">
                      <a16:creationId xmlns:a16="http://schemas.microsoft.com/office/drawing/2014/main" id="{5AE28672-0DB5-E842-93CE-0817943467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5004" name="Rectangle 410">
                  <a:extLst>
                    <a:ext uri="{FF2B5EF4-FFF2-40B4-BE49-F238E27FC236}">
                      <a16:creationId xmlns:a16="http://schemas.microsoft.com/office/drawing/2014/main" id="{16F0EDDE-42CE-BC42-BA07-DD50447263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5005" name="Oval 411">
                  <a:extLst>
                    <a:ext uri="{FF2B5EF4-FFF2-40B4-BE49-F238E27FC236}">
                      <a16:creationId xmlns:a16="http://schemas.microsoft.com/office/drawing/2014/main" id="{B9C10AE7-3D10-6149-B8F5-7ED056A64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5006" name="Group 137">
                  <a:extLst>
                    <a:ext uri="{FF2B5EF4-FFF2-40B4-BE49-F238E27FC236}">
                      <a16:creationId xmlns:a16="http://schemas.microsoft.com/office/drawing/2014/main" id="{86331389-9F9E-054E-BEBB-071D768B8E5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5009" name="Freeform 138">
                    <a:extLst>
                      <a:ext uri="{FF2B5EF4-FFF2-40B4-BE49-F238E27FC236}">
                        <a16:creationId xmlns:a16="http://schemas.microsoft.com/office/drawing/2014/main" id="{79604046-7F54-9642-81B1-C503872FEE6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5010" name="Freeform 139">
                    <a:extLst>
                      <a:ext uri="{FF2B5EF4-FFF2-40B4-BE49-F238E27FC236}">
                        <a16:creationId xmlns:a16="http://schemas.microsoft.com/office/drawing/2014/main" id="{08BAE620-EEB5-7145-B2D7-31EFBEE3DC5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5007" name="Line 140">
                  <a:extLst>
                    <a:ext uri="{FF2B5EF4-FFF2-40B4-BE49-F238E27FC236}">
                      <a16:creationId xmlns:a16="http://schemas.microsoft.com/office/drawing/2014/main" id="{D1198A65-6189-B04F-BAA7-F12E31E2E1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008" name="Line 141">
                  <a:extLst>
                    <a:ext uri="{FF2B5EF4-FFF2-40B4-BE49-F238E27FC236}">
                      <a16:creationId xmlns:a16="http://schemas.microsoft.com/office/drawing/2014/main" id="{B02527D9-BC57-5143-9F49-26DC39F21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4976" name="Group 133">
                <a:extLst>
                  <a:ext uri="{FF2B5EF4-FFF2-40B4-BE49-F238E27FC236}">
                    <a16:creationId xmlns:a16="http://schemas.microsoft.com/office/drawing/2014/main" id="{6C55D7EB-D7F5-5542-9C7F-AF5F6073610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4995" name="Oval 407">
                  <a:extLst>
                    <a:ext uri="{FF2B5EF4-FFF2-40B4-BE49-F238E27FC236}">
                      <a16:creationId xmlns:a16="http://schemas.microsoft.com/office/drawing/2014/main" id="{241915D5-7EBB-D84A-8F77-F855F76B6E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96" name="Rectangle 410">
                  <a:extLst>
                    <a:ext uri="{FF2B5EF4-FFF2-40B4-BE49-F238E27FC236}">
                      <a16:creationId xmlns:a16="http://schemas.microsoft.com/office/drawing/2014/main" id="{9FC75889-6E7A-1F4E-9A93-145F8D2239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97" name="Oval 411">
                  <a:extLst>
                    <a:ext uri="{FF2B5EF4-FFF2-40B4-BE49-F238E27FC236}">
                      <a16:creationId xmlns:a16="http://schemas.microsoft.com/office/drawing/2014/main" id="{E4521609-1BA4-3741-B795-46D95F27F6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998" name="Group 137">
                  <a:extLst>
                    <a:ext uri="{FF2B5EF4-FFF2-40B4-BE49-F238E27FC236}">
                      <a16:creationId xmlns:a16="http://schemas.microsoft.com/office/drawing/2014/main" id="{AE48471E-3E26-FF41-8B28-D1E377974F6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5001" name="Freeform 138">
                    <a:extLst>
                      <a:ext uri="{FF2B5EF4-FFF2-40B4-BE49-F238E27FC236}">
                        <a16:creationId xmlns:a16="http://schemas.microsoft.com/office/drawing/2014/main" id="{3C695F38-7498-4F48-BB72-5B75F6EFA9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5002" name="Freeform 139">
                    <a:extLst>
                      <a:ext uri="{FF2B5EF4-FFF2-40B4-BE49-F238E27FC236}">
                        <a16:creationId xmlns:a16="http://schemas.microsoft.com/office/drawing/2014/main" id="{EE5B8B1F-3E22-544F-898C-AD1EDE83F0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4999" name="Line 140">
                  <a:extLst>
                    <a:ext uri="{FF2B5EF4-FFF2-40B4-BE49-F238E27FC236}">
                      <a16:creationId xmlns:a16="http://schemas.microsoft.com/office/drawing/2014/main" id="{4C22B6CF-86B8-1948-B9D7-2FDB44AB3D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000" name="Line 141">
                  <a:extLst>
                    <a:ext uri="{FF2B5EF4-FFF2-40B4-BE49-F238E27FC236}">
                      <a16:creationId xmlns:a16="http://schemas.microsoft.com/office/drawing/2014/main" id="{632BBF92-90ED-044F-80B4-BD610A7B36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4977" name="Group 133">
                <a:extLst>
                  <a:ext uri="{FF2B5EF4-FFF2-40B4-BE49-F238E27FC236}">
                    <a16:creationId xmlns:a16="http://schemas.microsoft.com/office/drawing/2014/main" id="{EF126CBB-F7B4-D14A-BF43-4F4C419587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4987" name="Oval 407">
                  <a:extLst>
                    <a:ext uri="{FF2B5EF4-FFF2-40B4-BE49-F238E27FC236}">
                      <a16:creationId xmlns:a16="http://schemas.microsoft.com/office/drawing/2014/main" id="{2A9931F4-73CE-8F4B-BC0B-3836DCB8C1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88" name="Rectangle 410">
                  <a:extLst>
                    <a:ext uri="{FF2B5EF4-FFF2-40B4-BE49-F238E27FC236}">
                      <a16:creationId xmlns:a16="http://schemas.microsoft.com/office/drawing/2014/main" id="{BEA1C917-5214-9046-AAB0-40E55789E3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89" name="Oval 411">
                  <a:extLst>
                    <a:ext uri="{FF2B5EF4-FFF2-40B4-BE49-F238E27FC236}">
                      <a16:creationId xmlns:a16="http://schemas.microsoft.com/office/drawing/2014/main" id="{EA8D4A13-D266-5440-A1E8-3F2B00BCF9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990" name="Group 137">
                  <a:extLst>
                    <a:ext uri="{FF2B5EF4-FFF2-40B4-BE49-F238E27FC236}">
                      <a16:creationId xmlns:a16="http://schemas.microsoft.com/office/drawing/2014/main" id="{8F3E7527-A26F-F945-BC0C-E15B8A9C631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93" name="Freeform 138">
                    <a:extLst>
                      <a:ext uri="{FF2B5EF4-FFF2-40B4-BE49-F238E27FC236}">
                        <a16:creationId xmlns:a16="http://schemas.microsoft.com/office/drawing/2014/main" id="{AB5886C9-1AD2-C949-92A7-3322AD0A8A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994" name="Freeform 139">
                    <a:extLst>
                      <a:ext uri="{FF2B5EF4-FFF2-40B4-BE49-F238E27FC236}">
                        <a16:creationId xmlns:a16="http://schemas.microsoft.com/office/drawing/2014/main" id="{7FDE5228-0F6B-5445-95B6-D3FBEF9084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4991" name="Line 140">
                  <a:extLst>
                    <a:ext uri="{FF2B5EF4-FFF2-40B4-BE49-F238E27FC236}">
                      <a16:creationId xmlns:a16="http://schemas.microsoft.com/office/drawing/2014/main" id="{572AD516-3F95-5B43-8610-0834E75BDBE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992" name="Line 141">
                  <a:extLst>
                    <a:ext uri="{FF2B5EF4-FFF2-40B4-BE49-F238E27FC236}">
                      <a16:creationId xmlns:a16="http://schemas.microsoft.com/office/drawing/2014/main" id="{42D93B4F-355D-3F45-AB74-AD15ABC78E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4978" name="Group 133">
                <a:extLst>
                  <a:ext uri="{FF2B5EF4-FFF2-40B4-BE49-F238E27FC236}">
                    <a16:creationId xmlns:a16="http://schemas.microsoft.com/office/drawing/2014/main" id="{C0A90C49-1515-694E-B6D0-2B4A214C9A0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4979" name="Oval 407">
                  <a:extLst>
                    <a:ext uri="{FF2B5EF4-FFF2-40B4-BE49-F238E27FC236}">
                      <a16:creationId xmlns:a16="http://schemas.microsoft.com/office/drawing/2014/main" id="{FC95A3BB-5F7A-C844-83AD-C41C2099EB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80" name="Rectangle 410">
                  <a:extLst>
                    <a:ext uri="{FF2B5EF4-FFF2-40B4-BE49-F238E27FC236}">
                      <a16:creationId xmlns:a16="http://schemas.microsoft.com/office/drawing/2014/main" id="{0D2B55B4-B831-D247-92AF-34AF6D9B68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81" name="Oval 411">
                  <a:extLst>
                    <a:ext uri="{FF2B5EF4-FFF2-40B4-BE49-F238E27FC236}">
                      <a16:creationId xmlns:a16="http://schemas.microsoft.com/office/drawing/2014/main" id="{CE84811F-4135-D649-8EDD-041E3B7DB5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982" name="Group 137">
                  <a:extLst>
                    <a:ext uri="{FF2B5EF4-FFF2-40B4-BE49-F238E27FC236}">
                      <a16:creationId xmlns:a16="http://schemas.microsoft.com/office/drawing/2014/main" id="{89D11E81-5943-9546-8ED6-138B0681FC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85" name="Freeform 138">
                    <a:extLst>
                      <a:ext uri="{FF2B5EF4-FFF2-40B4-BE49-F238E27FC236}">
                        <a16:creationId xmlns:a16="http://schemas.microsoft.com/office/drawing/2014/main" id="{2C1B98E1-AA86-0B47-8E2A-25888DD058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986" name="Freeform 139">
                    <a:extLst>
                      <a:ext uri="{FF2B5EF4-FFF2-40B4-BE49-F238E27FC236}">
                        <a16:creationId xmlns:a16="http://schemas.microsoft.com/office/drawing/2014/main" id="{7FF101D2-49D9-AE4E-919A-C4C7726A0D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4983" name="Line 140">
                  <a:extLst>
                    <a:ext uri="{FF2B5EF4-FFF2-40B4-BE49-F238E27FC236}">
                      <a16:creationId xmlns:a16="http://schemas.microsoft.com/office/drawing/2014/main" id="{5B8F7B16-0C45-7E42-ADCD-5E7517E3D5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984" name="Line 141">
                  <a:extLst>
                    <a:ext uri="{FF2B5EF4-FFF2-40B4-BE49-F238E27FC236}">
                      <a16:creationId xmlns:a16="http://schemas.microsoft.com/office/drawing/2014/main" id="{950F113E-DA34-3441-B7E0-F5D6118B70E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10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14766" name="Group 331">
              <a:extLst>
                <a:ext uri="{FF2B5EF4-FFF2-40B4-BE49-F238E27FC236}">
                  <a16:creationId xmlns:a16="http://schemas.microsoft.com/office/drawing/2014/main" id="{3E8E904B-DA51-7044-960E-160B10CFA6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03401" y="2755897"/>
              <a:ext cx="3467099" cy="1193800"/>
              <a:chOff x="7848600" y="2044700"/>
              <a:chExt cx="3200399" cy="1371600"/>
            </a:xfrm>
          </p:grpSpPr>
          <p:sp>
            <p:nvSpPr>
              <p:cNvPr id="214879" name="Oval 332">
                <a:extLst>
                  <a:ext uri="{FF2B5EF4-FFF2-40B4-BE49-F238E27FC236}">
                    <a16:creationId xmlns:a16="http://schemas.microsoft.com/office/drawing/2014/main" id="{7B41C129-8254-5B46-9535-041237172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14880" name="Group 133">
                <a:extLst>
                  <a:ext uri="{FF2B5EF4-FFF2-40B4-BE49-F238E27FC236}">
                    <a16:creationId xmlns:a16="http://schemas.microsoft.com/office/drawing/2014/main" id="{5C4C585B-878B-A347-97D2-4780686220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4953" name="Oval 407">
                  <a:extLst>
                    <a:ext uri="{FF2B5EF4-FFF2-40B4-BE49-F238E27FC236}">
                      <a16:creationId xmlns:a16="http://schemas.microsoft.com/office/drawing/2014/main" id="{58B34C55-768F-6A42-94A2-D84FC33FCF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54" name="Rectangle 410">
                  <a:extLst>
                    <a:ext uri="{FF2B5EF4-FFF2-40B4-BE49-F238E27FC236}">
                      <a16:creationId xmlns:a16="http://schemas.microsoft.com/office/drawing/2014/main" id="{480C9BC8-38D2-8F42-8886-7D647CC9A4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55" name="Oval 411">
                  <a:extLst>
                    <a:ext uri="{FF2B5EF4-FFF2-40B4-BE49-F238E27FC236}">
                      <a16:creationId xmlns:a16="http://schemas.microsoft.com/office/drawing/2014/main" id="{844B2587-797A-9E48-A6F8-4E644103DF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956" name="Group 137">
                  <a:extLst>
                    <a:ext uri="{FF2B5EF4-FFF2-40B4-BE49-F238E27FC236}">
                      <a16:creationId xmlns:a16="http://schemas.microsoft.com/office/drawing/2014/main" id="{ED83D893-B244-F841-8F21-FF14CB98F7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59" name="Freeform 138">
                    <a:extLst>
                      <a:ext uri="{FF2B5EF4-FFF2-40B4-BE49-F238E27FC236}">
                        <a16:creationId xmlns:a16="http://schemas.microsoft.com/office/drawing/2014/main" id="{26C54EC9-D50C-784C-B384-FC13867100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960" name="Freeform 139">
                    <a:extLst>
                      <a:ext uri="{FF2B5EF4-FFF2-40B4-BE49-F238E27FC236}">
                        <a16:creationId xmlns:a16="http://schemas.microsoft.com/office/drawing/2014/main" id="{0840D0DE-29A5-7446-9AC0-59A6A541B1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4957" name="Line 140">
                  <a:extLst>
                    <a:ext uri="{FF2B5EF4-FFF2-40B4-BE49-F238E27FC236}">
                      <a16:creationId xmlns:a16="http://schemas.microsoft.com/office/drawing/2014/main" id="{6A20D372-A6F8-644C-BBA0-F173BFF5E5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958" name="Line 141">
                  <a:extLst>
                    <a:ext uri="{FF2B5EF4-FFF2-40B4-BE49-F238E27FC236}">
                      <a16:creationId xmlns:a16="http://schemas.microsoft.com/office/drawing/2014/main" id="{59432A0A-6FC3-1347-856E-4376EB532AE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cxnSp>
            <p:nvCxnSpPr>
              <p:cNvPr id="214881" name="Straight Connector 334">
                <a:extLst>
                  <a:ext uri="{FF2B5EF4-FFF2-40B4-BE49-F238E27FC236}">
                    <a16:creationId xmlns:a16="http://schemas.microsoft.com/office/drawing/2014/main" id="{56EDE1ED-43C5-1E45-89CD-72D29F7754C7}"/>
                  </a:ext>
                </a:extLst>
              </p:cNvPr>
              <p:cNvCxnSpPr>
                <a:cxnSpLocks noChangeShapeType="1"/>
                <a:stCxn id="214958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2" name="Straight Connector 335">
                <a:extLst>
                  <a:ext uri="{FF2B5EF4-FFF2-40B4-BE49-F238E27FC236}">
                    <a16:creationId xmlns:a16="http://schemas.microsoft.com/office/drawing/2014/main" id="{CA59E409-A641-F649-9C39-137F2E0EFFD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3" name="Straight Connector 336">
                <a:extLst>
                  <a:ext uri="{FF2B5EF4-FFF2-40B4-BE49-F238E27FC236}">
                    <a16:creationId xmlns:a16="http://schemas.microsoft.com/office/drawing/2014/main" id="{63310C3D-F459-4A48-85B0-6DBAF4B9563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4" name="Straight Connector 337">
                <a:extLst>
                  <a:ext uri="{FF2B5EF4-FFF2-40B4-BE49-F238E27FC236}">
                    <a16:creationId xmlns:a16="http://schemas.microsoft.com/office/drawing/2014/main" id="{393C256D-17DE-C14C-A053-2B5037F6BA8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5" name="Straight Connector 338">
                <a:extLst>
                  <a:ext uri="{FF2B5EF4-FFF2-40B4-BE49-F238E27FC236}">
                    <a16:creationId xmlns:a16="http://schemas.microsoft.com/office/drawing/2014/main" id="{3132CDA4-F605-0C43-AC9F-31CAAD39BC7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6" name="Straight Connector 339">
                <a:extLst>
                  <a:ext uri="{FF2B5EF4-FFF2-40B4-BE49-F238E27FC236}">
                    <a16:creationId xmlns:a16="http://schemas.microsoft.com/office/drawing/2014/main" id="{849F43A0-4F73-8B48-9DF3-63B5685C212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7" name="Straight Connector 340">
                <a:extLst>
                  <a:ext uri="{FF2B5EF4-FFF2-40B4-BE49-F238E27FC236}">
                    <a16:creationId xmlns:a16="http://schemas.microsoft.com/office/drawing/2014/main" id="{77D98566-3CAC-2E4C-B7C1-83CC87885AB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8" name="Straight Connector 341">
                <a:extLst>
                  <a:ext uri="{FF2B5EF4-FFF2-40B4-BE49-F238E27FC236}">
                    <a16:creationId xmlns:a16="http://schemas.microsoft.com/office/drawing/2014/main" id="{00F6379E-F876-B745-9449-8989467673D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9" name="Straight Connector 342">
                <a:extLst>
                  <a:ext uri="{FF2B5EF4-FFF2-40B4-BE49-F238E27FC236}">
                    <a16:creationId xmlns:a16="http://schemas.microsoft.com/office/drawing/2014/main" id="{7A9EA18B-18C7-B04D-97E8-40EF34756088}"/>
                  </a:ext>
                </a:extLst>
              </p:cNvPr>
              <p:cNvCxnSpPr>
                <a:cxnSpLocks noChangeShapeType="1"/>
                <a:endCxn id="214953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4890" name="Group 133">
                <a:extLst>
                  <a:ext uri="{FF2B5EF4-FFF2-40B4-BE49-F238E27FC236}">
                    <a16:creationId xmlns:a16="http://schemas.microsoft.com/office/drawing/2014/main" id="{B454283F-7059-3F41-B00C-7084EF12B0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4945" name="Oval 407">
                  <a:extLst>
                    <a:ext uri="{FF2B5EF4-FFF2-40B4-BE49-F238E27FC236}">
                      <a16:creationId xmlns:a16="http://schemas.microsoft.com/office/drawing/2014/main" id="{16179EE7-A6C4-DE49-8F45-6A1C75C89A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46" name="Rectangle 410">
                  <a:extLst>
                    <a:ext uri="{FF2B5EF4-FFF2-40B4-BE49-F238E27FC236}">
                      <a16:creationId xmlns:a16="http://schemas.microsoft.com/office/drawing/2014/main" id="{E61F161A-2069-174F-BB9D-0BFCB09BCB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47" name="Oval 411">
                  <a:extLst>
                    <a:ext uri="{FF2B5EF4-FFF2-40B4-BE49-F238E27FC236}">
                      <a16:creationId xmlns:a16="http://schemas.microsoft.com/office/drawing/2014/main" id="{DCE0EDDA-59B8-3C4B-80EE-F321CF26CB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948" name="Group 137">
                  <a:extLst>
                    <a:ext uri="{FF2B5EF4-FFF2-40B4-BE49-F238E27FC236}">
                      <a16:creationId xmlns:a16="http://schemas.microsoft.com/office/drawing/2014/main" id="{468E7651-7FB2-3840-B545-B3AA77879B3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51" name="Freeform 138">
                    <a:extLst>
                      <a:ext uri="{FF2B5EF4-FFF2-40B4-BE49-F238E27FC236}">
                        <a16:creationId xmlns:a16="http://schemas.microsoft.com/office/drawing/2014/main" id="{BFC5CDDB-0DEB-AB47-85E6-725EE95A86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952" name="Freeform 139">
                    <a:extLst>
                      <a:ext uri="{FF2B5EF4-FFF2-40B4-BE49-F238E27FC236}">
                        <a16:creationId xmlns:a16="http://schemas.microsoft.com/office/drawing/2014/main" id="{29752483-9F93-E648-B3D9-E035DB7422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4949" name="Line 140">
                  <a:extLst>
                    <a:ext uri="{FF2B5EF4-FFF2-40B4-BE49-F238E27FC236}">
                      <a16:creationId xmlns:a16="http://schemas.microsoft.com/office/drawing/2014/main" id="{933BF7D9-7B89-5642-8E51-F9D93C5E9F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950" name="Line 141">
                  <a:extLst>
                    <a:ext uri="{FF2B5EF4-FFF2-40B4-BE49-F238E27FC236}">
                      <a16:creationId xmlns:a16="http://schemas.microsoft.com/office/drawing/2014/main" id="{694A4DD2-7DC2-4343-B911-D825B51141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4891" name="Group 133">
                <a:extLst>
                  <a:ext uri="{FF2B5EF4-FFF2-40B4-BE49-F238E27FC236}">
                    <a16:creationId xmlns:a16="http://schemas.microsoft.com/office/drawing/2014/main" id="{5B523D0D-0ACA-4A46-8EF3-8544022CCB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4937" name="Oval 407">
                  <a:extLst>
                    <a:ext uri="{FF2B5EF4-FFF2-40B4-BE49-F238E27FC236}">
                      <a16:creationId xmlns:a16="http://schemas.microsoft.com/office/drawing/2014/main" id="{44557442-F861-8945-A5D3-08F36191B3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38" name="Rectangle 410">
                  <a:extLst>
                    <a:ext uri="{FF2B5EF4-FFF2-40B4-BE49-F238E27FC236}">
                      <a16:creationId xmlns:a16="http://schemas.microsoft.com/office/drawing/2014/main" id="{9A0AD3C5-303C-2648-AD08-58F240F5A1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39" name="Oval 411">
                  <a:extLst>
                    <a:ext uri="{FF2B5EF4-FFF2-40B4-BE49-F238E27FC236}">
                      <a16:creationId xmlns:a16="http://schemas.microsoft.com/office/drawing/2014/main" id="{99527295-6A93-8D42-9C1A-859F6E2E7A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940" name="Group 137">
                  <a:extLst>
                    <a:ext uri="{FF2B5EF4-FFF2-40B4-BE49-F238E27FC236}">
                      <a16:creationId xmlns:a16="http://schemas.microsoft.com/office/drawing/2014/main" id="{6889C04E-BDD0-8C44-9C33-7E8A92B937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43" name="Freeform 138">
                    <a:extLst>
                      <a:ext uri="{FF2B5EF4-FFF2-40B4-BE49-F238E27FC236}">
                        <a16:creationId xmlns:a16="http://schemas.microsoft.com/office/drawing/2014/main" id="{E79963E5-9A66-D94F-930D-FDDF7E16E6B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944" name="Freeform 139">
                    <a:extLst>
                      <a:ext uri="{FF2B5EF4-FFF2-40B4-BE49-F238E27FC236}">
                        <a16:creationId xmlns:a16="http://schemas.microsoft.com/office/drawing/2014/main" id="{DFB74656-045C-3544-9C5D-D12C98D8A2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4941" name="Line 140">
                  <a:extLst>
                    <a:ext uri="{FF2B5EF4-FFF2-40B4-BE49-F238E27FC236}">
                      <a16:creationId xmlns:a16="http://schemas.microsoft.com/office/drawing/2014/main" id="{67A22E4C-B602-9341-ADFC-030272A7E8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942" name="Line 141">
                  <a:extLst>
                    <a:ext uri="{FF2B5EF4-FFF2-40B4-BE49-F238E27FC236}">
                      <a16:creationId xmlns:a16="http://schemas.microsoft.com/office/drawing/2014/main" id="{D9CD150D-736B-FB42-968B-A41569ED12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4892" name="Group 133">
                <a:extLst>
                  <a:ext uri="{FF2B5EF4-FFF2-40B4-BE49-F238E27FC236}">
                    <a16:creationId xmlns:a16="http://schemas.microsoft.com/office/drawing/2014/main" id="{4F96269A-D5DB-3D45-B24A-F224FD217C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4929" name="Oval 407">
                  <a:extLst>
                    <a:ext uri="{FF2B5EF4-FFF2-40B4-BE49-F238E27FC236}">
                      <a16:creationId xmlns:a16="http://schemas.microsoft.com/office/drawing/2014/main" id="{5D3A6D56-2D1A-2B4E-A1BC-3EF8621573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30" name="Rectangle 410">
                  <a:extLst>
                    <a:ext uri="{FF2B5EF4-FFF2-40B4-BE49-F238E27FC236}">
                      <a16:creationId xmlns:a16="http://schemas.microsoft.com/office/drawing/2014/main" id="{31024D13-23DC-7F42-ADE4-1890A3778C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31" name="Oval 411">
                  <a:extLst>
                    <a:ext uri="{FF2B5EF4-FFF2-40B4-BE49-F238E27FC236}">
                      <a16:creationId xmlns:a16="http://schemas.microsoft.com/office/drawing/2014/main" id="{A9311524-7A9D-C141-A991-A44D0DE753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932" name="Group 137">
                  <a:extLst>
                    <a:ext uri="{FF2B5EF4-FFF2-40B4-BE49-F238E27FC236}">
                      <a16:creationId xmlns:a16="http://schemas.microsoft.com/office/drawing/2014/main" id="{F2F23E7A-FCCF-5C40-8EB5-5DD99D73D92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35" name="Freeform 138">
                    <a:extLst>
                      <a:ext uri="{FF2B5EF4-FFF2-40B4-BE49-F238E27FC236}">
                        <a16:creationId xmlns:a16="http://schemas.microsoft.com/office/drawing/2014/main" id="{C5D4ABE1-25EF-CF4D-904D-B5893BE8884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936" name="Freeform 139">
                    <a:extLst>
                      <a:ext uri="{FF2B5EF4-FFF2-40B4-BE49-F238E27FC236}">
                        <a16:creationId xmlns:a16="http://schemas.microsoft.com/office/drawing/2014/main" id="{49B407FC-0950-884C-A170-A7225700F7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4933" name="Line 140">
                  <a:extLst>
                    <a:ext uri="{FF2B5EF4-FFF2-40B4-BE49-F238E27FC236}">
                      <a16:creationId xmlns:a16="http://schemas.microsoft.com/office/drawing/2014/main" id="{A0C6D21E-73D0-A94E-A224-4BE792181F4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934" name="Line 141">
                  <a:extLst>
                    <a:ext uri="{FF2B5EF4-FFF2-40B4-BE49-F238E27FC236}">
                      <a16:creationId xmlns:a16="http://schemas.microsoft.com/office/drawing/2014/main" id="{A1F68DDD-30D5-D241-B9B6-B744C63FEA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4893" name="Group 133">
                <a:extLst>
                  <a:ext uri="{FF2B5EF4-FFF2-40B4-BE49-F238E27FC236}">
                    <a16:creationId xmlns:a16="http://schemas.microsoft.com/office/drawing/2014/main" id="{1AE72059-AB4A-B541-BDDD-73C1C1550D3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4921" name="Oval 407">
                  <a:extLst>
                    <a:ext uri="{FF2B5EF4-FFF2-40B4-BE49-F238E27FC236}">
                      <a16:creationId xmlns:a16="http://schemas.microsoft.com/office/drawing/2014/main" id="{4C50720D-270B-F340-8B2B-48739D19D5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22" name="Rectangle 410">
                  <a:extLst>
                    <a:ext uri="{FF2B5EF4-FFF2-40B4-BE49-F238E27FC236}">
                      <a16:creationId xmlns:a16="http://schemas.microsoft.com/office/drawing/2014/main" id="{58A8C69F-98DD-404B-9D35-556E2F5657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23" name="Oval 411">
                  <a:extLst>
                    <a:ext uri="{FF2B5EF4-FFF2-40B4-BE49-F238E27FC236}">
                      <a16:creationId xmlns:a16="http://schemas.microsoft.com/office/drawing/2014/main" id="{372203EF-D65E-5D45-968A-7155BC4742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924" name="Group 137">
                  <a:extLst>
                    <a:ext uri="{FF2B5EF4-FFF2-40B4-BE49-F238E27FC236}">
                      <a16:creationId xmlns:a16="http://schemas.microsoft.com/office/drawing/2014/main" id="{AF0CCC13-E9D4-E54A-832E-4A2BB91F60F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27" name="Freeform 138">
                    <a:extLst>
                      <a:ext uri="{FF2B5EF4-FFF2-40B4-BE49-F238E27FC236}">
                        <a16:creationId xmlns:a16="http://schemas.microsoft.com/office/drawing/2014/main" id="{833E5D39-5679-104A-BD9D-6455F8C458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928" name="Freeform 139">
                    <a:extLst>
                      <a:ext uri="{FF2B5EF4-FFF2-40B4-BE49-F238E27FC236}">
                        <a16:creationId xmlns:a16="http://schemas.microsoft.com/office/drawing/2014/main" id="{618EB30C-F20B-1A4E-849A-FE381BD626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4925" name="Line 140">
                  <a:extLst>
                    <a:ext uri="{FF2B5EF4-FFF2-40B4-BE49-F238E27FC236}">
                      <a16:creationId xmlns:a16="http://schemas.microsoft.com/office/drawing/2014/main" id="{8ABAD61E-9813-424D-B765-B1FB5424F6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0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926" name="Line 141">
                  <a:extLst>
                    <a:ext uri="{FF2B5EF4-FFF2-40B4-BE49-F238E27FC236}">
                      <a16:creationId xmlns:a16="http://schemas.microsoft.com/office/drawing/2014/main" id="{BFAF4925-1E9B-0746-9F81-A1834EF4075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4894" name="Group 133">
                <a:extLst>
                  <a:ext uri="{FF2B5EF4-FFF2-40B4-BE49-F238E27FC236}">
                    <a16:creationId xmlns:a16="http://schemas.microsoft.com/office/drawing/2014/main" id="{ABCC5960-7132-DF49-9180-0AB4299873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4913" name="Oval 407">
                  <a:extLst>
                    <a:ext uri="{FF2B5EF4-FFF2-40B4-BE49-F238E27FC236}">
                      <a16:creationId xmlns:a16="http://schemas.microsoft.com/office/drawing/2014/main" id="{9993D20D-577A-0141-BE96-9471B7BFF1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14" name="Rectangle 410">
                  <a:extLst>
                    <a:ext uri="{FF2B5EF4-FFF2-40B4-BE49-F238E27FC236}">
                      <a16:creationId xmlns:a16="http://schemas.microsoft.com/office/drawing/2014/main" id="{EADBEAC3-28C9-F142-A6D8-C4EDB2FB46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15" name="Oval 411">
                  <a:extLst>
                    <a:ext uri="{FF2B5EF4-FFF2-40B4-BE49-F238E27FC236}">
                      <a16:creationId xmlns:a16="http://schemas.microsoft.com/office/drawing/2014/main" id="{4641AFB4-C6F6-9C43-BD33-D22201200D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916" name="Group 137">
                  <a:extLst>
                    <a:ext uri="{FF2B5EF4-FFF2-40B4-BE49-F238E27FC236}">
                      <a16:creationId xmlns:a16="http://schemas.microsoft.com/office/drawing/2014/main" id="{6B647DC5-0E12-644C-BAA9-18EF7CA535C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19" name="Freeform 138">
                    <a:extLst>
                      <a:ext uri="{FF2B5EF4-FFF2-40B4-BE49-F238E27FC236}">
                        <a16:creationId xmlns:a16="http://schemas.microsoft.com/office/drawing/2014/main" id="{D8B587DE-3B5E-7A4F-91B5-704E1E598C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920" name="Freeform 139">
                    <a:extLst>
                      <a:ext uri="{FF2B5EF4-FFF2-40B4-BE49-F238E27FC236}">
                        <a16:creationId xmlns:a16="http://schemas.microsoft.com/office/drawing/2014/main" id="{C2E3C77E-2B36-9F4E-BE45-109CAAA275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4917" name="Line 140">
                  <a:extLst>
                    <a:ext uri="{FF2B5EF4-FFF2-40B4-BE49-F238E27FC236}">
                      <a16:creationId xmlns:a16="http://schemas.microsoft.com/office/drawing/2014/main" id="{93D7BA37-45DF-BB4A-BEF2-45CFF2B17BB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918" name="Line 141">
                  <a:extLst>
                    <a:ext uri="{FF2B5EF4-FFF2-40B4-BE49-F238E27FC236}">
                      <a16:creationId xmlns:a16="http://schemas.microsoft.com/office/drawing/2014/main" id="{276DBD9C-C8DF-D440-8AF7-458B90A451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4895" name="Group 133">
                <a:extLst>
                  <a:ext uri="{FF2B5EF4-FFF2-40B4-BE49-F238E27FC236}">
                    <a16:creationId xmlns:a16="http://schemas.microsoft.com/office/drawing/2014/main" id="{CE542F4F-9011-E543-8727-6932E1CEB5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4905" name="Oval 407">
                  <a:extLst>
                    <a:ext uri="{FF2B5EF4-FFF2-40B4-BE49-F238E27FC236}">
                      <a16:creationId xmlns:a16="http://schemas.microsoft.com/office/drawing/2014/main" id="{1A2666CC-F736-5244-8DC9-86F570B53C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06" name="Rectangle 410">
                  <a:extLst>
                    <a:ext uri="{FF2B5EF4-FFF2-40B4-BE49-F238E27FC236}">
                      <a16:creationId xmlns:a16="http://schemas.microsoft.com/office/drawing/2014/main" id="{88E24D47-1664-6C48-8189-C40093F41F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907" name="Oval 411">
                  <a:extLst>
                    <a:ext uri="{FF2B5EF4-FFF2-40B4-BE49-F238E27FC236}">
                      <a16:creationId xmlns:a16="http://schemas.microsoft.com/office/drawing/2014/main" id="{CC46FAD9-385C-5943-B79B-D213202771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908" name="Group 137">
                  <a:extLst>
                    <a:ext uri="{FF2B5EF4-FFF2-40B4-BE49-F238E27FC236}">
                      <a16:creationId xmlns:a16="http://schemas.microsoft.com/office/drawing/2014/main" id="{AEC68BB1-ACFE-0746-B1AE-6A425D1A485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11" name="Freeform 138">
                    <a:extLst>
                      <a:ext uri="{FF2B5EF4-FFF2-40B4-BE49-F238E27FC236}">
                        <a16:creationId xmlns:a16="http://schemas.microsoft.com/office/drawing/2014/main" id="{A2C7F673-77CF-5047-ABF7-B7DDA35665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912" name="Freeform 139">
                    <a:extLst>
                      <a:ext uri="{FF2B5EF4-FFF2-40B4-BE49-F238E27FC236}">
                        <a16:creationId xmlns:a16="http://schemas.microsoft.com/office/drawing/2014/main" id="{31E3A3EC-9614-B348-A267-9FDAE7D122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4909" name="Line 140">
                  <a:extLst>
                    <a:ext uri="{FF2B5EF4-FFF2-40B4-BE49-F238E27FC236}">
                      <a16:creationId xmlns:a16="http://schemas.microsoft.com/office/drawing/2014/main" id="{B0B53522-07E2-5349-BFCF-2EA8A9EE21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910" name="Line 141">
                  <a:extLst>
                    <a:ext uri="{FF2B5EF4-FFF2-40B4-BE49-F238E27FC236}">
                      <a16:creationId xmlns:a16="http://schemas.microsoft.com/office/drawing/2014/main" id="{FBF21EA8-5E65-D349-A56A-6231EDE484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4896" name="Group 133">
                <a:extLst>
                  <a:ext uri="{FF2B5EF4-FFF2-40B4-BE49-F238E27FC236}">
                    <a16:creationId xmlns:a16="http://schemas.microsoft.com/office/drawing/2014/main" id="{EB8E41AD-5E44-3241-808C-04AC9AE2DF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4897" name="Oval 407">
                  <a:extLst>
                    <a:ext uri="{FF2B5EF4-FFF2-40B4-BE49-F238E27FC236}">
                      <a16:creationId xmlns:a16="http://schemas.microsoft.com/office/drawing/2014/main" id="{C7F4824E-BB39-AD43-AB0F-C40D6CC075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898" name="Rectangle 410">
                  <a:extLst>
                    <a:ext uri="{FF2B5EF4-FFF2-40B4-BE49-F238E27FC236}">
                      <a16:creationId xmlns:a16="http://schemas.microsoft.com/office/drawing/2014/main" id="{6C5F7E37-F755-074B-8D59-453ADD5005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899" name="Oval 411">
                  <a:extLst>
                    <a:ext uri="{FF2B5EF4-FFF2-40B4-BE49-F238E27FC236}">
                      <a16:creationId xmlns:a16="http://schemas.microsoft.com/office/drawing/2014/main" id="{F8C74AD3-8900-E740-AE48-09AFDAB435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900" name="Group 137">
                  <a:extLst>
                    <a:ext uri="{FF2B5EF4-FFF2-40B4-BE49-F238E27FC236}">
                      <a16:creationId xmlns:a16="http://schemas.microsoft.com/office/drawing/2014/main" id="{4E03FFE4-5C17-C340-B527-2B5B153FF5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03" name="Freeform 138">
                    <a:extLst>
                      <a:ext uri="{FF2B5EF4-FFF2-40B4-BE49-F238E27FC236}">
                        <a16:creationId xmlns:a16="http://schemas.microsoft.com/office/drawing/2014/main" id="{34629F9A-5146-9D48-82EB-AAC63F240F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904" name="Freeform 139">
                    <a:extLst>
                      <a:ext uri="{FF2B5EF4-FFF2-40B4-BE49-F238E27FC236}">
                        <a16:creationId xmlns:a16="http://schemas.microsoft.com/office/drawing/2014/main" id="{F51B690B-3F17-5941-818D-3B154218EA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4901" name="Line 140">
                  <a:extLst>
                    <a:ext uri="{FF2B5EF4-FFF2-40B4-BE49-F238E27FC236}">
                      <a16:creationId xmlns:a16="http://schemas.microsoft.com/office/drawing/2014/main" id="{D4337057-3263-D744-B941-D8535F87B9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79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902" name="Line 141">
                  <a:extLst>
                    <a:ext uri="{FF2B5EF4-FFF2-40B4-BE49-F238E27FC236}">
                      <a16:creationId xmlns:a16="http://schemas.microsoft.com/office/drawing/2014/main" id="{296FA59B-D43D-DA45-A03B-5CA3A76581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14767" name="Oval 417">
              <a:extLst>
                <a:ext uri="{FF2B5EF4-FFF2-40B4-BE49-F238E27FC236}">
                  <a16:creationId xmlns:a16="http://schemas.microsoft.com/office/drawing/2014/main" id="{3BAD759A-5BDE-5545-9FC1-E067E689E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165596"/>
              <a:ext cx="3086099" cy="1168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14768" name="Group 133">
              <a:extLst>
                <a:ext uri="{FF2B5EF4-FFF2-40B4-BE49-F238E27FC236}">
                  <a16:creationId xmlns:a16="http://schemas.microsoft.com/office/drawing/2014/main" id="{52A4CA0D-886A-484E-A0D1-29D40EBCEE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52273" y="4264500"/>
              <a:ext cx="513732" cy="157430"/>
              <a:chOff x="2356" y="1300"/>
              <a:chExt cx="555" cy="194"/>
            </a:xfrm>
          </p:grpSpPr>
          <p:sp>
            <p:nvSpPr>
              <p:cNvPr id="214871" name="Oval 492">
                <a:extLst>
                  <a:ext uri="{FF2B5EF4-FFF2-40B4-BE49-F238E27FC236}">
                    <a16:creationId xmlns:a16="http://schemas.microsoft.com/office/drawing/2014/main" id="{B0BCE71C-E8E3-224B-A302-18CB9EF876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4872" name="Rectangle 410">
                <a:extLst>
                  <a:ext uri="{FF2B5EF4-FFF2-40B4-BE49-F238E27FC236}">
                    <a16:creationId xmlns:a16="http://schemas.microsoft.com/office/drawing/2014/main" id="{7826F0C2-ABE4-604D-826E-4CA039F8C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4873" name="Oval 411">
                <a:extLst>
                  <a:ext uri="{FF2B5EF4-FFF2-40B4-BE49-F238E27FC236}">
                    <a16:creationId xmlns:a16="http://schemas.microsoft.com/office/drawing/2014/main" id="{99883D22-C913-7847-A84B-16BB482A40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14874" name="Group 137">
                <a:extLst>
                  <a:ext uri="{FF2B5EF4-FFF2-40B4-BE49-F238E27FC236}">
                    <a16:creationId xmlns:a16="http://schemas.microsoft.com/office/drawing/2014/main" id="{E1233C47-3BC8-DC40-B856-2F3569E06F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77" name="Freeform 138">
                  <a:extLst>
                    <a:ext uri="{FF2B5EF4-FFF2-40B4-BE49-F238E27FC236}">
                      <a16:creationId xmlns:a16="http://schemas.microsoft.com/office/drawing/2014/main" id="{CF1B1763-A84A-B84C-9D68-4357477FD0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878" name="Freeform 139">
                  <a:extLst>
                    <a:ext uri="{FF2B5EF4-FFF2-40B4-BE49-F238E27FC236}">
                      <a16:creationId xmlns:a16="http://schemas.microsoft.com/office/drawing/2014/main" id="{B0EC3937-4C4D-D441-8864-91E86FA251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14875" name="Line 140">
                <a:extLst>
                  <a:ext uri="{FF2B5EF4-FFF2-40B4-BE49-F238E27FC236}">
                    <a16:creationId xmlns:a16="http://schemas.microsoft.com/office/drawing/2014/main" id="{7750BF78-38D2-DE44-B1E2-80A17B1E8E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876" name="Line 141">
                <a:extLst>
                  <a:ext uri="{FF2B5EF4-FFF2-40B4-BE49-F238E27FC236}">
                    <a16:creationId xmlns:a16="http://schemas.microsoft.com/office/drawing/2014/main" id="{DB5E2913-28CB-5649-807C-384C9CDC26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cxnSp>
          <p:nvCxnSpPr>
            <p:cNvPr id="214769" name="Straight Connector 419">
              <a:extLst>
                <a:ext uri="{FF2B5EF4-FFF2-40B4-BE49-F238E27FC236}">
                  <a16:creationId xmlns:a16="http://schemas.microsoft.com/office/drawing/2014/main" id="{7A0AF1D9-D5AD-A94E-8A63-B763BF81BC72}"/>
                </a:ext>
              </a:extLst>
            </p:cNvPr>
            <p:cNvCxnSpPr>
              <a:cxnSpLocks noChangeShapeType="1"/>
              <a:stCxn id="214876" idx="0"/>
            </p:cNvCxnSpPr>
            <p:nvPr/>
          </p:nvCxnSpPr>
          <p:spPr bwMode="auto">
            <a:xfrm>
              <a:off x="2662301" y="4315623"/>
              <a:ext cx="940541" cy="11630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0" name="Straight Connector 420">
              <a:extLst>
                <a:ext uri="{FF2B5EF4-FFF2-40B4-BE49-F238E27FC236}">
                  <a16:creationId xmlns:a16="http://schemas.microsoft.com/office/drawing/2014/main" id="{B51F1F90-5831-724C-9EDC-6D839F30EEC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12420" y="4624308"/>
              <a:ext cx="116433" cy="710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1" name="Straight Connector 421">
              <a:extLst>
                <a:ext uri="{FF2B5EF4-FFF2-40B4-BE49-F238E27FC236}">
                  <a16:creationId xmlns:a16="http://schemas.microsoft.com/office/drawing/2014/main" id="{F02E00D3-03F7-3241-8926-EE992527EA6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0421" y="4797919"/>
              <a:ext cx="234667" cy="3886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2" name="Straight Connector 422">
              <a:extLst>
                <a:ext uri="{FF2B5EF4-FFF2-40B4-BE49-F238E27FC236}">
                  <a16:creationId xmlns:a16="http://schemas.microsoft.com/office/drawing/2014/main" id="{58D8E48A-BD79-8740-8710-2C1F1308DF6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636021" y="4648548"/>
              <a:ext cx="185893" cy="9334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3" name="Straight Connector 423">
              <a:extLst>
                <a:ext uri="{FF2B5EF4-FFF2-40B4-BE49-F238E27FC236}">
                  <a16:creationId xmlns:a16="http://schemas.microsoft.com/office/drawing/2014/main" id="{5B13BFDD-C5EF-AF4C-AEAB-E43E9F7E100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348386" y="4902256"/>
              <a:ext cx="185893" cy="9334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4" name="Straight Connector 424">
              <a:extLst>
                <a:ext uri="{FF2B5EF4-FFF2-40B4-BE49-F238E27FC236}">
                  <a16:creationId xmlns:a16="http://schemas.microsoft.com/office/drawing/2014/main" id="{0AE4B68E-6699-F245-B240-F4F9E3FBC0D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127556" y="4839857"/>
              <a:ext cx="243934" cy="21547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5" name="Straight Connector 425">
              <a:extLst>
                <a:ext uri="{FF2B5EF4-FFF2-40B4-BE49-F238E27FC236}">
                  <a16:creationId xmlns:a16="http://schemas.microsoft.com/office/drawing/2014/main" id="{41157C2E-2B04-1C49-B90C-160EEC4FE6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3601475" y="4827798"/>
              <a:ext cx="342282" cy="105961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6" name="Straight Connector 426">
              <a:extLst>
                <a:ext uri="{FF2B5EF4-FFF2-40B4-BE49-F238E27FC236}">
                  <a16:creationId xmlns:a16="http://schemas.microsoft.com/office/drawing/2014/main" id="{934D45D4-B1CF-784C-B94A-16BE7E20315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587811" y="4532353"/>
              <a:ext cx="273243" cy="16667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7" name="Straight Connector 427">
              <a:extLst>
                <a:ext uri="{FF2B5EF4-FFF2-40B4-BE49-F238E27FC236}">
                  <a16:creationId xmlns:a16="http://schemas.microsoft.com/office/drawing/2014/main" id="{06E30078-B071-9349-AB58-0B35335E7F04}"/>
                </a:ext>
              </a:extLst>
            </p:cNvPr>
            <p:cNvCxnSpPr>
              <a:cxnSpLocks noChangeShapeType="1"/>
              <a:endCxn id="214871" idx="4"/>
            </p:cNvCxnSpPr>
            <p:nvPr/>
          </p:nvCxnSpPr>
          <p:spPr bwMode="auto">
            <a:xfrm flipH="1" flipV="1">
              <a:off x="2408213" y="4421930"/>
              <a:ext cx="396306" cy="7426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14778" name="Group 133">
              <a:extLst>
                <a:ext uri="{FF2B5EF4-FFF2-40B4-BE49-F238E27FC236}">
                  <a16:creationId xmlns:a16="http://schemas.microsoft.com/office/drawing/2014/main" id="{EAA5A0A7-E86D-1C43-A64D-EC874E3D57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4256" y="4681756"/>
              <a:ext cx="513732" cy="157430"/>
              <a:chOff x="2356" y="1300"/>
              <a:chExt cx="555" cy="194"/>
            </a:xfrm>
          </p:grpSpPr>
          <p:sp>
            <p:nvSpPr>
              <p:cNvPr id="214863" name="Oval 407">
                <a:extLst>
                  <a:ext uri="{FF2B5EF4-FFF2-40B4-BE49-F238E27FC236}">
                    <a16:creationId xmlns:a16="http://schemas.microsoft.com/office/drawing/2014/main" id="{D93EE23C-1EFB-0544-A207-A8F3361961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4864" name="Rectangle 410">
                <a:extLst>
                  <a:ext uri="{FF2B5EF4-FFF2-40B4-BE49-F238E27FC236}">
                    <a16:creationId xmlns:a16="http://schemas.microsoft.com/office/drawing/2014/main" id="{B4DCD123-DB37-2642-8237-860AAF5AA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4865" name="Oval 411">
                <a:extLst>
                  <a:ext uri="{FF2B5EF4-FFF2-40B4-BE49-F238E27FC236}">
                    <a16:creationId xmlns:a16="http://schemas.microsoft.com/office/drawing/2014/main" id="{E8A6E07F-C85A-5E43-9F52-691CD0004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14866" name="Group 137">
                <a:extLst>
                  <a:ext uri="{FF2B5EF4-FFF2-40B4-BE49-F238E27FC236}">
                    <a16:creationId xmlns:a16="http://schemas.microsoft.com/office/drawing/2014/main" id="{E4B6828B-A1AB-FF46-92A4-327E181B1B7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69" name="Freeform 138">
                  <a:extLst>
                    <a:ext uri="{FF2B5EF4-FFF2-40B4-BE49-F238E27FC236}">
                      <a16:creationId xmlns:a16="http://schemas.microsoft.com/office/drawing/2014/main" id="{273FFF12-34FA-2848-AB58-65BA1BF5B5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870" name="Freeform 139">
                  <a:extLst>
                    <a:ext uri="{FF2B5EF4-FFF2-40B4-BE49-F238E27FC236}">
                      <a16:creationId xmlns:a16="http://schemas.microsoft.com/office/drawing/2014/main" id="{ED11D114-BEF7-9841-B6C1-7256FAD6EA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14867" name="Line 140">
                <a:extLst>
                  <a:ext uri="{FF2B5EF4-FFF2-40B4-BE49-F238E27FC236}">
                    <a16:creationId xmlns:a16="http://schemas.microsoft.com/office/drawing/2014/main" id="{7E3C3D61-BB03-694B-809B-C2395F9E29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868" name="Line 141">
                <a:extLst>
                  <a:ext uri="{FF2B5EF4-FFF2-40B4-BE49-F238E27FC236}">
                    <a16:creationId xmlns:a16="http://schemas.microsoft.com/office/drawing/2014/main" id="{BDCD8423-B1D7-264F-A789-EE3FD53C06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14779" name="Group 133">
              <a:extLst>
                <a:ext uri="{FF2B5EF4-FFF2-40B4-BE49-F238E27FC236}">
                  <a16:creationId xmlns:a16="http://schemas.microsoft.com/office/drawing/2014/main" id="{DD0A5154-B069-2F4A-9897-73C73342A7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9607" y="4745631"/>
              <a:ext cx="513732" cy="157430"/>
              <a:chOff x="2356" y="1300"/>
              <a:chExt cx="555" cy="194"/>
            </a:xfrm>
          </p:grpSpPr>
          <p:sp>
            <p:nvSpPr>
              <p:cNvPr id="214855" name="Oval 407">
                <a:extLst>
                  <a:ext uri="{FF2B5EF4-FFF2-40B4-BE49-F238E27FC236}">
                    <a16:creationId xmlns:a16="http://schemas.microsoft.com/office/drawing/2014/main" id="{707E0996-C8FE-BA4D-8978-5E3725233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4856" name="Rectangle 410">
                <a:extLst>
                  <a:ext uri="{FF2B5EF4-FFF2-40B4-BE49-F238E27FC236}">
                    <a16:creationId xmlns:a16="http://schemas.microsoft.com/office/drawing/2014/main" id="{2163E06B-55E6-D542-9479-6D9916BA3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4857" name="Oval 411">
                <a:extLst>
                  <a:ext uri="{FF2B5EF4-FFF2-40B4-BE49-F238E27FC236}">
                    <a16:creationId xmlns:a16="http://schemas.microsoft.com/office/drawing/2014/main" id="{FEE2B1A6-60D2-9F49-80F4-CDCE0767A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14858" name="Group 137">
                <a:extLst>
                  <a:ext uri="{FF2B5EF4-FFF2-40B4-BE49-F238E27FC236}">
                    <a16:creationId xmlns:a16="http://schemas.microsoft.com/office/drawing/2014/main" id="{78B71DD3-415F-894C-985D-EE72BDDAF2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61" name="Freeform 138">
                  <a:extLst>
                    <a:ext uri="{FF2B5EF4-FFF2-40B4-BE49-F238E27FC236}">
                      <a16:creationId xmlns:a16="http://schemas.microsoft.com/office/drawing/2014/main" id="{7DB0D2B3-0A7D-DA48-A0B7-C6FF47896C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862" name="Freeform 139">
                  <a:extLst>
                    <a:ext uri="{FF2B5EF4-FFF2-40B4-BE49-F238E27FC236}">
                      <a16:creationId xmlns:a16="http://schemas.microsoft.com/office/drawing/2014/main" id="{DFC94E12-76F6-7946-AEDF-586C62F81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14859" name="Line 140">
                <a:extLst>
                  <a:ext uri="{FF2B5EF4-FFF2-40B4-BE49-F238E27FC236}">
                    <a16:creationId xmlns:a16="http://schemas.microsoft.com/office/drawing/2014/main" id="{16FB8961-0964-FE4E-AE70-30BBA6721C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0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860" name="Line 141">
                <a:extLst>
                  <a:ext uri="{FF2B5EF4-FFF2-40B4-BE49-F238E27FC236}">
                    <a16:creationId xmlns:a16="http://schemas.microsoft.com/office/drawing/2014/main" id="{4875877B-DCA6-6043-8A8A-FE645F4B4E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2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14780" name="Group 133">
              <a:extLst>
                <a:ext uri="{FF2B5EF4-FFF2-40B4-BE49-F238E27FC236}">
                  <a16:creationId xmlns:a16="http://schemas.microsoft.com/office/drawing/2014/main" id="{B255C83F-46E2-2749-97EE-0B2028B6B6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7612" y="4492206"/>
              <a:ext cx="513732" cy="157430"/>
              <a:chOff x="2356" y="1300"/>
              <a:chExt cx="555" cy="194"/>
            </a:xfrm>
          </p:grpSpPr>
          <p:sp>
            <p:nvSpPr>
              <p:cNvPr id="214847" name="Oval 407">
                <a:extLst>
                  <a:ext uri="{FF2B5EF4-FFF2-40B4-BE49-F238E27FC236}">
                    <a16:creationId xmlns:a16="http://schemas.microsoft.com/office/drawing/2014/main" id="{3CDE67C2-116B-5B44-88BD-E95F78417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4848" name="Rectangle 410">
                <a:extLst>
                  <a:ext uri="{FF2B5EF4-FFF2-40B4-BE49-F238E27FC236}">
                    <a16:creationId xmlns:a16="http://schemas.microsoft.com/office/drawing/2014/main" id="{2D363C4F-05EC-FE43-AD31-4CFF9075D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4849" name="Oval 411">
                <a:extLst>
                  <a:ext uri="{FF2B5EF4-FFF2-40B4-BE49-F238E27FC236}">
                    <a16:creationId xmlns:a16="http://schemas.microsoft.com/office/drawing/2014/main" id="{F0EBCA53-2CFF-6843-8B32-66660328A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14850" name="Group 137">
                <a:extLst>
                  <a:ext uri="{FF2B5EF4-FFF2-40B4-BE49-F238E27FC236}">
                    <a16:creationId xmlns:a16="http://schemas.microsoft.com/office/drawing/2014/main" id="{8D22F74A-AFFA-0042-8B4D-F1833B567DB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53" name="Freeform 138">
                  <a:extLst>
                    <a:ext uri="{FF2B5EF4-FFF2-40B4-BE49-F238E27FC236}">
                      <a16:creationId xmlns:a16="http://schemas.microsoft.com/office/drawing/2014/main" id="{703E87B3-22AF-4147-94A9-B72E576C46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854" name="Freeform 139">
                  <a:extLst>
                    <a:ext uri="{FF2B5EF4-FFF2-40B4-BE49-F238E27FC236}">
                      <a16:creationId xmlns:a16="http://schemas.microsoft.com/office/drawing/2014/main" id="{BA65DB44-CA13-3B44-B246-7D68410F47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14851" name="Line 140">
                <a:extLst>
                  <a:ext uri="{FF2B5EF4-FFF2-40B4-BE49-F238E27FC236}">
                    <a16:creationId xmlns:a16="http://schemas.microsoft.com/office/drawing/2014/main" id="{EC912430-2C5C-494B-AD18-A54B9E6355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852" name="Line 141">
                <a:extLst>
                  <a:ext uri="{FF2B5EF4-FFF2-40B4-BE49-F238E27FC236}">
                    <a16:creationId xmlns:a16="http://schemas.microsoft.com/office/drawing/2014/main" id="{F727E1B5-935F-7248-A3DB-31F27602AE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14781" name="Group 133">
              <a:extLst>
                <a:ext uri="{FF2B5EF4-FFF2-40B4-BE49-F238E27FC236}">
                  <a16:creationId xmlns:a16="http://schemas.microsoft.com/office/drawing/2014/main" id="{F638E17D-494A-F746-A457-A1084469CE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8257" y="4374514"/>
              <a:ext cx="513732" cy="157430"/>
              <a:chOff x="2356" y="1300"/>
              <a:chExt cx="555" cy="194"/>
            </a:xfrm>
          </p:grpSpPr>
          <p:sp>
            <p:nvSpPr>
              <p:cNvPr id="214839" name="Oval 407">
                <a:extLst>
                  <a:ext uri="{FF2B5EF4-FFF2-40B4-BE49-F238E27FC236}">
                    <a16:creationId xmlns:a16="http://schemas.microsoft.com/office/drawing/2014/main" id="{9B051B41-B4FF-C043-B21E-027F52B7E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4840" name="Rectangle 410">
                <a:extLst>
                  <a:ext uri="{FF2B5EF4-FFF2-40B4-BE49-F238E27FC236}">
                    <a16:creationId xmlns:a16="http://schemas.microsoft.com/office/drawing/2014/main" id="{D1CCE3F2-95E6-6F40-B619-21BCC84AC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4841" name="Oval 411">
                <a:extLst>
                  <a:ext uri="{FF2B5EF4-FFF2-40B4-BE49-F238E27FC236}">
                    <a16:creationId xmlns:a16="http://schemas.microsoft.com/office/drawing/2014/main" id="{A967DF73-9E5A-BA4A-A6B1-4D97819E5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14842" name="Group 137">
                <a:extLst>
                  <a:ext uri="{FF2B5EF4-FFF2-40B4-BE49-F238E27FC236}">
                    <a16:creationId xmlns:a16="http://schemas.microsoft.com/office/drawing/2014/main" id="{F8384F1B-531F-EA4E-991F-9A0DC10979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45" name="Freeform 138">
                  <a:extLst>
                    <a:ext uri="{FF2B5EF4-FFF2-40B4-BE49-F238E27FC236}">
                      <a16:creationId xmlns:a16="http://schemas.microsoft.com/office/drawing/2014/main" id="{874988F7-966B-8646-AF63-EB7E557176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846" name="Freeform 139">
                  <a:extLst>
                    <a:ext uri="{FF2B5EF4-FFF2-40B4-BE49-F238E27FC236}">
                      <a16:creationId xmlns:a16="http://schemas.microsoft.com/office/drawing/2014/main" id="{82067B18-A903-5E48-9F54-0887309461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14843" name="Line 140">
                <a:extLst>
                  <a:ext uri="{FF2B5EF4-FFF2-40B4-BE49-F238E27FC236}">
                    <a16:creationId xmlns:a16="http://schemas.microsoft.com/office/drawing/2014/main" id="{B2FA9052-838C-8C4F-BCE4-C70E8AFD89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844" name="Line 141">
                <a:extLst>
                  <a:ext uri="{FF2B5EF4-FFF2-40B4-BE49-F238E27FC236}">
                    <a16:creationId xmlns:a16="http://schemas.microsoft.com/office/drawing/2014/main" id="{DF12AE87-8E42-C640-BCB3-C6C7B7E35C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14782" name="Group 133">
              <a:extLst>
                <a:ext uri="{FF2B5EF4-FFF2-40B4-BE49-F238E27FC236}">
                  <a16:creationId xmlns:a16="http://schemas.microsoft.com/office/drawing/2014/main" id="{D9BA981B-88F2-2048-841F-AFB6D229D3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7517" y="4879598"/>
              <a:ext cx="513732" cy="157430"/>
              <a:chOff x="2356" y="1300"/>
              <a:chExt cx="555" cy="194"/>
            </a:xfrm>
          </p:grpSpPr>
          <p:sp>
            <p:nvSpPr>
              <p:cNvPr id="214831" name="Oval 407">
                <a:extLst>
                  <a:ext uri="{FF2B5EF4-FFF2-40B4-BE49-F238E27FC236}">
                    <a16:creationId xmlns:a16="http://schemas.microsoft.com/office/drawing/2014/main" id="{E3191F18-65FC-9742-AAF4-38B27CEF6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4832" name="Rectangle 410">
                <a:extLst>
                  <a:ext uri="{FF2B5EF4-FFF2-40B4-BE49-F238E27FC236}">
                    <a16:creationId xmlns:a16="http://schemas.microsoft.com/office/drawing/2014/main" id="{04CA71FA-FD06-D54B-960C-DDD9E94007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4833" name="Oval 411">
                <a:extLst>
                  <a:ext uri="{FF2B5EF4-FFF2-40B4-BE49-F238E27FC236}">
                    <a16:creationId xmlns:a16="http://schemas.microsoft.com/office/drawing/2014/main" id="{E6140C2C-EDAC-8645-8F8C-E7AC0F6EED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14834" name="Group 137">
                <a:extLst>
                  <a:ext uri="{FF2B5EF4-FFF2-40B4-BE49-F238E27FC236}">
                    <a16:creationId xmlns:a16="http://schemas.microsoft.com/office/drawing/2014/main" id="{1DA61B62-5433-BE42-9505-4A887F2B93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37" name="Freeform 138">
                  <a:extLst>
                    <a:ext uri="{FF2B5EF4-FFF2-40B4-BE49-F238E27FC236}">
                      <a16:creationId xmlns:a16="http://schemas.microsoft.com/office/drawing/2014/main" id="{8C0DD640-5598-0A47-8FE0-C4C501DF28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838" name="Freeform 139">
                  <a:extLst>
                    <a:ext uri="{FF2B5EF4-FFF2-40B4-BE49-F238E27FC236}">
                      <a16:creationId xmlns:a16="http://schemas.microsoft.com/office/drawing/2014/main" id="{86B3607F-2C46-2D49-9698-D3C3FFBA20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14835" name="Line 140">
                <a:extLst>
                  <a:ext uri="{FF2B5EF4-FFF2-40B4-BE49-F238E27FC236}">
                    <a16:creationId xmlns:a16="http://schemas.microsoft.com/office/drawing/2014/main" id="{51E1455A-9671-2546-BE76-D9824127B9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836" name="Line 141">
                <a:extLst>
                  <a:ext uri="{FF2B5EF4-FFF2-40B4-BE49-F238E27FC236}">
                    <a16:creationId xmlns:a16="http://schemas.microsoft.com/office/drawing/2014/main" id="{7709D233-6CE8-9444-9BA6-121B10B663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14783" name="Group 133">
              <a:extLst>
                <a:ext uri="{FF2B5EF4-FFF2-40B4-BE49-F238E27FC236}">
                  <a16:creationId xmlns:a16="http://schemas.microsoft.com/office/drawing/2014/main" id="{DA6931DE-1DD8-F442-80DA-559C81E0EC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27730" y="5041357"/>
              <a:ext cx="513732" cy="157430"/>
              <a:chOff x="2356" y="1300"/>
              <a:chExt cx="555" cy="194"/>
            </a:xfrm>
          </p:grpSpPr>
          <p:sp>
            <p:nvSpPr>
              <p:cNvPr id="214823" name="Oval 407">
                <a:extLst>
                  <a:ext uri="{FF2B5EF4-FFF2-40B4-BE49-F238E27FC236}">
                    <a16:creationId xmlns:a16="http://schemas.microsoft.com/office/drawing/2014/main" id="{AC436F2E-5FE3-AB4A-8E3A-1F6EB0BD2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4824" name="Rectangle 410">
                <a:extLst>
                  <a:ext uri="{FF2B5EF4-FFF2-40B4-BE49-F238E27FC236}">
                    <a16:creationId xmlns:a16="http://schemas.microsoft.com/office/drawing/2014/main" id="{D63B5470-32DD-EF4C-BE70-D7286C398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4825" name="Oval 411">
                <a:extLst>
                  <a:ext uri="{FF2B5EF4-FFF2-40B4-BE49-F238E27FC236}">
                    <a16:creationId xmlns:a16="http://schemas.microsoft.com/office/drawing/2014/main" id="{9E18D6BE-84B9-CD4B-A790-9938017B2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14826" name="Group 137">
                <a:extLst>
                  <a:ext uri="{FF2B5EF4-FFF2-40B4-BE49-F238E27FC236}">
                    <a16:creationId xmlns:a16="http://schemas.microsoft.com/office/drawing/2014/main" id="{B94942B3-6725-6F41-A4C8-BBF197C7C0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29" name="Freeform 138">
                  <a:extLst>
                    <a:ext uri="{FF2B5EF4-FFF2-40B4-BE49-F238E27FC236}">
                      <a16:creationId xmlns:a16="http://schemas.microsoft.com/office/drawing/2014/main" id="{8BDCE39A-64CE-EE4D-B70F-990CD7FF27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830" name="Freeform 139">
                  <a:extLst>
                    <a:ext uri="{FF2B5EF4-FFF2-40B4-BE49-F238E27FC236}">
                      <a16:creationId xmlns:a16="http://schemas.microsoft.com/office/drawing/2014/main" id="{4038D430-FAAB-5E41-8026-82B88BFB91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14827" name="Line 140">
                <a:extLst>
                  <a:ext uri="{FF2B5EF4-FFF2-40B4-BE49-F238E27FC236}">
                    <a16:creationId xmlns:a16="http://schemas.microsoft.com/office/drawing/2014/main" id="{AB69C545-F0FB-A646-B921-9A42AFF873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828" name="Line 141">
                <a:extLst>
                  <a:ext uri="{FF2B5EF4-FFF2-40B4-BE49-F238E27FC236}">
                    <a16:creationId xmlns:a16="http://schemas.microsoft.com/office/drawing/2014/main" id="{BD3DF7FE-3BAA-1C46-AFEE-6DA2D157E9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14784" name="Group 133">
              <a:extLst>
                <a:ext uri="{FF2B5EF4-FFF2-40B4-BE49-F238E27FC236}">
                  <a16:creationId xmlns:a16="http://schemas.microsoft.com/office/drawing/2014/main" id="{B153CE43-BB57-8345-B434-118B95D7B3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66981" y="4995523"/>
              <a:ext cx="513732" cy="157430"/>
              <a:chOff x="2356" y="1300"/>
              <a:chExt cx="555" cy="194"/>
            </a:xfrm>
          </p:grpSpPr>
          <p:sp>
            <p:nvSpPr>
              <p:cNvPr id="214815" name="Oval 407">
                <a:extLst>
                  <a:ext uri="{FF2B5EF4-FFF2-40B4-BE49-F238E27FC236}">
                    <a16:creationId xmlns:a16="http://schemas.microsoft.com/office/drawing/2014/main" id="{43A93EA8-4C5D-E24E-BA2B-A8BB05962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4816" name="Rectangle 410">
                <a:extLst>
                  <a:ext uri="{FF2B5EF4-FFF2-40B4-BE49-F238E27FC236}">
                    <a16:creationId xmlns:a16="http://schemas.microsoft.com/office/drawing/2014/main" id="{49C154B9-C2BF-D945-9630-15D0738C9B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4817" name="Oval 411">
                <a:extLst>
                  <a:ext uri="{FF2B5EF4-FFF2-40B4-BE49-F238E27FC236}">
                    <a16:creationId xmlns:a16="http://schemas.microsoft.com/office/drawing/2014/main" id="{60B9E8DF-F64B-E341-9FAE-376EC0939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14818" name="Group 137">
                <a:extLst>
                  <a:ext uri="{FF2B5EF4-FFF2-40B4-BE49-F238E27FC236}">
                    <a16:creationId xmlns:a16="http://schemas.microsoft.com/office/drawing/2014/main" id="{E257D2A1-69E2-1444-A859-4AFC7C68C4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21" name="Freeform 138">
                  <a:extLst>
                    <a:ext uri="{FF2B5EF4-FFF2-40B4-BE49-F238E27FC236}">
                      <a16:creationId xmlns:a16="http://schemas.microsoft.com/office/drawing/2014/main" id="{F82EE89F-728B-184D-8292-62E17DED4F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822" name="Freeform 139">
                  <a:extLst>
                    <a:ext uri="{FF2B5EF4-FFF2-40B4-BE49-F238E27FC236}">
                      <a16:creationId xmlns:a16="http://schemas.microsoft.com/office/drawing/2014/main" id="{0EEB83C5-B0E8-5041-AA6B-1ED037A4E0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14819" name="Line 140">
                <a:extLst>
                  <a:ext uri="{FF2B5EF4-FFF2-40B4-BE49-F238E27FC236}">
                    <a16:creationId xmlns:a16="http://schemas.microsoft.com/office/drawing/2014/main" id="{EAFB93B0-9A23-184A-A135-95A82231FA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820" name="Line 141">
                <a:extLst>
                  <a:ext uri="{FF2B5EF4-FFF2-40B4-BE49-F238E27FC236}">
                    <a16:creationId xmlns:a16="http://schemas.microsoft.com/office/drawing/2014/main" id="{46B990D8-3615-DD41-97A8-2B2FFC4E94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cxnSp>
          <p:nvCxnSpPr>
            <p:cNvPr id="214785" name="Straight Connector 12">
              <a:extLst>
                <a:ext uri="{FF2B5EF4-FFF2-40B4-BE49-F238E27FC236}">
                  <a16:creationId xmlns:a16="http://schemas.microsoft.com/office/drawing/2014/main" id="{C7A74BE5-803F-FE4A-9405-F3F0C581D9BD}"/>
                </a:ext>
              </a:extLst>
            </p:cNvPr>
            <p:cNvCxnSpPr>
              <a:cxnSpLocks noChangeShapeType="1"/>
              <a:endCxn id="214955" idx="1"/>
            </p:cNvCxnSpPr>
            <p:nvPr/>
          </p:nvCxnSpPr>
          <p:spPr bwMode="auto">
            <a:xfrm>
              <a:off x="2382838" y="2609848"/>
              <a:ext cx="238125" cy="261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86" name="Straight Connector 500">
              <a:extLst>
                <a:ext uri="{FF2B5EF4-FFF2-40B4-BE49-F238E27FC236}">
                  <a16:creationId xmlns:a16="http://schemas.microsoft.com/office/drawing/2014/main" id="{AB661CE2-CEA5-ED4B-A163-59BA3A829AF1}"/>
                </a:ext>
              </a:extLst>
            </p:cNvPr>
            <p:cNvCxnSpPr>
              <a:cxnSpLocks noChangeShapeType="1"/>
              <a:stCxn id="214751" idx="8"/>
              <a:endCxn id="214812" idx="2"/>
            </p:cNvCxnSpPr>
            <p:nvPr/>
          </p:nvCxnSpPr>
          <p:spPr bwMode="auto">
            <a:xfrm>
              <a:off x="1455738" y="2990846"/>
              <a:ext cx="38100" cy="309563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87" name="Straight Connector 501">
              <a:extLst>
                <a:ext uri="{FF2B5EF4-FFF2-40B4-BE49-F238E27FC236}">
                  <a16:creationId xmlns:a16="http://schemas.microsoft.com/office/drawing/2014/main" id="{A66C3A17-FFB0-EB44-A998-CB2F2624CA44}"/>
                </a:ext>
              </a:extLst>
            </p:cNvPr>
            <p:cNvCxnSpPr>
              <a:cxnSpLocks noChangeShapeType="1"/>
              <a:endCxn id="214812" idx="3"/>
            </p:cNvCxnSpPr>
            <p:nvPr/>
          </p:nvCxnSpPr>
          <p:spPr bwMode="auto">
            <a:xfrm>
              <a:off x="1235076" y="3271835"/>
              <a:ext cx="123825" cy="21272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88" name="Straight Connector 502">
              <a:extLst>
                <a:ext uri="{FF2B5EF4-FFF2-40B4-BE49-F238E27FC236}">
                  <a16:creationId xmlns:a16="http://schemas.microsoft.com/office/drawing/2014/main" id="{2AC3615C-C8F3-2A4C-ADDD-475649F9A200}"/>
                </a:ext>
              </a:extLst>
            </p:cNvPr>
            <p:cNvCxnSpPr>
              <a:cxnSpLocks noChangeShapeType="1"/>
              <a:endCxn id="214923" idx="1"/>
            </p:cNvCxnSpPr>
            <p:nvPr/>
          </p:nvCxnSpPr>
          <p:spPr bwMode="auto">
            <a:xfrm>
              <a:off x="3916362" y="2411411"/>
              <a:ext cx="307975" cy="573086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89" name="Straight Connector 503">
              <a:extLst>
                <a:ext uri="{FF2B5EF4-FFF2-40B4-BE49-F238E27FC236}">
                  <a16:creationId xmlns:a16="http://schemas.microsoft.com/office/drawing/2014/main" id="{FBBE74D8-A9BB-EB41-8556-BAE83958DA05}"/>
                </a:ext>
              </a:extLst>
            </p:cNvPr>
            <p:cNvCxnSpPr>
              <a:cxnSpLocks noChangeShapeType="1"/>
              <a:endCxn id="214923" idx="0"/>
            </p:cNvCxnSpPr>
            <p:nvPr/>
          </p:nvCxnSpPr>
          <p:spPr bwMode="auto">
            <a:xfrm flipH="1">
              <a:off x="4425950" y="2389186"/>
              <a:ext cx="384175" cy="579436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0" name="Straight Connector 504">
              <a:extLst>
                <a:ext uri="{FF2B5EF4-FFF2-40B4-BE49-F238E27FC236}">
                  <a16:creationId xmlns:a16="http://schemas.microsoft.com/office/drawing/2014/main" id="{5D777D9F-6C44-8C4D-8F85-CB8893FD7DC5}"/>
                </a:ext>
              </a:extLst>
            </p:cNvPr>
            <p:cNvCxnSpPr>
              <a:cxnSpLocks noChangeShapeType="1"/>
              <a:endCxn id="215005" idx="0"/>
            </p:cNvCxnSpPr>
            <p:nvPr/>
          </p:nvCxnSpPr>
          <p:spPr bwMode="auto">
            <a:xfrm>
              <a:off x="6770687" y="2900361"/>
              <a:ext cx="215899" cy="1046161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1" name="Straight Connector 505">
              <a:extLst>
                <a:ext uri="{FF2B5EF4-FFF2-40B4-BE49-F238E27FC236}">
                  <a16:creationId xmlns:a16="http://schemas.microsoft.com/office/drawing/2014/main" id="{D6EDC541-A286-1043-BAEF-A5D3DBEC4FF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137398" y="3251197"/>
              <a:ext cx="241300" cy="6921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2" name="Straight Connector 506">
              <a:extLst>
                <a:ext uri="{FF2B5EF4-FFF2-40B4-BE49-F238E27FC236}">
                  <a16:creationId xmlns:a16="http://schemas.microsoft.com/office/drawing/2014/main" id="{1D1159FC-26A5-E941-9532-2C7BF77B9B19}"/>
                </a:ext>
              </a:extLst>
            </p:cNvPr>
            <p:cNvCxnSpPr>
              <a:cxnSpLocks noChangeShapeType="1"/>
              <a:stCxn id="214755" idx="4"/>
              <a:endCxn id="215000" idx="0"/>
            </p:cNvCxnSpPr>
            <p:nvPr/>
          </p:nvCxnSpPr>
          <p:spPr bwMode="auto">
            <a:xfrm flipH="1">
              <a:off x="7483473" y="4229096"/>
              <a:ext cx="541338" cy="24923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3" name="Straight Connector 507">
              <a:extLst>
                <a:ext uri="{FF2B5EF4-FFF2-40B4-BE49-F238E27FC236}">
                  <a16:creationId xmlns:a16="http://schemas.microsoft.com/office/drawing/2014/main" id="{D0B084EB-4646-9146-A362-822D7E8DAC5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454899" y="4573584"/>
              <a:ext cx="796925" cy="6143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4" name="Straight Connector 508">
              <a:extLst>
                <a:ext uri="{FF2B5EF4-FFF2-40B4-BE49-F238E27FC236}">
                  <a16:creationId xmlns:a16="http://schemas.microsoft.com/office/drawing/2014/main" id="{C6690A05-6457-5A4E-B086-13961A44EE87}"/>
                </a:ext>
              </a:extLst>
            </p:cNvPr>
            <p:cNvCxnSpPr>
              <a:cxnSpLocks noChangeShapeType="1"/>
              <a:endCxn id="214987" idx="5"/>
            </p:cNvCxnSpPr>
            <p:nvPr/>
          </p:nvCxnSpPr>
          <p:spPr bwMode="auto">
            <a:xfrm flipH="1" flipV="1">
              <a:off x="6496050" y="4722809"/>
              <a:ext cx="1047750" cy="966786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5" name="Straight Connector 509">
              <a:extLst>
                <a:ext uri="{FF2B5EF4-FFF2-40B4-BE49-F238E27FC236}">
                  <a16:creationId xmlns:a16="http://schemas.microsoft.com/office/drawing/2014/main" id="{FF7E5776-B161-1D43-8DF6-DB8FEF44E577}"/>
                </a:ext>
              </a:extLst>
            </p:cNvPr>
            <p:cNvCxnSpPr>
              <a:cxnSpLocks noChangeShapeType="1"/>
              <a:stCxn id="214756" idx="0"/>
              <a:endCxn id="214811" idx="5"/>
            </p:cNvCxnSpPr>
            <p:nvPr/>
          </p:nvCxnSpPr>
          <p:spPr bwMode="auto">
            <a:xfrm flipH="1" flipV="1">
              <a:off x="5084763" y="5684832"/>
              <a:ext cx="520700" cy="1698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6" name="Straight Connector 510">
              <a:extLst>
                <a:ext uri="{FF2B5EF4-FFF2-40B4-BE49-F238E27FC236}">
                  <a16:creationId xmlns:a16="http://schemas.microsoft.com/office/drawing/2014/main" id="{6C733440-5946-0B45-B9C1-2DF3CF1951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4068763" y="5045070"/>
              <a:ext cx="371475" cy="9731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7" name="Straight Connector 511">
              <a:extLst>
                <a:ext uri="{FF2B5EF4-FFF2-40B4-BE49-F238E27FC236}">
                  <a16:creationId xmlns:a16="http://schemas.microsoft.com/office/drawing/2014/main" id="{BBA51EAD-0B92-F743-AF16-29F6F24EB93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389313" y="5689595"/>
              <a:ext cx="306387" cy="16509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8" name="Straight Connector 512">
              <a:extLst>
                <a:ext uri="{FF2B5EF4-FFF2-40B4-BE49-F238E27FC236}">
                  <a16:creationId xmlns:a16="http://schemas.microsoft.com/office/drawing/2014/main" id="{C715A44D-0897-FF45-A4CF-E44F4295F63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790701" y="5160959"/>
              <a:ext cx="401638" cy="2095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9" name="Straight Connector 513">
              <a:extLst>
                <a:ext uri="{FF2B5EF4-FFF2-40B4-BE49-F238E27FC236}">
                  <a16:creationId xmlns:a16="http://schemas.microsoft.com/office/drawing/2014/main" id="{C6F113B8-C86A-3340-BE01-C1AF6C30653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79514" y="4467220"/>
              <a:ext cx="227012" cy="28257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0" name="Straight Connector 514">
              <a:extLst>
                <a:ext uri="{FF2B5EF4-FFF2-40B4-BE49-F238E27FC236}">
                  <a16:creationId xmlns:a16="http://schemas.microsoft.com/office/drawing/2014/main" id="{5EC583B5-0B18-FD47-8B3D-5EB069BD8833}"/>
                </a:ext>
              </a:extLst>
            </p:cNvPr>
            <p:cNvCxnSpPr>
              <a:cxnSpLocks noChangeShapeType="1"/>
              <a:endCxn id="214812" idx="5"/>
            </p:cNvCxnSpPr>
            <p:nvPr/>
          </p:nvCxnSpPr>
          <p:spPr bwMode="auto">
            <a:xfrm flipV="1">
              <a:off x="1155701" y="4368796"/>
              <a:ext cx="203199" cy="793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4801" name="Oval 14">
              <a:extLst>
                <a:ext uri="{FF2B5EF4-FFF2-40B4-BE49-F238E27FC236}">
                  <a16:creationId xmlns:a16="http://schemas.microsoft.com/office/drawing/2014/main" id="{F92183DD-9D4D-9A45-B326-6B129084B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7594" y="2896840"/>
              <a:ext cx="528046" cy="30477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14802" name="Straight Connector 18">
              <a:extLst>
                <a:ext uri="{FF2B5EF4-FFF2-40B4-BE49-F238E27FC236}">
                  <a16:creationId xmlns:a16="http://schemas.microsoft.com/office/drawing/2014/main" id="{D216F3ED-B2DC-7244-94CC-4B605079106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713288" y="3051287"/>
              <a:ext cx="964306" cy="268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3" name="Straight Connector 516">
              <a:extLst>
                <a:ext uri="{FF2B5EF4-FFF2-40B4-BE49-F238E27FC236}">
                  <a16:creationId xmlns:a16="http://schemas.microsoft.com/office/drawing/2014/main" id="{4FE2CDC8-312C-504E-9983-AEDDF15EF43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39457" y="3169610"/>
              <a:ext cx="691556" cy="78484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4" name="Straight Connector 515">
              <a:extLst>
                <a:ext uri="{FF2B5EF4-FFF2-40B4-BE49-F238E27FC236}">
                  <a16:creationId xmlns:a16="http://schemas.microsoft.com/office/drawing/2014/main" id="{A004EB9B-DF41-704D-9CBE-54DD90884F8C}"/>
                </a:ext>
              </a:extLst>
            </p:cNvPr>
            <p:cNvCxnSpPr>
              <a:cxnSpLocks noChangeShapeType="1"/>
              <a:stCxn id="214841" idx="0"/>
            </p:cNvCxnSpPr>
            <p:nvPr/>
          </p:nvCxnSpPr>
          <p:spPr bwMode="auto">
            <a:xfrm flipV="1">
              <a:off x="3832888" y="4233714"/>
              <a:ext cx="190494" cy="14143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4805" name="Oval 521">
              <a:extLst>
                <a:ext uri="{FF2B5EF4-FFF2-40B4-BE49-F238E27FC236}">
                  <a16:creationId xmlns:a16="http://schemas.microsoft.com/office/drawing/2014/main" id="{443E0A6C-4073-D549-8990-2BB851760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543" y="3959555"/>
              <a:ext cx="528230" cy="30505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 </a:t>
              </a:r>
            </a:p>
          </p:txBody>
        </p:sp>
        <p:cxnSp>
          <p:nvCxnSpPr>
            <p:cNvPr id="214806" name="Straight Connector 519">
              <a:extLst>
                <a:ext uri="{FF2B5EF4-FFF2-40B4-BE49-F238E27FC236}">
                  <a16:creationId xmlns:a16="http://schemas.microsoft.com/office/drawing/2014/main" id="{C5F2874E-B11C-0546-AED8-3CDB8F258042}"/>
                </a:ext>
              </a:extLst>
            </p:cNvPr>
            <p:cNvCxnSpPr>
              <a:cxnSpLocks noChangeShapeType="1"/>
              <a:stCxn id="214805" idx="6"/>
              <a:endCxn id="215039" idx="1"/>
            </p:cNvCxnSpPr>
            <p:nvPr/>
          </p:nvCxnSpPr>
          <p:spPr bwMode="auto">
            <a:xfrm flipV="1">
              <a:off x="4460774" y="3953935"/>
              <a:ext cx="770040" cy="15814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7" name="Straight Connector 520">
              <a:extLst>
                <a:ext uri="{FF2B5EF4-FFF2-40B4-BE49-F238E27FC236}">
                  <a16:creationId xmlns:a16="http://schemas.microsoft.com/office/drawing/2014/main" id="{BA8C1BD0-0CCD-574B-8A4D-17365C016B5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2525" y="3789358"/>
              <a:ext cx="342828" cy="20501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8" name="Straight Connector 7">
              <a:extLst>
                <a:ext uri="{FF2B5EF4-FFF2-40B4-BE49-F238E27FC236}">
                  <a16:creationId xmlns:a16="http://schemas.microsoft.com/office/drawing/2014/main" id="{65F66951-24B1-274C-9714-4C12067EEA5A}"/>
                </a:ext>
              </a:extLst>
            </p:cNvPr>
            <p:cNvCxnSpPr>
              <a:cxnSpLocks noChangeShapeType="1"/>
              <a:stCxn id="214913" idx="5"/>
              <a:endCxn id="215037" idx="1"/>
            </p:cNvCxnSpPr>
            <p:nvPr/>
          </p:nvCxnSpPr>
          <p:spPr bwMode="auto">
            <a:xfrm>
              <a:off x="4876727" y="3633784"/>
              <a:ext cx="431873" cy="22237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9" name="Straight Connector 415">
              <a:extLst>
                <a:ext uri="{FF2B5EF4-FFF2-40B4-BE49-F238E27FC236}">
                  <a16:creationId xmlns:a16="http://schemas.microsoft.com/office/drawing/2014/main" id="{6A451F9C-F807-244D-BD15-B5D183FFE361}"/>
                </a:ext>
              </a:extLst>
            </p:cNvPr>
            <p:cNvCxnSpPr>
              <a:cxnSpLocks noChangeShapeType="1"/>
              <a:endCxn id="214873" idx="0"/>
            </p:cNvCxnSpPr>
            <p:nvPr/>
          </p:nvCxnSpPr>
          <p:spPr bwMode="auto">
            <a:xfrm flipH="1">
              <a:off x="2406650" y="3753808"/>
              <a:ext cx="282557" cy="511097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10" name="Straight Connector 523">
              <a:extLst>
                <a:ext uri="{FF2B5EF4-FFF2-40B4-BE49-F238E27FC236}">
                  <a16:creationId xmlns:a16="http://schemas.microsoft.com/office/drawing/2014/main" id="{586921B0-6133-C84B-A795-F2DD58333A9D}"/>
                </a:ext>
              </a:extLst>
            </p:cNvPr>
            <p:cNvCxnSpPr>
              <a:cxnSpLocks noChangeShapeType="1"/>
              <a:stCxn id="214836" idx="0"/>
            </p:cNvCxnSpPr>
            <p:nvPr/>
          </p:nvCxnSpPr>
          <p:spPr bwMode="auto">
            <a:xfrm flipV="1">
              <a:off x="4307762" y="4626477"/>
              <a:ext cx="844015" cy="30429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4811" name="Oval 6">
              <a:extLst>
                <a:ext uri="{FF2B5EF4-FFF2-40B4-BE49-F238E27FC236}">
                  <a16:creationId xmlns:a16="http://schemas.microsoft.com/office/drawing/2014/main" id="{BAD9A2F3-982F-6449-ACEB-D17A643E9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101" y="5359394"/>
              <a:ext cx="2044700" cy="380999"/>
            </a:xfrm>
            <a:prstGeom prst="ellipse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4812" name="Oval 517">
              <a:extLst>
                <a:ext uri="{FF2B5EF4-FFF2-40B4-BE49-F238E27FC236}">
                  <a16:creationId xmlns:a16="http://schemas.microsoft.com/office/drawing/2014/main" id="{88281E12-8735-624E-8248-F70D1321AF5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67570" y="3736176"/>
              <a:ext cx="1252535" cy="381000"/>
            </a:xfrm>
            <a:prstGeom prst="ellipse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14813" name="Straight Connector 39941">
              <a:extLst>
                <a:ext uri="{FF2B5EF4-FFF2-40B4-BE49-F238E27FC236}">
                  <a16:creationId xmlns:a16="http://schemas.microsoft.com/office/drawing/2014/main" id="{E12CFDB0-9BFD-3D46-AD31-EBE9949486F7}"/>
                </a:ext>
              </a:extLst>
            </p:cNvPr>
            <p:cNvCxnSpPr>
              <a:cxnSpLocks noChangeShapeType="1"/>
              <a:stCxn id="214812" idx="0"/>
              <a:endCxn id="214901" idx="0"/>
            </p:cNvCxnSpPr>
            <p:nvPr/>
          </p:nvCxnSpPr>
          <p:spPr bwMode="auto">
            <a:xfrm flipV="1">
              <a:off x="1684339" y="3654419"/>
              <a:ext cx="758825" cy="2730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14" name="Straight Connector 524">
              <a:extLst>
                <a:ext uri="{FF2B5EF4-FFF2-40B4-BE49-F238E27FC236}">
                  <a16:creationId xmlns:a16="http://schemas.microsoft.com/office/drawing/2014/main" id="{5D1AD4BB-1013-6443-874F-19ABFB3A4436}"/>
                </a:ext>
              </a:extLst>
            </p:cNvPr>
            <p:cNvCxnSpPr>
              <a:cxnSpLocks noChangeShapeType="1"/>
              <a:endCxn id="214875" idx="1"/>
            </p:cNvCxnSpPr>
            <p:nvPr/>
          </p:nvCxnSpPr>
          <p:spPr bwMode="auto">
            <a:xfrm>
              <a:off x="1685925" y="4111625"/>
              <a:ext cx="466725" cy="26987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14019" name="Line 424">
            <a:extLst>
              <a:ext uri="{FF2B5EF4-FFF2-40B4-BE49-F238E27FC236}">
                <a16:creationId xmlns:a16="http://schemas.microsoft.com/office/drawing/2014/main" id="{2B25484B-E5B9-8B4F-A89B-EB4EF402D5A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86051" y="5276851"/>
            <a:ext cx="144463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F7FEFB90-5FD7-E24C-812E-7CBBD01244DB}"/>
              </a:ext>
            </a:extLst>
          </p:cNvPr>
          <p:cNvGrpSpPr>
            <a:grpSpLocks/>
          </p:cNvGrpSpPr>
          <p:nvPr/>
        </p:nvGrpSpPr>
        <p:grpSpPr bwMode="auto">
          <a:xfrm>
            <a:off x="1963739" y="3552826"/>
            <a:ext cx="8258175" cy="2900363"/>
            <a:chOff x="439215" y="3555216"/>
            <a:chExt cx="8258951" cy="2901368"/>
          </a:xfrm>
        </p:grpSpPr>
        <p:grpSp>
          <p:nvGrpSpPr>
            <p:cNvPr id="214392" name="Group 13">
              <a:extLst>
                <a:ext uri="{FF2B5EF4-FFF2-40B4-BE49-F238E27FC236}">
                  <a16:creationId xmlns:a16="http://schemas.microsoft.com/office/drawing/2014/main" id="{D6E75D41-1B85-9F4F-8342-C4C7368703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8362" y="3855145"/>
              <a:ext cx="347753" cy="680208"/>
              <a:chOff x="7923189" y="2486663"/>
              <a:chExt cx="360362" cy="884586"/>
            </a:xfrm>
          </p:grpSpPr>
          <p:pic>
            <p:nvPicPr>
              <p:cNvPr id="214709" name="Picture 3">
                <a:extLst>
                  <a:ext uri="{FF2B5EF4-FFF2-40B4-BE49-F238E27FC236}">
                    <a16:creationId xmlns:a16="http://schemas.microsoft.com/office/drawing/2014/main" id="{0ABBDDA4-BD15-9C4B-8FC4-2B9F9F3066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710" name="Group 950">
                <a:extLst>
                  <a:ext uri="{FF2B5EF4-FFF2-40B4-BE49-F238E27FC236}">
                    <a16:creationId xmlns:a16="http://schemas.microsoft.com/office/drawing/2014/main" id="{6A0046A2-FEB1-974D-915B-2A18F39DE5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711" name="Freeform 951">
                  <a:extLst>
                    <a:ext uri="{FF2B5EF4-FFF2-40B4-BE49-F238E27FC236}">
                      <a16:creationId xmlns:a16="http://schemas.microsoft.com/office/drawing/2014/main" id="{9B328CBB-2BB6-8145-81DE-D3A7B4248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712" name="Rectangle 952">
                  <a:extLst>
                    <a:ext uri="{FF2B5EF4-FFF2-40B4-BE49-F238E27FC236}">
                      <a16:creationId xmlns:a16="http://schemas.microsoft.com/office/drawing/2014/main" id="{92DC1677-B383-F141-955A-2A8DAC9BA3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713" name="Freeform 953">
                  <a:extLst>
                    <a:ext uri="{FF2B5EF4-FFF2-40B4-BE49-F238E27FC236}">
                      <a16:creationId xmlns:a16="http://schemas.microsoft.com/office/drawing/2014/main" id="{EBEDE016-0197-104E-A89A-EDC28FFDAE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714" name="Freeform 954">
                  <a:extLst>
                    <a:ext uri="{FF2B5EF4-FFF2-40B4-BE49-F238E27FC236}">
                      <a16:creationId xmlns:a16="http://schemas.microsoft.com/office/drawing/2014/main" id="{BF46FFAF-98D0-8C49-BC9E-F79B2E0923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715" name="Rectangle 955">
                  <a:extLst>
                    <a:ext uri="{FF2B5EF4-FFF2-40B4-BE49-F238E27FC236}">
                      <a16:creationId xmlns:a16="http://schemas.microsoft.com/office/drawing/2014/main" id="{E3C4876C-5477-2A4C-9525-C65E22674E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716" name="Group 956">
                  <a:extLst>
                    <a:ext uri="{FF2B5EF4-FFF2-40B4-BE49-F238E27FC236}">
                      <a16:creationId xmlns:a16="http://schemas.microsoft.com/office/drawing/2014/main" id="{736BF024-F497-1143-9A49-7D46298156B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741" name="AutoShape 957">
                    <a:extLst>
                      <a:ext uri="{FF2B5EF4-FFF2-40B4-BE49-F238E27FC236}">
                        <a16:creationId xmlns:a16="http://schemas.microsoft.com/office/drawing/2014/main" id="{38158997-913A-5A44-9578-E1E6681002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742" name="AutoShape 958">
                    <a:extLst>
                      <a:ext uri="{FF2B5EF4-FFF2-40B4-BE49-F238E27FC236}">
                        <a16:creationId xmlns:a16="http://schemas.microsoft.com/office/drawing/2014/main" id="{852351BB-D6E0-2241-927F-FCB95A2305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717" name="Rectangle 959">
                  <a:extLst>
                    <a:ext uri="{FF2B5EF4-FFF2-40B4-BE49-F238E27FC236}">
                      <a16:creationId xmlns:a16="http://schemas.microsoft.com/office/drawing/2014/main" id="{6DD686AD-ED0A-024C-A45B-202A2D8C07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718" name="Group 960">
                  <a:extLst>
                    <a:ext uri="{FF2B5EF4-FFF2-40B4-BE49-F238E27FC236}">
                      <a16:creationId xmlns:a16="http://schemas.microsoft.com/office/drawing/2014/main" id="{8D3C2F9C-9B8C-0B4C-86F3-004EB6827E4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739" name="AutoShape 961">
                    <a:extLst>
                      <a:ext uri="{FF2B5EF4-FFF2-40B4-BE49-F238E27FC236}">
                        <a16:creationId xmlns:a16="http://schemas.microsoft.com/office/drawing/2014/main" id="{EE0C8BA9-4177-F846-BD9B-FB75178B87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740" name="AutoShape 962">
                    <a:extLst>
                      <a:ext uri="{FF2B5EF4-FFF2-40B4-BE49-F238E27FC236}">
                        <a16:creationId xmlns:a16="http://schemas.microsoft.com/office/drawing/2014/main" id="{5F22E2BE-24A7-3B45-B257-B0270EB6F6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719" name="Rectangle 963">
                  <a:extLst>
                    <a:ext uri="{FF2B5EF4-FFF2-40B4-BE49-F238E27FC236}">
                      <a16:creationId xmlns:a16="http://schemas.microsoft.com/office/drawing/2014/main" id="{DF7147A1-0008-FB4E-8623-0E4E8C019E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720" name="Rectangle 964">
                  <a:extLst>
                    <a:ext uri="{FF2B5EF4-FFF2-40B4-BE49-F238E27FC236}">
                      <a16:creationId xmlns:a16="http://schemas.microsoft.com/office/drawing/2014/main" id="{6D4B47AF-B455-DD4C-A30E-7719D43887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721" name="Group 965">
                  <a:extLst>
                    <a:ext uri="{FF2B5EF4-FFF2-40B4-BE49-F238E27FC236}">
                      <a16:creationId xmlns:a16="http://schemas.microsoft.com/office/drawing/2014/main" id="{2311FA2A-1C39-E945-B4EE-191704D76A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737" name="AutoShape 966">
                    <a:extLst>
                      <a:ext uri="{FF2B5EF4-FFF2-40B4-BE49-F238E27FC236}">
                        <a16:creationId xmlns:a16="http://schemas.microsoft.com/office/drawing/2014/main" id="{5A399A5B-1E6A-F240-8060-CA7C1CB17F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738" name="AutoShape 967">
                    <a:extLst>
                      <a:ext uri="{FF2B5EF4-FFF2-40B4-BE49-F238E27FC236}">
                        <a16:creationId xmlns:a16="http://schemas.microsoft.com/office/drawing/2014/main" id="{1EEA95A7-0088-A741-8C0B-C262474291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722" name="Freeform 968">
                  <a:extLst>
                    <a:ext uri="{FF2B5EF4-FFF2-40B4-BE49-F238E27FC236}">
                      <a16:creationId xmlns:a16="http://schemas.microsoft.com/office/drawing/2014/main" id="{94909E95-EA57-9243-9340-53A47143C6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4723" name="Group 969">
                  <a:extLst>
                    <a:ext uri="{FF2B5EF4-FFF2-40B4-BE49-F238E27FC236}">
                      <a16:creationId xmlns:a16="http://schemas.microsoft.com/office/drawing/2014/main" id="{8FC64435-D784-9444-82F4-54E0F803886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735" name="AutoShape 970">
                    <a:extLst>
                      <a:ext uri="{FF2B5EF4-FFF2-40B4-BE49-F238E27FC236}">
                        <a16:creationId xmlns:a16="http://schemas.microsoft.com/office/drawing/2014/main" id="{6168983C-F315-F84B-B321-AB4E0C9248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736" name="AutoShape 971">
                    <a:extLst>
                      <a:ext uri="{FF2B5EF4-FFF2-40B4-BE49-F238E27FC236}">
                        <a16:creationId xmlns:a16="http://schemas.microsoft.com/office/drawing/2014/main" id="{58557F2B-3084-544B-8E60-51DC816279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724" name="Rectangle 972">
                  <a:extLst>
                    <a:ext uri="{FF2B5EF4-FFF2-40B4-BE49-F238E27FC236}">
                      <a16:creationId xmlns:a16="http://schemas.microsoft.com/office/drawing/2014/main" id="{4EC3205E-B4A3-1948-94E0-A96BA7DCC6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725" name="Freeform 973">
                  <a:extLst>
                    <a:ext uri="{FF2B5EF4-FFF2-40B4-BE49-F238E27FC236}">
                      <a16:creationId xmlns:a16="http://schemas.microsoft.com/office/drawing/2014/main" id="{DD6241CE-7C66-5D4F-90C7-1831AEB273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726" name="Freeform 974">
                  <a:extLst>
                    <a:ext uri="{FF2B5EF4-FFF2-40B4-BE49-F238E27FC236}">
                      <a16:creationId xmlns:a16="http://schemas.microsoft.com/office/drawing/2014/main" id="{770DF333-99BE-B344-B66A-4266D66CE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727" name="Oval 975">
                  <a:extLst>
                    <a:ext uri="{FF2B5EF4-FFF2-40B4-BE49-F238E27FC236}">
                      <a16:creationId xmlns:a16="http://schemas.microsoft.com/office/drawing/2014/main" id="{A44200DB-419E-764D-BEE0-075B1D4B41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728" name="Freeform 976">
                  <a:extLst>
                    <a:ext uri="{FF2B5EF4-FFF2-40B4-BE49-F238E27FC236}">
                      <a16:creationId xmlns:a16="http://schemas.microsoft.com/office/drawing/2014/main" id="{3CFB2D34-523B-E646-9810-175B6B45C5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729" name="AutoShape 977">
                  <a:extLst>
                    <a:ext uri="{FF2B5EF4-FFF2-40B4-BE49-F238E27FC236}">
                      <a16:creationId xmlns:a16="http://schemas.microsoft.com/office/drawing/2014/main" id="{24BF509F-86AF-1F46-BB9A-225CCAE48B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730" name="AutoShape 978">
                  <a:extLst>
                    <a:ext uri="{FF2B5EF4-FFF2-40B4-BE49-F238E27FC236}">
                      <a16:creationId xmlns:a16="http://schemas.microsoft.com/office/drawing/2014/main" id="{CD3394A3-2220-AB40-ADA1-D5A6C2B747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731" name="Oval 979">
                  <a:extLst>
                    <a:ext uri="{FF2B5EF4-FFF2-40B4-BE49-F238E27FC236}">
                      <a16:creationId xmlns:a16="http://schemas.microsoft.com/office/drawing/2014/main" id="{A207A839-3785-9A4B-82E4-4B68DD687C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732" name="Oval 980">
                  <a:extLst>
                    <a:ext uri="{FF2B5EF4-FFF2-40B4-BE49-F238E27FC236}">
                      <a16:creationId xmlns:a16="http://schemas.microsoft.com/office/drawing/2014/main" id="{3477D5DF-C97F-2E44-8F33-652CB03847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733" name="Oval 981">
                  <a:extLst>
                    <a:ext uri="{FF2B5EF4-FFF2-40B4-BE49-F238E27FC236}">
                      <a16:creationId xmlns:a16="http://schemas.microsoft.com/office/drawing/2014/main" id="{1385098B-DB51-9E47-8289-FFCCBFCF53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734" name="Rectangle 982">
                  <a:extLst>
                    <a:ext uri="{FF2B5EF4-FFF2-40B4-BE49-F238E27FC236}">
                      <a16:creationId xmlns:a16="http://schemas.microsoft.com/office/drawing/2014/main" id="{5E58EFDF-33E4-634F-9F2A-09DECC7ECA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214393" name="Group 792">
              <a:extLst>
                <a:ext uri="{FF2B5EF4-FFF2-40B4-BE49-F238E27FC236}">
                  <a16:creationId xmlns:a16="http://schemas.microsoft.com/office/drawing/2014/main" id="{926A3B9B-14F5-DF4B-B9CF-6828476340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1830" y="5776376"/>
              <a:ext cx="347753" cy="680208"/>
              <a:chOff x="7923189" y="2486663"/>
              <a:chExt cx="360362" cy="884586"/>
            </a:xfrm>
          </p:grpSpPr>
          <p:pic>
            <p:nvPicPr>
              <p:cNvPr id="214675" name="Picture 3">
                <a:extLst>
                  <a:ext uri="{FF2B5EF4-FFF2-40B4-BE49-F238E27FC236}">
                    <a16:creationId xmlns:a16="http://schemas.microsoft.com/office/drawing/2014/main" id="{979B0A7C-DE39-D947-9576-4DFBCDC89F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676" name="Group 950">
                <a:extLst>
                  <a:ext uri="{FF2B5EF4-FFF2-40B4-BE49-F238E27FC236}">
                    <a16:creationId xmlns:a16="http://schemas.microsoft.com/office/drawing/2014/main" id="{19196D4B-1968-5241-9218-479B8AF8E3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677" name="Freeform 951">
                  <a:extLst>
                    <a:ext uri="{FF2B5EF4-FFF2-40B4-BE49-F238E27FC236}">
                      <a16:creationId xmlns:a16="http://schemas.microsoft.com/office/drawing/2014/main" id="{D371F7B0-F123-F143-88AD-A84BE0893C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78" name="Rectangle 952">
                  <a:extLst>
                    <a:ext uri="{FF2B5EF4-FFF2-40B4-BE49-F238E27FC236}">
                      <a16:creationId xmlns:a16="http://schemas.microsoft.com/office/drawing/2014/main" id="{30A2E212-908E-B64B-9525-1696969D3E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79" name="Freeform 953">
                  <a:extLst>
                    <a:ext uri="{FF2B5EF4-FFF2-40B4-BE49-F238E27FC236}">
                      <a16:creationId xmlns:a16="http://schemas.microsoft.com/office/drawing/2014/main" id="{DE11C700-6D18-AB4C-B633-7E30144313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80" name="Freeform 954">
                  <a:extLst>
                    <a:ext uri="{FF2B5EF4-FFF2-40B4-BE49-F238E27FC236}">
                      <a16:creationId xmlns:a16="http://schemas.microsoft.com/office/drawing/2014/main" id="{9641FE6E-490A-DD48-8B97-79520FB89A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81" name="Rectangle 955">
                  <a:extLst>
                    <a:ext uri="{FF2B5EF4-FFF2-40B4-BE49-F238E27FC236}">
                      <a16:creationId xmlns:a16="http://schemas.microsoft.com/office/drawing/2014/main" id="{0F34B7FB-89B8-DA4A-B327-7AAC17077F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682" name="Group 956">
                  <a:extLst>
                    <a:ext uri="{FF2B5EF4-FFF2-40B4-BE49-F238E27FC236}">
                      <a16:creationId xmlns:a16="http://schemas.microsoft.com/office/drawing/2014/main" id="{B159A6CC-4EDA-8049-8C31-CC635ABD7E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707" name="AutoShape 957">
                    <a:extLst>
                      <a:ext uri="{FF2B5EF4-FFF2-40B4-BE49-F238E27FC236}">
                        <a16:creationId xmlns:a16="http://schemas.microsoft.com/office/drawing/2014/main" id="{090859D4-F350-CF48-BE6F-A6299D13F6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708" name="AutoShape 958">
                    <a:extLst>
                      <a:ext uri="{FF2B5EF4-FFF2-40B4-BE49-F238E27FC236}">
                        <a16:creationId xmlns:a16="http://schemas.microsoft.com/office/drawing/2014/main" id="{49E00FBE-71A6-7B4F-9116-FDFACD069E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683" name="Rectangle 959">
                  <a:extLst>
                    <a:ext uri="{FF2B5EF4-FFF2-40B4-BE49-F238E27FC236}">
                      <a16:creationId xmlns:a16="http://schemas.microsoft.com/office/drawing/2014/main" id="{D3E1E37C-9CF3-6748-8191-0C53DE5B96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684" name="Group 960">
                  <a:extLst>
                    <a:ext uri="{FF2B5EF4-FFF2-40B4-BE49-F238E27FC236}">
                      <a16:creationId xmlns:a16="http://schemas.microsoft.com/office/drawing/2014/main" id="{010F6866-70FC-F24E-8F0C-7315B668B41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705" name="AutoShape 961">
                    <a:extLst>
                      <a:ext uri="{FF2B5EF4-FFF2-40B4-BE49-F238E27FC236}">
                        <a16:creationId xmlns:a16="http://schemas.microsoft.com/office/drawing/2014/main" id="{7A7CD6E0-C089-344F-96C6-70A4784955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706" name="AutoShape 962">
                    <a:extLst>
                      <a:ext uri="{FF2B5EF4-FFF2-40B4-BE49-F238E27FC236}">
                        <a16:creationId xmlns:a16="http://schemas.microsoft.com/office/drawing/2014/main" id="{817CE29B-F1A3-444F-83BE-6A2D3C0B90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685" name="Rectangle 963">
                  <a:extLst>
                    <a:ext uri="{FF2B5EF4-FFF2-40B4-BE49-F238E27FC236}">
                      <a16:creationId xmlns:a16="http://schemas.microsoft.com/office/drawing/2014/main" id="{88A44607-9DED-E54B-88A2-9F54FEDCDE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86" name="Rectangle 964">
                  <a:extLst>
                    <a:ext uri="{FF2B5EF4-FFF2-40B4-BE49-F238E27FC236}">
                      <a16:creationId xmlns:a16="http://schemas.microsoft.com/office/drawing/2014/main" id="{729B399D-C807-0341-A7C5-E3E14751CC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687" name="Group 965">
                  <a:extLst>
                    <a:ext uri="{FF2B5EF4-FFF2-40B4-BE49-F238E27FC236}">
                      <a16:creationId xmlns:a16="http://schemas.microsoft.com/office/drawing/2014/main" id="{BD113617-F60C-3A41-801E-303D357BB6A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703" name="AutoShape 966">
                    <a:extLst>
                      <a:ext uri="{FF2B5EF4-FFF2-40B4-BE49-F238E27FC236}">
                        <a16:creationId xmlns:a16="http://schemas.microsoft.com/office/drawing/2014/main" id="{BAE41A55-BA5A-8342-BD0B-434F69668C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704" name="AutoShape 967">
                    <a:extLst>
                      <a:ext uri="{FF2B5EF4-FFF2-40B4-BE49-F238E27FC236}">
                        <a16:creationId xmlns:a16="http://schemas.microsoft.com/office/drawing/2014/main" id="{1F5F0C50-52E8-5947-85C3-6648F738F4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688" name="Freeform 968">
                  <a:extLst>
                    <a:ext uri="{FF2B5EF4-FFF2-40B4-BE49-F238E27FC236}">
                      <a16:creationId xmlns:a16="http://schemas.microsoft.com/office/drawing/2014/main" id="{8FF59AF4-37EB-5540-BE7B-6A7D536814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4689" name="Group 969">
                  <a:extLst>
                    <a:ext uri="{FF2B5EF4-FFF2-40B4-BE49-F238E27FC236}">
                      <a16:creationId xmlns:a16="http://schemas.microsoft.com/office/drawing/2014/main" id="{A9259129-4087-1B49-898F-FCE5F446F9E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701" name="AutoShape 970">
                    <a:extLst>
                      <a:ext uri="{FF2B5EF4-FFF2-40B4-BE49-F238E27FC236}">
                        <a16:creationId xmlns:a16="http://schemas.microsoft.com/office/drawing/2014/main" id="{5DA556D7-AB86-0B41-81D9-B0AB9C150B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702" name="AutoShape 971">
                    <a:extLst>
                      <a:ext uri="{FF2B5EF4-FFF2-40B4-BE49-F238E27FC236}">
                        <a16:creationId xmlns:a16="http://schemas.microsoft.com/office/drawing/2014/main" id="{C302BDF7-EF8B-6545-9E9B-0510998B70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690" name="Rectangle 972">
                  <a:extLst>
                    <a:ext uri="{FF2B5EF4-FFF2-40B4-BE49-F238E27FC236}">
                      <a16:creationId xmlns:a16="http://schemas.microsoft.com/office/drawing/2014/main" id="{05A2BBAC-DBC3-0540-B67B-E6D36E0765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91" name="Freeform 973">
                  <a:extLst>
                    <a:ext uri="{FF2B5EF4-FFF2-40B4-BE49-F238E27FC236}">
                      <a16:creationId xmlns:a16="http://schemas.microsoft.com/office/drawing/2014/main" id="{C5B62019-7512-6747-A5DC-2D5B489829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92" name="Freeform 974">
                  <a:extLst>
                    <a:ext uri="{FF2B5EF4-FFF2-40B4-BE49-F238E27FC236}">
                      <a16:creationId xmlns:a16="http://schemas.microsoft.com/office/drawing/2014/main" id="{A384C021-1EEE-B94D-91AB-1B1609889A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93" name="Oval 975">
                  <a:extLst>
                    <a:ext uri="{FF2B5EF4-FFF2-40B4-BE49-F238E27FC236}">
                      <a16:creationId xmlns:a16="http://schemas.microsoft.com/office/drawing/2014/main" id="{E8BCEDB2-534C-4341-B87C-998080F7C4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94" name="Freeform 976">
                  <a:extLst>
                    <a:ext uri="{FF2B5EF4-FFF2-40B4-BE49-F238E27FC236}">
                      <a16:creationId xmlns:a16="http://schemas.microsoft.com/office/drawing/2014/main" id="{F02E3EB5-8B82-0C47-ACA7-4D78BCEB38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95" name="AutoShape 977">
                  <a:extLst>
                    <a:ext uri="{FF2B5EF4-FFF2-40B4-BE49-F238E27FC236}">
                      <a16:creationId xmlns:a16="http://schemas.microsoft.com/office/drawing/2014/main" id="{ADB9F608-D0D7-764C-A0A9-D25E13D130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96" name="AutoShape 978">
                  <a:extLst>
                    <a:ext uri="{FF2B5EF4-FFF2-40B4-BE49-F238E27FC236}">
                      <a16:creationId xmlns:a16="http://schemas.microsoft.com/office/drawing/2014/main" id="{AC1603E3-6EBE-1B47-BCA9-3D9E4102C0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97" name="Oval 979">
                  <a:extLst>
                    <a:ext uri="{FF2B5EF4-FFF2-40B4-BE49-F238E27FC236}">
                      <a16:creationId xmlns:a16="http://schemas.microsoft.com/office/drawing/2014/main" id="{215E005D-AA36-0B43-9031-B7E0A8542E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98" name="Oval 980">
                  <a:extLst>
                    <a:ext uri="{FF2B5EF4-FFF2-40B4-BE49-F238E27FC236}">
                      <a16:creationId xmlns:a16="http://schemas.microsoft.com/office/drawing/2014/main" id="{D270FA32-89BA-024F-87B9-706A833207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99" name="Oval 981">
                  <a:extLst>
                    <a:ext uri="{FF2B5EF4-FFF2-40B4-BE49-F238E27FC236}">
                      <a16:creationId xmlns:a16="http://schemas.microsoft.com/office/drawing/2014/main" id="{A8517F36-A9CF-3842-90F7-E2D2AC4C5F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700" name="Rectangle 982">
                  <a:extLst>
                    <a:ext uri="{FF2B5EF4-FFF2-40B4-BE49-F238E27FC236}">
                      <a16:creationId xmlns:a16="http://schemas.microsoft.com/office/drawing/2014/main" id="{DABC9A6E-EC5D-6949-8ADD-1DA3848AC2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214394" name="Group 827">
              <a:extLst>
                <a:ext uri="{FF2B5EF4-FFF2-40B4-BE49-F238E27FC236}">
                  <a16:creationId xmlns:a16="http://schemas.microsoft.com/office/drawing/2014/main" id="{72CF6EFD-7682-6849-95A1-C9A3214C43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7291" y="3555216"/>
              <a:ext cx="347753" cy="680208"/>
              <a:chOff x="7923189" y="2486663"/>
              <a:chExt cx="360362" cy="884586"/>
            </a:xfrm>
          </p:grpSpPr>
          <p:pic>
            <p:nvPicPr>
              <p:cNvPr id="214641" name="Picture 3">
                <a:extLst>
                  <a:ext uri="{FF2B5EF4-FFF2-40B4-BE49-F238E27FC236}">
                    <a16:creationId xmlns:a16="http://schemas.microsoft.com/office/drawing/2014/main" id="{65DB9939-26FE-734F-94B7-01B67A78B4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642" name="Group 950">
                <a:extLst>
                  <a:ext uri="{FF2B5EF4-FFF2-40B4-BE49-F238E27FC236}">
                    <a16:creationId xmlns:a16="http://schemas.microsoft.com/office/drawing/2014/main" id="{622F892C-9E0E-E746-8CF2-1A7A50B0FA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643" name="Freeform 951">
                  <a:extLst>
                    <a:ext uri="{FF2B5EF4-FFF2-40B4-BE49-F238E27FC236}">
                      <a16:creationId xmlns:a16="http://schemas.microsoft.com/office/drawing/2014/main" id="{AEF39194-5683-9A4C-92DF-F70754164D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44" name="Rectangle 952">
                  <a:extLst>
                    <a:ext uri="{FF2B5EF4-FFF2-40B4-BE49-F238E27FC236}">
                      <a16:creationId xmlns:a16="http://schemas.microsoft.com/office/drawing/2014/main" id="{F6730D3F-7252-CC4E-A624-6EF695F924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45" name="Freeform 953">
                  <a:extLst>
                    <a:ext uri="{FF2B5EF4-FFF2-40B4-BE49-F238E27FC236}">
                      <a16:creationId xmlns:a16="http://schemas.microsoft.com/office/drawing/2014/main" id="{9895C452-A1FC-934B-8E7F-D12C76E28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46" name="Freeform 954">
                  <a:extLst>
                    <a:ext uri="{FF2B5EF4-FFF2-40B4-BE49-F238E27FC236}">
                      <a16:creationId xmlns:a16="http://schemas.microsoft.com/office/drawing/2014/main" id="{5BB8C1BD-91AC-B843-9CC7-3CBC3CE098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47" name="Rectangle 955">
                  <a:extLst>
                    <a:ext uri="{FF2B5EF4-FFF2-40B4-BE49-F238E27FC236}">
                      <a16:creationId xmlns:a16="http://schemas.microsoft.com/office/drawing/2014/main" id="{4CFC6D39-4B55-EC4F-85FD-75570C67DA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648" name="Group 956">
                  <a:extLst>
                    <a:ext uri="{FF2B5EF4-FFF2-40B4-BE49-F238E27FC236}">
                      <a16:creationId xmlns:a16="http://schemas.microsoft.com/office/drawing/2014/main" id="{B75FFD62-95EF-574D-851D-1815FBE0CA7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673" name="AutoShape 957">
                    <a:extLst>
                      <a:ext uri="{FF2B5EF4-FFF2-40B4-BE49-F238E27FC236}">
                        <a16:creationId xmlns:a16="http://schemas.microsoft.com/office/drawing/2014/main" id="{92FB7A1E-97B4-6043-A910-91543DA517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674" name="AutoShape 958">
                    <a:extLst>
                      <a:ext uri="{FF2B5EF4-FFF2-40B4-BE49-F238E27FC236}">
                        <a16:creationId xmlns:a16="http://schemas.microsoft.com/office/drawing/2014/main" id="{F9C5792F-3580-9242-9974-D32AF49705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649" name="Rectangle 959">
                  <a:extLst>
                    <a:ext uri="{FF2B5EF4-FFF2-40B4-BE49-F238E27FC236}">
                      <a16:creationId xmlns:a16="http://schemas.microsoft.com/office/drawing/2014/main" id="{525BE3F0-AE67-2F47-AF98-D4D2F4F229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650" name="Group 960">
                  <a:extLst>
                    <a:ext uri="{FF2B5EF4-FFF2-40B4-BE49-F238E27FC236}">
                      <a16:creationId xmlns:a16="http://schemas.microsoft.com/office/drawing/2014/main" id="{A601DAB1-CFC0-8F44-A04A-660F5852789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671" name="AutoShape 961">
                    <a:extLst>
                      <a:ext uri="{FF2B5EF4-FFF2-40B4-BE49-F238E27FC236}">
                        <a16:creationId xmlns:a16="http://schemas.microsoft.com/office/drawing/2014/main" id="{ACB609BF-56D2-D44C-83B2-091CA1852F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672" name="AutoShape 962">
                    <a:extLst>
                      <a:ext uri="{FF2B5EF4-FFF2-40B4-BE49-F238E27FC236}">
                        <a16:creationId xmlns:a16="http://schemas.microsoft.com/office/drawing/2014/main" id="{C9042905-4565-AE40-ACC1-58B4260FAB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651" name="Rectangle 963">
                  <a:extLst>
                    <a:ext uri="{FF2B5EF4-FFF2-40B4-BE49-F238E27FC236}">
                      <a16:creationId xmlns:a16="http://schemas.microsoft.com/office/drawing/2014/main" id="{C61ED269-47DF-C142-A4D0-B3708111F9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52" name="Rectangle 964">
                  <a:extLst>
                    <a:ext uri="{FF2B5EF4-FFF2-40B4-BE49-F238E27FC236}">
                      <a16:creationId xmlns:a16="http://schemas.microsoft.com/office/drawing/2014/main" id="{00F886D3-9EAE-864A-9F1C-51B52CBFAE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653" name="Group 965">
                  <a:extLst>
                    <a:ext uri="{FF2B5EF4-FFF2-40B4-BE49-F238E27FC236}">
                      <a16:creationId xmlns:a16="http://schemas.microsoft.com/office/drawing/2014/main" id="{60624946-4E10-3F40-87A7-BF8C55B631A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669" name="AutoShape 966">
                    <a:extLst>
                      <a:ext uri="{FF2B5EF4-FFF2-40B4-BE49-F238E27FC236}">
                        <a16:creationId xmlns:a16="http://schemas.microsoft.com/office/drawing/2014/main" id="{62D17F4D-631D-D942-95B8-2560C6AC81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670" name="AutoShape 967">
                    <a:extLst>
                      <a:ext uri="{FF2B5EF4-FFF2-40B4-BE49-F238E27FC236}">
                        <a16:creationId xmlns:a16="http://schemas.microsoft.com/office/drawing/2014/main" id="{F2543B3C-2B22-FA4F-A5D0-05AA9B0FE2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654" name="Freeform 968">
                  <a:extLst>
                    <a:ext uri="{FF2B5EF4-FFF2-40B4-BE49-F238E27FC236}">
                      <a16:creationId xmlns:a16="http://schemas.microsoft.com/office/drawing/2014/main" id="{192CDFC2-2C19-6B40-B992-3F09409473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4655" name="Group 969">
                  <a:extLst>
                    <a:ext uri="{FF2B5EF4-FFF2-40B4-BE49-F238E27FC236}">
                      <a16:creationId xmlns:a16="http://schemas.microsoft.com/office/drawing/2014/main" id="{E6839DC6-DA7E-C74C-91FB-F78225282CF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667" name="AutoShape 970">
                    <a:extLst>
                      <a:ext uri="{FF2B5EF4-FFF2-40B4-BE49-F238E27FC236}">
                        <a16:creationId xmlns:a16="http://schemas.microsoft.com/office/drawing/2014/main" id="{18B6F276-8471-1341-A696-B9F6C89AC0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668" name="AutoShape 971">
                    <a:extLst>
                      <a:ext uri="{FF2B5EF4-FFF2-40B4-BE49-F238E27FC236}">
                        <a16:creationId xmlns:a16="http://schemas.microsoft.com/office/drawing/2014/main" id="{68C51799-1F18-864A-91D1-6F08B18C64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656" name="Rectangle 972">
                  <a:extLst>
                    <a:ext uri="{FF2B5EF4-FFF2-40B4-BE49-F238E27FC236}">
                      <a16:creationId xmlns:a16="http://schemas.microsoft.com/office/drawing/2014/main" id="{4B51390B-A5E5-CB43-8C86-C10F2E7B98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57" name="Freeform 973">
                  <a:extLst>
                    <a:ext uri="{FF2B5EF4-FFF2-40B4-BE49-F238E27FC236}">
                      <a16:creationId xmlns:a16="http://schemas.microsoft.com/office/drawing/2014/main" id="{B52E3253-195E-E14B-A502-625444CE1D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58" name="Freeform 974">
                  <a:extLst>
                    <a:ext uri="{FF2B5EF4-FFF2-40B4-BE49-F238E27FC236}">
                      <a16:creationId xmlns:a16="http://schemas.microsoft.com/office/drawing/2014/main" id="{E7672640-8959-8042-B9BC-0EC53E5938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59" name="Oval 975">
                  <a:extLst>
                    <a:ext uri="{FF2B5EF4-FFF2-40B4-BE49-F238E27FC236}">
                      <a16:creationId xmlns:a16="http://schemas.microsoft.com/office/drawing/2014/main" id="{EC9D3853-3A05-7A41-97AC-7C8D004AB9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60" name="Freeform 976">
                  <a:extLst>
                    <a:ext uri="{FF2B5EF4-FFF2-40B4-BE49-F238E27FC236}">
                      <a16:creationId xmlns:a16="http://schemas.microsoft.com/office/drawing/2014/main" id="{06EA8E85-732B-014C-8B0A-5EE3252412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61" name="AutoShape 977">
                  <a:extLst>
                    <a:ext uri="{FF2B5EF4-FFF2-40B4-BE49-F238E27FC236}">
                      <a16:creationId xmlns:a16="http://schemas.microsoft.com/office/drawing/2014/main" id="{99429D52-F182-BE4E-B823-05082C04FE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62" name="AutoShape 978">
                  <a:extLst>
                    <a:ext uri="{FF2B5EF4-FFF2-40B4-BE49-F238E27FC236}">
                      <a16:creationId xmlns:a16="http://schemas.microsoft.com/office/drawing/2014/main" id="{88FC1120-3C79-7041-8DE1-0FB8725D9C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63" name="Oval 979">
                  <a:extLst>
                    <a:ext uri="{FF2B5EF4-FFF2-40B4-BE49-F238E27FC236}">
                      <a16:creationId xmlns:a16="http://schemas.microsoft.com/office/drawing/2014/main" id="{8D7B5084-A180-D940-A1CF-D723A96179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64" name="Oval 980">
                  <a:extLst>
                    <a:ext uri="{FF2B5EF4-FFF2-40B4-BE49-F238E27FC236}">
                      <a16:creationId xmlns:a16="http://schemas.microsoft.com/office/drawing/2014/main" id="{8E92A1A9-5B46-C649-A91E-E03468D119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65" name="Oval 981">
                  <a:extLst>
                    <a:ext uri="{FF2B5EF4-FFF2-40B4-BE49-F238E27FC236}">
                      <a16:creationId xmlns:a16="http://schemas.microsoft.com/office/drawing/2014/main" id="{6F81CDE4-91FE-9B45-8744-F10E6BD1A0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66" name="Rectangle 982">
                  <a:extLst>
                    <a:ext uri="{FF2B5EF4-FFF2-40B4-BE49-F238E27FC236}">
                      <a16:creationId xmlns:a16="http://schemas.microsoft.com/office/drawing/2014/main" id="{95B0618A-7119-4A46-8692-519AC29469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214395" name="Group 862">
              <a:extLst>
                <a:ext uri="{FF2B5EF4-FFF2-40B4-BE49-F238E27FC236}">
                  <a16:creationId xmlns:a16="http://schemas.microsoft.com/office/drawing/2014/main" id="{507FD766-D064-0542-B330-E6FC31AF98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4012" y="5612511"/>
              <a:ext cx="347767" cy="680207"/>
              <a:chOff x="7923189" y="2486664"/>
              <a:chExt cx="360377" cy="884585"/>
            </a:xfrm>
          </p:grpSpPr>
          <p:pic>
            <p:nvPicPr>
              <p:cNvPr id="214607" name="Picture 3">
                <a:extLst>
                  <a:ext uri="{FF2B5EF4-FFF2-40B4-BE49-F238E27FC236}">
                    <a16:creationId xmlns:a16="http://schemas.microsoft.com/office/drawing/2014/main" id="{563CF114-564D-5647-B20D-BA0AE252B2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98" y="2486664"/>
                <a:ext cx="239568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608" name="Group 950">
                <a:extLst>
                  <a:ext uri="{FF2B5EF4-FFF2-40B4-BE49-F238E27FC236}">
                    <a16:creationId xmlns:a16="http://schemas.microsoft.com/office/drawing/2014/main" id="{B58665F8-F067-9745-BBC5-907E7293FC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609" name="Freeform 951">
                  <a:extLst>
                    <a:ext uri="{FF2B5EF4-FFF2-40B4-BE49-F238E27FC236}">
                      <a16:creationId xmlns:a16="http://schemas.microsoft.com/office/drawing/2014/main" id="{0C47CAA2-49AC-4249-8690-07C160A2C9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10" name="Rectangle 952">
                  <a:extLst>
                    <a:ext uri="{FF2B5EF4-FFF2-40B4-BE49-F238E27FC236}">
                      <a16:creationId xmlns:a16="http://schemas.microsoft.com/office/drawing/2014/main" id="{59CD709A-8D3F-CE49-B1FF-F1C01B4D44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11" name="Freeform 953">
                  <a:extLst>
                    <a:ext uri="{FF2B5EF4-FFF2-40B4-BE49-F238E27FC236}">
                      <a16:creationId xmlns:a16="http://schemas.microsoft.com/office/drawing/2014/main" id="{71CCBE77-2578-E248-B6C3-314F3EDDC7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12" name="Freeform 954">
                  <a:extLst>
                    <a:ext uri="{FF2B5EF4-FFF2-40B4-BE49-F238E27FC236}">
                      <a16:creationId xmlns:a16="http://schemas.microsoft.com/office/drawing/2014/main" id="{781D5A2B-495C-A84A-8C77-F5FC891348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13" name="Rectangle 955">
                  <a:extLst>
                    <a:ext uri="{FF2B5EF4-FFF2-40B4-BE49-F238E27FC236}">
                      <a16:creationId xmlns:a16="http://schemas.microsoft.com/office/drawing/2014/main" id="{2DFE5F82-32A0-334A-9DEC-94E388EAB4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614" name="Group 956">
                  <a:extLst>
                    <a:ext uri="{FF2B5EF4-FFF2-40B4-BE49-F238E27FC236}">
                      <a16:creationId xmlns:a16="http://schemas.microsoft.com/office/drawing/2014/main" id="{E89932DB-179E-6241-A8B9-C2400A798C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639" name="AutoShape 957">
                    <a:extLst>
                      <a:ext uri="{FF2B5EF4-FFF2-40B4-BE49-F238E27FC236}">
                        <a16:creationId xmlns:a16="http://schemas.microsoft.com/office/drawing/2014/main" id="{1D393EA7-13DC-014C-9A72-EA4893ADCA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640" name="AutoShape 958">
                    <a:extLst>
                      <a:ext uri="{FF2B5EF4-FFF2-40B4-BE49-F238E27FC236}">
                        <a16:creationId xmlns:a16="http://schemas.microsoft.com/office/drawing/2014/main" id="{E2421AEE-CB31-3341-9E23-45BB51C716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615" name="Rectangle 959">
                  <a:extLst>
                    <a:ext uri="{FF2B5EF4-FFF2-40B4-BE49-F238E27FC236}">
                      <a16:creationId xmlns:a16="http://schemas.microsoft.com/office/drawing/2014/main" id="{AEDFD6AB-D574-334D-9457-2AFEBF4CAB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616" name="Group 960">
                  <a:extLst>
                    <a:ext uri="{FF2B5EF4-FFF2-40B4-BE49-F238E27FC236}">
                      <a16:creationId xmlns:a16="http://schemas.microsoft.com/office/drawing/2014/main" id="{636B9FE2-64DB-B948-8813-09763826DE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637" name="AutoShape 961">
                    <a:extLst>
                      <a:ext uri="{FF2B5EF4-FFF2-40B4-BE49-F238E27FC236}">
                        <a16:creationId xmlns:a16="http://schemas.microsoft.com/office/drawing/2014/main" id="{B2B805DE-80C8-B140-804C-4685B428D1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638" name="AutoShape 962">
                    <a:extLst>
                      <a:ext uri="{FF2B5EF4-FFF2-40B4-BE49-F238E27FC236}">
                        <a16:creationId xmlns:a16="http://schemas.microsoft.com/office/drawing/2014/main" id="{19F8F38A-C09D-1A4B-BC66-03901EAC3B6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617" name="Rectangle 963">
                  <a:extLst>
                    <a:ext uri="{FF2B5EF4-FFF2-40B4-BE49-F238E27FC236}">
                      <a16:creationId xmlns:a16="http://schemas.microsoft.com/office/drawing/2014/main" id="{96542B13-9744-9B4D-B110-DB37C9B297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18" name="Rectangle 964">
                  <a:extLst>
                    <a:ext uri="{FF2B5EF4-FFF2-40B4-BE49-F238E27FC236}">
                      <a16:creationId xmlns:a16="http://schemas.microsoft.com/office/drawing/2014/main" id="{4A0F0D86-DABE-014B-B93A-0622A4E941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619" name="Group 965">
                  <a:extLst>
                    <a:ext uri="{FF2B5EF4-FFF2-40B4-BE49-F238E27FC236}">
                      <a16:creationId xmlns:a16="http://schemas.microsoft.com/office/drawing/2014/main" id="{EB5DD951-DE2E-1C4B-AF54-08C63A86F24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635" name="AutoShape 966">
                    <a:extLst>
                      <a:ext uri="{FF2B5EF4-FFF2-40B4-BE49-F238E27FC236}">
                        <a16:creationId xmlns:a16="http://schemas.microsoft.com/office/drawing/2014/main" id="{1295AECE-1044-A046-8C03-48CB66B33A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636" name="AutoShape 967">
                    <a:extLst>
                      <a:ext uri="{FF2B5EF4-FFF2-40B4-BE49-F238E27FC236}">
                        <a16:creationId xmlns:a16="http://schemas.microsoft.com/office/drawing/2014/main" id="{D86A711D-EFD1-4C45-B531-C0F0805252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620" name="Freeform 968">
                  <a:extLst>
                    <a:ext uri="{FF2B5EF4-FFF2-40B4-BE49-F238E27FC236}">
                      <a16:creationId xmlns:a16="http://schemas.microsoft.com/office/drawing/2014/main" id="{71D47CC6-B1B1-7948-8C4D-CE79946606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4621" name="Group 969">
                  <a:extLst>
                    <a:ext uri="{FF2B5EF4-FFF2-40B4-BE49-F238E27FC236}">
                      <a16:creationId xmlns:a16="http://schemas.microsoft.com/office/drawing/2014/main" id="{6E2EABD1-32B0-E648-80D1-730CD44DE3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633" name="AutoShape 970">
                    <a:extLst>
                      <a:ext uri="{FF2B5EF4-FFF2-40B4-BE49-F238E27FC236}">
                        <a16:creationId xmlns:a16="http://schemas.microsoft.com/office/drawing/2014/main" id="{5360B30E-6D2B-6B43-856D-F332717BF6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634" name="AutoShape 971">
                    <a:extLst>
                      <a:ext uri="{FF2B5EF4-FFF2-40B4-BE49-F238E27FC236}">
                        <a16:creationId xmlns:a16="http://schemas.microsoft.com/office/drawing/2014/main" id="{5B6F0033-8A83-1940-B9FF-DE68ABEF6C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622" name="Rectangle 972">
                  <a:extLst>
                    <a:ext uri="{FF2B5EF4-FFF2-40B4-BE49-F238E27FC236}">
                      <a16:creationId xmlns:a16="http://schemas.microsoft.com/office/drawing/2014/main" id="{1AAA15BA-519D-604A-A063-111934D53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23" name="Freeform 973">
                  <a:extLst>
                    <a:ext uri="{FF2B5EF4-FFF2-40B4-BE49-F238E27FC236}">
                      <a16:creationId xmlns:a16="http://schemas.microsoft.com/office/drawing/2014/main" id="{D7268FE4-3633-7E4F-A9DE-1A099614C8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24" name="Freeform 974">
                  <a:extLst>
                    <a:ext uri="{FF2B5EF4-FFF2-40B4-BE49-F238E27FC236}">
                      <a16:creationId xmlns:a16="http://schemas.microsoft.com/office/drawing/2014/main" id="{2240B9F2-DF1E-134D-A1CB-9B966296B3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25" name="Oval 975">
                  <a:extLst>
                    <a:ext uri="{FF2B5EF4-FFF2-40B4-BE49-F238E27FC236}">
                      <a16:creationId xmlns:a16="http://schemas.microsoft.com/office/drawing/2014/main" id="{9202F8D2-9D0C-434C-B909-5AC189F363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26" name="Freeform 976">
                  <a:extLst>
                    <a:ext uri="{FF2B5EF4-FFF2-40B4-BE49-F238E27FC236}">
                      <a16:creationId xmlns:a16="http://schemas.microsoft.com/office/drawing/2014/main" id="{EB09ED96-E768-3444-9C5E-6BC4D1210C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627" name="AutoShape 977">
                  <a:extLst>
                    <a:ext uri="{FF2B5EF4-FFF2-40B4-BE49-F238E27FC236}">
                      <a16:creationId xmlns:a16="http://schemas.microsoft.com/office/drawing/2014/main" id="{E493530B-AA1E-CA40-8FA9-8708AB0CEA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28" name="AutoShape 978">
                  <a:extLst>
                    <a:ext uri="{FF2B5EF4-FFF2-40B4-BE49-F238E27FC236}">
                      <a16:creationId xmlns:a16="http://schemas.microsoft.com/office/drawing/2014/main" id="{29957C38-CF9D-BA4A-8483-4E9F151B0E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29" name="Oval 979">
                  <a:extLst>
                    <a:ext uri="{FF2B5EF4-FFF2-40B4-BE49-F238E27FC236}">
                      <a16:creationId xmlns:a16="http://schemas.microsoft.com/office/drawing/2014/main" id="{34B9D8B5-03B1-6541-AB6C-0AB8440886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30" name="Oval 980">
                  <a:extLst>
                    <a:ext uri="{FF2B5EF4-FFF2-40B4-BE49-F238E27FC236}">
                      <a16:creationId xmlns:a16="http://schemas.microsoft.com/office/drawing/2014/main" id="{A33CE19C-067B-9646-B667-FD1D5A32F2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31" name="Oval 981">
                  <a:extLst>
                    <a:ext uri="{FF2B5EF4-FFF2-40B4-BE49-F238E27FC236}">
                      <a16:creationId xmlns:a16="http://schemas.microsoft.com/office/drawing/2014/main" id="{18AD08A0-EBDE-0D49-A805-5EFA0E8516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632" name="Rectangle 982">
                  <a:extLst>
                    <a:ext uri="{FF2B5EF4-FFF2-40B4-BE49-F238E27FC236}">
                      <a16:creationId xmlns:a16="http://schemas.microsoft.com/office/drawing/2014/main" id="{7BFD1C2B-DDA4-C640-A3FC-9EA3B37D38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214396" name="Group 897">
              <a:extLst>
                <a:ext uri="{FF2B5EF4-FFF2-40B4-BE49-F238E27FC236}">
                  <a16:creationId xmlns:a16="http://schemas.microsoft.com/office/drawing/2014/main" id="{CD60E856-AD2F-574C-B841-E53BF7BEB3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68038" y="3829780"/>
              <a:ext cx="347753" cy="680208"/>
              <a:chOff x="7923189" y="2486663"/>
              <a:chExt cx="360362" cy="884586"/>
            </a:xfrm>
          </p:grpSpPr>
          <p:pic>
            <p:nvPicPr>
              <p:cNvPr id="214573" name="Picture 3">
                <a:extLst>
                  <a:ext uri="{FF2B5EF4-FFF2-40B4-BE49-F238E27FC236}">
                    <a16:creationId xmlns:a16="http://schemas.microsoft.com/office/drawing/2014/main" id="{7C224992-1229-9E43-998F-00844EECB7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574" name="Group 950">
                <a:extLst>
                  <a:ext uri="{FF2B5EF4-FFF2-40B4-BE49-F238E27FC236}">
                    <a16:creationId xmlns:a16="http://schemas.microsoft.com/office/drawing/2014/main" id="{6F93D902-DF1A-4F4F-B6ED-D18240151B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575" name="Freeform 951">
                  <a:extLst>
                    <a:ext uri="{FF2B5EF4-FFF2-40B4-BE49-F238E27FC236}">
                      <a16:creationId xmlns:a16="http://schemas.microsoft.com/office/drawing/2014/main" id="{B0E86564-CD6D-3944-B48B-F5CAEDE67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576" name="Rectangle 952">
                  <a:extLst>
                    <a:ext uri="{FF2B5EF4-FFF2-40B4-BE49-F238E27FC236}">
                      <a16:creationId xmlns:a16="http://schemas.microsoft.com/office/drawing/2014/main" id="{A167CAD0-6A8A-7941-B1F7-E0A74EFB0A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77" name="Freeform 953">
                  <a:extLst>
                    <a:ext uri="{FF2B5EF4-FFF2-40B4-BE49-F238E27FC236}">
                      <a16:creationId xmlns:a16="http://schemas.microsoft.com/office/drawing/2014/main" id="{4726D2FD-E8A0-CC4B-A1D8-D89F5A3687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578" name="Freeform 954">
                  <a:extLst>
                    <a:ext uri="{FF2B5EF4-FFF2-40B4-BE49-F238E27FC236}">
                      <a16:creationId xmlns:a16="http://schemas.microsoft.com/office/drawing/2014/main" id="{4F20BF5E-E61A-4A48-BDA8-491822E5B2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579" name="Rectangle 955">
                  <a:extLst>
                    <a:ext uri="{FF2B5EF4-FFF2-40B4-BE49-F238E27FC236}">
                      <a16:creationId xmlns:a16="http://schemas.microsoft.com/office/drawing/2014/main" id="{FD7DC307-1108-F84E-8252-F7C39E957D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580" name="Group 956">
                  <a:extLst>
                    <a:ext uri="{FF2B5EF4-FFF2-40B4-BE49-F238E27FC236}">
                      <a16:creationId xmlns:a16="http://schemas.microsoft.com/office/drawing/2014/main" id="{742701A2-1BAB-1D4A-93EE-7945F9079FF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605" name="AutoShape 957">
                    <a:extLst>
                      <a:ext uri="{FF2B5EF4-FFF2-40B4-BE49-F238E27FC236}">
                        <a16:creationId xmlns:a16="http://schemas.microsoft.com/office/drawing/2014/main" id="{B1DBF270-A4D7-6F43-BDAE-283D09FC33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606" name="AutoShape 958">
                    <a:extLst>
                      <a:ext uri="{FF2B5EF4-FFF2-40B4-BE49-F238E27FC236}">
                        <a16:creationId xmlns:a16="http://schemas.microsoft.com/office/drawing/2014/main" id="{8B922D59-1E34-5E49-A1A0-1A79FA563F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581" name="Rectangle 959">
                  <a:extLst>
                    <a:ext uri="{FF2B5EF4-FFF2-40B4-BE49-F238E27FC236}">
                      <a16:creationId xmlns:a16="http://schemas.microsoft.com/office/drawing/2014/main" id="{720F6FB5-0794-834C-9FF7-0EDA784C54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582" name="Group 960">
                  <a:extLst>
                    <a:ext uri="{FF2B5EF4-FFF2-40B4-BE49-F238E27FC236}">
                      <a16:creationId xmlns:a16="http://schemas.microsoft.com/office/drawing/2014/main" id="{3EDABE8F-C0D3-F64F-9383-8EEB162419C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603" name="AutoShape 961">
                    <a:extLst>
                      <a:ext uri="{FF2B5EF4-FFF2-40B4-BE49-F238E27FC236}">
                        <a16:creationId xmlns:a16="http://schemas.microsoft.com/office/drawing/2014/main" id="{F11EB9E8-25F5-3C4C-B45A-1E592BB9E6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604" name="AutoShape 962">
                    <a:extLst>
                      <a:ext uri="{FF2B5EF4-FFF2-40B4-BE49-F238E27FC236}">
                        <a16:creationId xmlns:a16="http://schemas.microsoft.com/office/drawing/2014/main" id="{703CEBB7-DEC9-1048-A10F-083DD20EA2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583" name="Rectangle 963">
                  <a:extLst>
                    <a:ext uri="{FF2B5EF4-FFF2-40B4-BE49-F238E27FC236}">
                      <a16:creationId xmlns:a16="http://schemas.microsoft.com/office/drawing/2014/main" id="{9454D8B8-6B15-444B-B14F-63ECB29ED8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84" name="Rectangle 964">
                  <a:extLst>
                    <a:ext uri="{FF2B5EF4-FFF2-40B4-BE49-F238E27FC236}">
                      <a16:creationId xmlns:a16="http://schemas.microsoft.com/office/drawing/2014/main" id="{69DE74CF-EB07-AD4A-B698-E00F3D2666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585" name="Group 965">
                  <a:extLst>
                    <a:ext uri="{FF2B5EF4-FFF2-40B4-BE49-F238E27FC236}">
                      <a16:creationId xmlns:a16="http://schemas.microsoft.com/office/drawing/2014/main" id="{3081CBEE-87E9-5647-B228-1A327E765CE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601" name="AutoShape 966">
                    <a:extLst>
                      <a:ext uri="{FF2B5EF4-FFF2-40B4-BE49-F238E27FC236}">
                        <a16:creationId xmlns:a16="http://schemas.microsoft.com/office/drawing/2014/main" id="{701EE972-A5F2-444C-BC8E-70153B4777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602" name="AutoShape 967">
                    <a:extLst>
                      <a:ext uri="{FF2B5EF4-FFF2-40B4-BE49-F238E27FC236}">
                        <a16:creationId xmlns:a16="http://schemas.microsoft.com/office/drawing/2014/main" id="{0130ACB8-9781-EA4A-A1DB-82D0F29EBF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586" name="Freeform 968">
                  <a:extLst>
                    <a:ext uri="{FF2B5EF4-FFF2-40B4-BE49-F238E27FC236}">
                      <a16:creationId xmlns:a16="http://schemas.microsoft.com/office/drawing/2014/main" id="{4AB44CEB-E837-7147-A8A7-57C5FDA6FF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4587" name="Group 969">
                  <a:extLst>
                    <a:ext uri="{FF2B5EF4-FFF2-40B4-BE49-F238E27FC236}">
                      <a16:creationId xmlns:a16="http://schemas.microsoft.com/office/drawing/2014/main" id="{A74DE05C-88D9-774E-B8F5-0BA3B55D111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599" name="AutoShape 970">
                    <a:extLst>
                      <a:ext uri="{FF2B5EF4-FFF2-40B4-BE49-F238E27FC236}">
                        <a16:creationId xmlns:a16="http://schemas.microsoft.com/office/drawing/2014/main" id="{F6664F2B-8007-C042-8BD4-9DD26D6562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600" name="AutoShape 971">
                    <a:extLst>
                      <a:ext uri="{FF2B5EF4-FFF2-40B4-BE49-F238E27FC236}">
                        <a16:creationId xmlns:a16="http://schemas.microsoft.com/office/drawing/2014/main" id="{681E6074-B6F0-504F-8D76-434A29BF79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588" name="Rectangle 972">
                  <a:extLst>
                    <a:ext uri="{FF2B5EF4-FFF2-40B4-BE49-F238E27FC236}">
                      <a16:creationId xmlns:a16="http://schemas.microsoft.com/office/drawing/2014/main" id="{016C43F7-AF1C-2148-8C6F-047013498B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89" name="Freeform 973">
                  <a:extLst>
                    <a:ext uri="{FF2B5EF4-FFF2-40B4-BE49-F238E27FC236}">
                      <a16:creationId xmlns:a16="http://schemas.microsoft.com/office/drawing/2014/main" id="{960017AB-A9BC-7B49-A693-83AE1F1CE7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590" name="Freeform 974">
                  <a:extLst>
                    <a:ext uri="{FF2B5EF4-FFF2-40B4-BE49-F238E27FC236}">
                      <a16:creationId xmlns:a16="http://schemas.microsoft.com/office/drawing/2014/main" id="{B4FEDAA7-65C7-7743-89B9-688476EC7D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591" name="Oval 975">
                  <a:extLst>
                    <a:ext uri="{FF2B5EF4-FFF2-40B4-BE49-F238E27FC236}">
                      <a16:creationId xmlns:a16="http://schemas.microsoft.com/office/drawing/2014/main" id="{F2EA992E-8FC3-CA49-80B6-2C38049950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92" name="Freeform 976">
                  <a:extLst>
                    <a:ext uri="{FF2B5EF4-FFF2-40B4-BE49-F238E27FC236}">
                      <a16:creationId xmlns:a16="http://schemas.microsoft.com/office/drawing/2014/main" id="{96A0DFAB-1B0D-C045-A4E7-A67AB0B521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593" name="AutoShape 977">
                  <a:extLst>
                    <a:ext uri="{FF2B5EF4-FFF2-40B4-BE49-F238E27FC236}">
                      <a16:creationId xmlns:a16="http://schemas.microsoft.com/office/drawing/2014/main" id="{D8947F5E-F7D1-B64E-8558-F6B3FCA1C3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94" name="AutoShape 978">
                  <a:extLst>
                    <a:ext uri="{FF2B5EF4-FFF2-40B4-BE49-F238E27FC236}">
                      <a16:creationId xmlns:a16="http://schemas.microsoft.com/office/drawing/2014/main" id="{1EB4BFCE-7C30-584C-B7B4-818CB34C41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95" name="Oval 979">
                  <a:extLst>
                    <a:ext uri="{FF2B5EF4-FFF2-40B4-BE49-F238E27FC236}">
                      <a16:creationId xmlns:a16="http://schemas.microsoft.com/office/drawing/2014/main" id="{1A441EBF-90E7-A346-B395-AB5628A932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96" name="Oval 980">
                  <a:extLst>
                    <a:ext uri="{FF2B5EF4-FFF2-40B4-BE49-F238E27FC236}">
                      <a16:creationId xmlns:a16="http://schemas.microsoft.com/office/drawing/2014/main" id="{F646C0CE-064B-8F45-BC86-4C7AC008D4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97" name="Oval 981">
                  <a:extLst>
                    <a:ext uri="{FF2B5EF4-FFF2-40B4-BE49-F238E27FC236}">
                      <a16:creationId xmlns:a16="http://schemas.microsoft.com/office/drawing/2014/main" id="{49379C7D-E020-B342-93A3-E8AF620797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98" name="Rectangle 982">
                  <a:extLst>
                    <a:ext uri="{FF2B5EF4-FFF2-40B4-BE49-F238E27FC236}">
                      <a16:creationId xmlns:a16="http://schemas.microsoft.com/office/drawing/2014/main" id="{084820A8-C10D-2D49-9723-2DF79F9B9F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214397" name="Group 932">
              <a:extLst>
                <a:ext uri="{FF2B5EF4-FFF2-40B4-BE49-F238E27FC236}">
                  <a16:creationId xmlns:a16="http://schemas.microsoft.com/office/drawing/2014/main" id="{0D03F1A7-2CEA-8449-B4F3-59622B4BB9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22838" y="5630065"/>
              <a:ext cx="347753" cy="680208"/>
              <a:chOff x="7923189" y="2486663"/>
              <a:chExt cx="360362" cy="884586"/>
            </a:xfrm>
          </p:grpSpPr>
          <p:pic>
            <p:nvPicPr>
              <p:cNvPr id="214539" name="Picture 3">
                <a:extLst>
                  <a:ext uri="{FF2B5EF4-FFF2-40B4-BE49-F238E27FC236}">
                    <a16:creationId xmlns:a16="http://schemas.microsoft.com/office/drawing/2014/main" id="{5DE36EB3-3AFF-BA4F-BD6D-409F9CE17E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540" name="Group 950">
                <a:extLst>
                  <a:ext uri="{FF2B5EF4-FFF2-40B4-BE49-F238E27FC236}">
                    <a16:creationId xmlns:a16="http://schemas.microsoft.com/office/drawing/2014/main" id="{78FA27D7-EDBE-9B42-BE48-BD8D91C4F4B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541" name="Freeform 951">
                  <a:extLst>
                    <a:ext uri="{FF2B5EF4-FFF2-40B4-BE49-F238E27FC236}">
                      <a16:creationId xmlns:a16="http://schemas.microsoft.com/office/drawing/2014/main" id="{BA79EE71-8A12-4640-8D04-F4A8C1152C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542" name="Rectangle 952">
                  <a:extLst>
                    <a:ext uri="{FF2B5EF4-FFF2-40B4-BE49-F238E27FC236}">
                      <a16:creationId xmlns:a16="http://schemas.microsoft.com/office/drawing/2014/main" id="{5BF62D1C-48AC-7D48-95E1-670C967A2D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43" name="Freeform 953">
                  <a:extLst>
                    <a:ext uri="{FF2B5EF4-FFF2-40B4-BE49-F238E27FC236}">
                      <a16:creationId xmlns:a16="http://schemas.microsoft.com/office/drawing/2014/main" id="{934C90DD-A5EE-3248-B6FB-FA69701922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544" name="Freeform 954">
                  <a:extLst>
                    <a:ext uri="{FF2B5EF4-FFF2-40B4-BE49-F238E27FC236}">
                      <a16:creationId xmlns:a16="http://schemas.microsoft.com/office/drawing/2014/main" id="{EFE7FF54-2122-3B4A-9237-801511A1E8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545" name="Rectangle 955">
                  <a:extLst>
                    <a:ext uri="{FF2B5EF4-FFF2-40B4-BE49-F238E27FC236}">
                      <a16:creationId xmlns:a16="http://schemas.microsoft.com/office/drawing/2014/main" id="{AA2E6AFB-B64A-0F47-A889-468715B276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546" name="Group 956">
                  <a:extLst>
                    <a:ext uri="{FF2B5EF4-FFF2-40B4-BE49-F238E27FC236}">
                      <a16:creationId xmlns:a16="http://schemas.microsoft.com/office/drawing/2014/main" id="{03D5C498-2613-CC40-9A1A-88B8C69DB4A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571" name="AutoShape 957">
                    <a:extLst>
                      <a:ext uri="{FF2B5EF4-FFF2-40B4-BE49-F238E27FC236}">
                        <a16:creationId xmlns:a16="http://schemas.microsoft.com/office/drawing/2014/main" id="{91B8132F-1C0A-5A4C-88EE-B1FD03A61C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572" name="AutoShape 958">
                    <a:extLst>
                      <a:ext uri="{FF2B5EF4-FFF2-40B4-BE49-F238E27FC236}">
                        <a16:creationId xmlns:a16="http://schemas.microsoft.com/office/drawing/2014/main" id="{AC41DB90-C49E-1142-883C-9F64F283D5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547" name="Rectangle 959">
                  <a:extLst>
                    <a:ext uri="{FF2B5EF4-FFF2-40B4-BE49-F238E27FC236}">
                      <a16:creationId xmlns:a16="http://schemas.microsoft.com/office/drawing/2014/main" id="{3BFF5039-4721-2E4D-8E36-FCFE445AFD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548" name="Group 960">
                  <a:extLst>
                    <a:ext uri="{FF2B5EF4-FFF2-40B4-BE49-F238E27FC236}">
                      <a16:creationId xmlns:a16="http://schemas.microsoft.com/office/drawing/2014/main" id="{01CD9547-2890-C74D-A640-EC13991ECC8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569" name="AutoShape 961">
                    <a:extLst>
                      <a:ext uri="{FF2B5EF4-FFF2-40B4-BE49-F238E27FC236}">
                        <a16:creationId xmlns:a16="http://schemas.microsoft.com/office/drawing/2014/main" id="{4E7C2351-B99F-FE48-8432-49883E0F2A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570" name="AutoShape 962">
                    <a:extLst>
                      <a:ext uri="{FF2B5EF4-FFF2-40B4-BE49-F238E27FC236}">
                        <a16:creationId xmlns:a16="http://schemas.microsoft.com/office/drawing/2014/main" id="{70A705C3-0630-7743-85C8-3F5D10E564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549" name="Rectangle 963">
                  <a:extLst>
                    <a:ext uri="{FF2B5EF4-FFF2-40B4-BE49-F238E27FC236}">
                      <a16:creationId xmlns:a16="http://schemas.microsoft.com/office/drawing/2014/main" id="{4226CB1D-275D-024A-955F-6BC17F69C5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50" name="Rectangle 964">
                  <a:extLst>
                    <a:ext uri="{FF2B5EF4-FFF2-40B4-BE49-F238E27FC236}">
                      <a16:creationId xmlns:a16="http://schemas.microsoft.com/office/drawing/2014/main" id="{3F11C6D0-E545-8C46-8D2B-C6F5E282E6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551" name="Group 965">
                  <a:extLst>
                    <a:ext uri="{FF2B5EF4-FFF2-40B4-BE49-F238E27FC236}">
                      <a16:creationId xmlns:a16="http://schemas.microsoft.com/office/drawing/2014/main" id="{6E742B3E-C6CE-9A42-9D1F-7A80FD0359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567" name="AutoShape 966">
                    <a:extLst>
                      <a:ext uri="{FF2B5EF4-FFF2-40B4-BE49-F238E27FC236}">
                        <a16:creationId xmlns:a16="http://schemas.microsoft.com/office/drawing/2014/main" id="{26E60C4B-5F3A-244E-A71E-59C43916B1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568" name="AutoShape 967">
                    <a:extLst>
                      <a:ext uri="{FF2B5EF4-FFF2-40B4-BE49-F238E27FC236}">
                        <a16:creationId xmlns:a16="http://schemas.microsoft.com/office/drawing/2014/main" id="{E3EAF3AD-8DFF-2048-882F-E23E3E9F30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552" name="Freeform 968">
                  <a:extLst>
                    <a:ext uri="{FF2B5EF4-FFF2-40B4-BE49-F238E27FC236}">
                      <a16:creationId xmlns:a16="http://schemas.microsoft.com/office/drawing/2014/main" id="{43AAD801-E54F-A840-B9B9-5106EC5D10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4553" name="Group 969">
                  <a:extLst>
                    <a:ext uri="{FF2B5EF4-FFF2-40B4-BE49-F238E27FC236}">
                      <a16:creationId xmlns:a16="http://schemas.microsoft.com/office/drawing/2014/main" id="{284D7B7E-FA9C-4C42-B210-91742B8823E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565" name="AutoShape 970">
                    <a:extLst>
                      <a:ext uri="{FF2B5EF4-FFF2-40B4-BE49-F238E27FC236}">
                        <a16:creationId xmlns:a16="http://schemas.microsoft.com/office/drawing/2014/main" id="{8FED6D26-E27C-5D41-88ED-BAD4B53B51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566" name="AutoShape 971">
                    <a:extLst>
                      <a:ext uri="{FF2B5EF4-FFF2-40B4-BE49-F238E27FC236}">
                        <a16:creationId xmlns:a16="http://schemas.microsoft.com/office/drawing/2014/main" id="{C8D2A46A-8F4E-9848-B2B2-4456B9EE1A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554" name="Rectangle 972">
                  <a:extLst>
                    <a:ext uri="{FF2B5EF4-FFF2-40B4-BE49-F238E27FC236}">
                      <a16:creationId xmlns:a16="http://schemas.microsoft.com/office/drawing/2014/main" id="{67D5ECA4-557C-B845-86F6-AC44D0C0D1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55" name="Freeform 973">
                  <a:extLst>
                    <a:ext uri="{FF2B5EF4-FFF2-40B4-BE49-F238E27FC236}">
                      <a16:creationId xmlns:a16="http://schemas.microsoft.com/office/drawing/2014/main" id="{AF3298E6-C14C-CB46-8F61-E0E59FEADA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556" name="Freeform 974">
                  <a:extLst>
                    <a:ext uri="{FF2B5EF4-FFF2-40B4-BE49-F238E27FC236}">
                      <a16:creationId xmlns:a16="http://schemas.microsoft.com/office/drawing/2014/main" id="{A56E4D83-9A3E-544A-BA23-873018E427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557" name="Oval 975">
                  <a:extLst>
                    <a:ext uri="{FF2B5EF4-FFF2-40B4-BE49-F238E27FC236}">
                      <a16:creationId xmlns:a16="http://schemas.microsoft.com/office/drawing/2014/main" id="{AEF30947-F8A0-194F-B4BA-4AD952BE39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58" name="Freeform 976">
                  <a:extLst>
                    <a:ext uri="{FF2B5EF4-FFF2-40B4-BE49-F238E27FC236}">
                      <a16:creationId xmlns:a16="http://schemas.microsoft.com/office/drawing/2014/main" id="{68DA3ED0-277F-D841-85D5-AA48390257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559" name="AutoShape 977">
                  <a:extLst>
                    <a:ext uri="{FF2B5EF4-FFF2-40B4-BE49-F238E27FC236}">
                      <a16:creationId xmlns:a16="http://schemas.microsoft.com/office/drawing/2014/main" id="{E7834B2A-9B47-1041-9D90-15394F42B2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60" name="AutoShape 978">
                  <a:extLst>
                    <a:ext uri="{FF2B5EF4-FFF2-40B4-BE49-F238E27FC236}">
                      <a16:creationId xmlns:a16="http://schemas.microsoft.com/office/drawing/2014/main" id="{02F3B69F-9FC0-ED46-95EA-40F27E1D12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61" name="Oval 979">
                  <a:extLst>
                    <a:ext uri="{FF2B5EF4-FFF2-40B4-BE49-F238E27FC236}">
                      <a16:creationId xmlns:a16="http://schemas.microsoft.com/office/drawing/2014/main" id="{4DE57B74-718C-334B-8B94-98CC94D523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62" name="Oval 980">
                  <a:extLst>
                    <a:ext uri="{FF2B5EF4-FFF2-40B4-BE49-F238E27FC236}">
                      <a16:creationId xmlns:a16="http://schemas.microsoft.com/office/drawing/2014/main" id="{652A99B5-08D3-C64C-96C5-5ECCBF7E11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63" name="Oval 981">
                  <a:extLst>
                    <a:ext uri="{FF2B5EF4-FFF2-40B4-BE49-F238E27FC236}">
                      <a16:creationId xmlns:a16="http://schemas.microsoft.com/office/drawing/2014/main" id="{E9E54174-B84B-9146-8E65-121AE87CE6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564" name="Rectangle 982">
                  <a:extLst>
                    <a:ext uri="{FF2B5EF4-FFF2-40B4-BE49-F238E27FC236}">
                      <a16:creationId xmlns:a16="http://schemas.microsoft.com/office/drawing/2014/main" id="{704EC13D-5637-0B42-BD20-1DE721BE16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214398" name="Group 15">
              <a:extLst>
                <a:ext uri="{FF2B5EF4-FFF2-40B4-BE49-F238E27FC236}">
                  <a16:creationId xmlns:a16="http://schemas.microsoft.com/office/drawing/2014/main" id="{D8E1866F-6854-DA47-9762-C14A87A4DE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07615" y="4368892"/>
              <a:ext cx="990551" cy="731635"/>
              <a:chOff x="7707615" y="4368892"/>
              <a:chExt cx="990551" cy="731635"/>
            </a:xfrm>
          </p:grpSpPr>
          <p:pic>
            <p:nvPicPr>
              <p:cNvPr id="214439" name="Picture 14">
                <a:extLst>
                  <a:ext uri="{FF2B5EF4-FFF2-40B4-BE49-F238E27FC236}">
                    <a16:creationId xmlns:a16="http://schemas.microsoft.com/office/drawing/2014/main" id="{3BCD9759-5B21-114C-8761-09126950D3C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71833" y="4640202"/>
                <a:ext cx="822008" cy="4603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214440" name="Group 249">
                <a:extLst>
                  <a:ext uri="{FF2B5EF4-FFF2-40B4-BE49-F238E27FC236}">
                    <a16:creationId xmlns:a16="http://schemas.microsoft.com/office/drawing/2014/main" id="{545A4638-7D8B-F449-B237-6472B9C5CF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707615" y="4368892"/>
                <a:ext cx="225953" cy="395900"/>
                <a:chOff x="4140" y="429"/>
                <a:chExt cx="1425" cy="2396"/>
              </a:xfrm>
            </p:grpSpPr>
            <p:sp>
              <p:nvSpPr>
                <p:cNvPr id="214507" name="Freeform 250">
                  <a:extLst>
                    <a:ext uri="{FF2B5EF4-FFF2-40B4-BE49-F238E27FC236}">
                      <a16:creationId xmlns:a16="http://schemas.microsoft.com/office/drawing/2014/main" id="{FB58D26C-934D-1247-B2AC-3802534B97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9 w 354"/>
                    <a:gd name="T1" fmla="*/ 0 h 2742"/>
                    <a:gd name="T2" fmla="*/ 47 w 354"/>
                    <a:gd name="T3" fmla="*/ 66 h 2742"/>
                    <a:gd name="T4" fmla="*/ 46 w 354"/>
                    <a:gd name="T5" fmla="*/ 510 h 2742"/>
                    <a:gd name="T6" fmla="*/ 0 w 354"/>
                    <a:gd name="T7" fmla="*/ 534 h 2742"/>
                    <a:gd name="T8" fmla="*/ 9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1" name="Rectangle 251">
                  <a:extLst>
                    <a:ext uri="{FF2B5EF4-FFF2-40B4-BE49-F238E27FC236}">
                      <a16:creationId xmlns:a16="http://schemas.microsoft.com/office/drawing/2014/main" id="{65302C2E-3662-3D47-B457-2ABF58402C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4" y="425"/>
                  <a:ext cx="1051" cy="2259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14509" name="Freeform 252">
                  <a:extLst>
                    <a:ext uri="{FF2B5EF4-FFF2-40B4-BE49-F238E27FC236}">
                      <a16:creationId xmlns:a16="http://schemas.microsoft.com/office/drawing/2014/main" id="{A431C36B-24D9-1546-B351-A1FE232962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29 w 211"/>
                    <a:gd name="T3" fmla="*/ 43 h 2537"/>
                    <a:gd name="T4" fmla="*/ 2 w 211"/>
                    <a:gd name="T5" fmla="*/ 48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510" name="Freeform 253">
                  <a:extLst>
                    <a:ext uri="{FF2B5EF4-FFF2-40B4-BE49-F238E27FC236}">
                      <a16:creationId xmlns:a16="http://schemas.microsoft.com/office/drawing/2014/main" id="{4383C380-326F-3C48-9ACE-950CF0D017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5 h 226"/>
                    <a:gd name="T4" fmla="*/ 45 w 328"/>
                    <a:gd name="T5" fmla="*/ 45 h 226"/>
                    <a:gd name="T6" fmla="*/ 0 w 328"/>
                    <a:gd name="T7" fmla="*/ 19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4" name="Rectangle 254">
                  <a:extLst>
                    <a:ext uri="{FF2B5EF4-FFF2-40B4-BE49-F238E27FC236}">
                      <a16:creationId xmlns:a16="http://schemas.microsoft.com/office/drawing/2014/main" id="{DCE11187-1669-A547-907A-C9F158F5E0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685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grpSp>
              <p:nvGrpSpPr>
                <p:cNvPr id="214512" name="Group 255">
                  <a:extLst>
                    <a:ext uri="{FF2B5EF4-FFF2-40B4-BE49-F238E27FC236}">
                      <a16:creationId xmlns:a16="http://schemas.microsoft.com/office/drawing/2014/main" id="{990375B8-5CF9-284F-9EF8-6B9193FD69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000" name="AutoShape 256">
                    <a:extLst>
                      <a:ext uri="{FF2B5EF4-FFF2-40B4-BE49-F238E27FC236}">
                        <a16:creationId xmlns:a16="http://schemas.microsoft.com/office/drawing/2014/main" id="{BCE01474-1697-9845-A36F-44B56DC3FB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46" y="2566"/>
                    <a:ext cx="725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001" name="AutoShape 257">
                    <a:extLst>
                      <a:ext uri="{FF2B5EF4-FFF2-40B4-BE49-F238E27FC236}">
                        <a16:creationId xmlns:a16="http://schemas.microsoft.com/office/drawing/2014/main" id="{E67735CE-42B1-0644-8805-47682EB2CE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59" y="2584"/>
                    <a:ext cx="700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976" name="Rectangle 258">
                  <a:extLst>
                    <a:ext uri="{FF2B5EF4-FFF2-40B4-BE49-F238E27FC236}">
                      <a16:creationId xmlns:a16="http://schemas.microsoft.com/office/drawing/2014/main" id="{D1183BDC-3751-0D40-AF16-7EBEFA4716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4" y="1012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grpSp>
              <p:nvGrpSpPr>
                <p:cNvPr id="214514" name="Group 259">
                  <a:extLst>
                    <a:ext uri="{FF2B5EF4-FFF2-40B4-BE49-F238E27FC236}">
                      <a16:creationId xmlns:a16="http://schemas.microsoft.com/office/drawing/2014/main" id="{601517E3-C345-9B42-B1E3-85EB550F6D0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98" name="AutoShape 260">
                    <a:extLst>
                      <a:ext uri="{FF2B5EF4-FFF2-40B4-BE49-F238E27FC236}">
                        <a16:creationId xmlns:a16="http://schemas.microsoft.com/office/drawing/2014/main" id="{9BBD73B2-30D3-F543-9F93-BB96C0EA45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66"/>
                    <a:ext cx="725" cy="14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999" name="AutoShape 261">
                    <a:extLst>
                      <a:ext uri="{FF2B5EF4-FFF2-40B4-BE49-F238E27FC236}">
                        <a16:creationId xmlns:a16="http://schemas.microsoft.com/office/drawing/2014/main" id="{C15B9CE5-6342-FC47-890E-3DE9B4B6C4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4" y="2586"/>
                    <a:ext cx="687" cy="10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978" name="Rectangle 262">
                  <a:extLst>
                    <a:ext uri="{FF2B5EF4-FFF2-40B4-BE49-F238E27FC236}">
                      <a16:creationId xmlns:a16="http://schemas.microsoft.com/office/drawing/2014/main" id="{08BF4B3F-334E-B84F-BD21-1D8E4CCAE1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4" y="1358"/>
                  <a:ext cx="591" cy="29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979" name="Rectangle 263">
                  <a:extLst>
                    <a:ext uri="{FF2B5EF4-FFF2-40B4-BE49-F238E27FC236}">
                      <a16:creationId xmlns:a16="http://schemas.microsoft.com/office/drawing/2014/main" id="{66868866-1B9E-2D47-AA03-F94E46A0DC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4" y="1627"/>
                  <a:ext cx="59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grpSp>
              <p:nvGrpSpPr>
                <p:cNvPr id="214517" name="Group 264">
                  <a:extLst>
                    <a:ext uri="{FF2B5EF4-FFF2-40B4-BE49-F238E27FC236}">
                      <a16:creationId xmlns:a16="http://schemas.microsoft.com/office/drawing/2014/main" id="{A0EE9E27-0661-B84B-8F3D-9C8510F4259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96" name="AutoShape 265">
                    <a:extLst>
                      <a:ext uri="{FF2B5EF4-FFF2-40B4-BE49-F238E27FC236}">
                        <a16:creationId xmlns:a16="http://schemas.microsoft.com/office/drawing/2014/main" id="{9DCA2718-B1F6-2244-AFCA-B960F4F6BC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4" y="2568"/>
                    <a:ext cx="711" cy="115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997" name="AutoShape 266">
                    <a:extLst>
                      <a:ext uri="{FF2B5EF4-FFF2-40B4-BE49-F238E27FC236}">
                        <a16:creationId xmlns:a16="http://schemas.microsoft.com/office/drawing/2014/main" id="{9D04F19F-82C7-CD45-B603-E1678F4CA1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5"/>
                    <a:ext cx="674" cy="8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214518" name="Freeform 267">
                  <a:extLst>
                    <a:ext uri="{FF2B5EF4-FFF2-40B4-BE49-F238E27FC236}">
                      <a16:creationId xmlns:a16="http://schemas.microsoft.com/office/drawing/2014/main" id="{1B0EF3F8-744F-5343-AEDA-4EA404B504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4 h 226"/>
                    <a:gd name="T4" fmla="*/ 45 w 328"/>
                    <a:gd name="T5" fmla="*/ 43 h 226"/>
                    <a:gd name="T6" fmla="*/ 0 w 328"/>
                    <a:gd name="T7" fmla="*/ 1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4519" name="Group 268">
                  <a:extLst>
                    <a:ext uri="{FF2B5EF4-FFF2-40B4-BE49-F238E27FC236}">
                      <a16:creationId xmlns:a16="http://schemas.microsoft.com/office/drawing/2014/main" id="{6CDE9642-131D-C943-BED9-DE3B0D79D77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94" name="AutoShape 269">
                    <a:extLst>
                      <a:ext uri="{FF2B5EF4-FFF2-40B4-BE49-F238E27FC236}">
                        <a16:creationId xmlns:a16="http://schemas.microsoft.com/office/drawing/2014/main" id="{D4492096-351F-1B46-88EC-7C66E8E112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46" y="2541"/>
                    <a:ext cx="698" cy="16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995" name="AutoShape 270">
                    <a:extLst>
                      <a:ext uri="{FF2B5EF4-FFF2-40B4-BE49-F238E27FC236}">
                        <a16:creationId xmlns:a16="http://schemas.microsoft.com/office/drawing/2014/main" id="{0EE67903-F639-F641-8C3D-290FEA9FDB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59" y="2560"/>
                    <a:ext cx="661" cy="13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983" name="Rectangle 271">
                  <a:extLst>
                    <a:ext uri="{FF2B5EF4-FFF2-40B4-BE49-F238E27FC236}">
                      <a16:creationId xmlns:a16="http://schemas.microsoft.com/office/drawing/2014/main" id="{9B6F5948-7B18-7444-B017-378F820D7D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56" y="425"/>
                  <a:ext cx="60" cy="2268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14521" name="Freeform 272">
                  <a:extLst>
                    <a:ext uri="{FF2B5EF4-FFF2-40B4-BE49-F238E27FC236}">
                      <a16:creationId xmlns:a16="http://schemas.microsoft.com/office/drawing/2014/main" id="{74A0B2B4-82A1-D04F-A6F9-F637E9C3FA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40 w 296"/>
                    <a:gd name="T3" fmla="*/ 27 h 256"/>
                    <a:gd name="T4" fmla="*/ 40 w 296"/>
                    <a:gd name="T5" fmla="*/ 49 h 256"/>
                    <a:gd name="T6" fmla="*/ 0 w 296"/>
                    <a:gd name="T7" fmla="*/ 18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522" name="Freeform 273">
                  <a:extLst>
                    <a:ext uri="{FF2B5EF4-FFF2-40B4-BE49-F238E27FC236}">
                      <a16:creationId xmlns:a16="http://schemas.microsoft.com/office/drawing/2014/main" id="{A674C7C3-A1F0-F047-85E4-D70E3B0FEB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42 w 304"/>
                    <a:gd name="T3" fmla="*/ 32 h 288"/>
                    <a:gd name="T4" fmla="*/ 39 w 304"/>
                    <a:gd name="T5" fmla="*/ 57 h 288"/>
                    <a:gd name="T6" fmla="*/ 2 w 304"/>
                    <a:gd name="T7" fmla="*/ 24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6" name="Oval 274">
                  <a:extLst>
                    <a:ext uri="{FF2B5EF4-FFF2-40B4-BE49-F238E27FC236}">
                      <a16:creationId xmlns:a16="http://schemas.microsoft.com/office/drawing/2014/main" id="{3D83778D-962B-794B-AF8F-5038F5E447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6" y="2588"/>
                  <a:ext cx="50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14524" name="Freeform 275">
                  <a:extLst>
                    <a:ext uri="{FF2B5EF4-FFF2-40B4-BE49-F238E27FC236}">
                      <a16:creationId xmlns:a16="http://schemas.microsoft.com/office/drawing/2014/main" id="{9AADAACB-A17A-6741-B747-5F9F17B910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21 h 240"/>
                    <a:gd name="T2" fmla="*/ 2 w 306"/>
                    <a:gd name="T3" fmla="*/ 48 h 240"/>
                    <a:gd name="T4" fmla="*/ 42 w 306"/>
                    <a:gd name="T5" fmla="*/ 22 h 240"/>
                    <a:gd name="T6" fmla="*/ 40 w 306"/>
                    <a:gd name="T7" fmla="*/ 0 h 240"/>
                    <a:gd name="T8" fmla="*/ 0 w 306"/>
                    <a:gd name="T9" fmla="*/ 21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8" name="AutoShape 276">
                  <a:extLst>
                    <a:ext uri="{FF2B5EF4-FFF2-40B4-BE49-F238E27FC236}">
                      <a16:creationId xmlns:a16="http://schemas.microsoft.com/office/drawing/2014/main" id="{D1AA7672-D337-5F4D-A5E3-73639F1FAF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4" y="2655"/>
                  <a:ext cx="1202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989" name="AutoShape 277">
                  <a:extLst>
                    <a:ext uri="{FF2B5EF4-FFF2-40B4-BE49-F238E27FC236}">
                      <a16:creationId xmlns:a16="http://schemas.microsoft.com/office/drawing/2014/main" id="{DA4DF090-AE22-A54B-B1AD-BCBE6BD640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4" y="2684"/>
                  <a:ext cx="1071" cy="8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990" name="Oval 278">
                  <a:extLst>
                    <a:ext uri="{FF2B5EF4-FFF2-40B4-BE49-F238E27FC236}">
                      <a16:creationId xmlns:a16="http://schemas.microsoft.com/office/drawing/2014/main" id="{F221E6C5-36EF-6C48-A68C-81A3E09699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14" y="2357"/>
                  <a:ext cx="160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991" name="Oval 279">
                  <a:extLst>
                    <a:ext uri="{FF2B5EF4-FFF2-40B4-BE49-F238E27FC236}">
                      <a16:creationId xmlns:a16="http://schemas.microsoft.com/office/drawing/2014/main" id="{3FAA8ECB-A278-8346-8C6D-8420A2CC89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5" y="2357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992" name="Oval 280">
                  <a:extLst>
                    <a:ext uri="{FF2B5EF4-FFF2-40B4-BE49-F238E27FC236}">
                      <a16:creationId xmlns:a16="http://schemas.microsoft.com/office/drawing/2014/main" id="{BA13D755-DBC5-9940-945C-18BC3EAF80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5" y="2357"/>
                  <a:ext cx="160" cy="13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993" name="Rectangle 281">
                  <a:extLst>
                    <a:ext uri="{FF2B5EF4-FFF2-40B4-BE49-F238E27FC236}">
                      <a16:creationId xmlns:a16="http://schemas.microsoft.com/office/drawing/2014/main" id="{281DE436-01CE-6245-9466-1E76032808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5" y="1809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</p:grpSp>
          <p:grpSp>
            <p:nvGrpSpPr>
              <p:cNvPr id="214441" name="Group 249">
                <a:extLst>
                  <a:ext uri="{FF2B5EF4-FFF2-40B4-BE49-F238E27FC236}">
                    <a16:creationId xmlns:a16="http://schemas.microsoft.com/office/drawing/2014/main" id="{35F1932C-326D-0146-A9A4-DA9DFE9185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39866" y="4369199"/>
                <a:ext cx="225953" cy="395900"/>
                <a:chOff x="4140" y="429"/>
                <a:chExt cx="1425" cy="2396"/>
              </a:xfrm>
            </p:grpSpPr>
            <p:sp>
              <p:nvSpPr>
                <p:cNvPr id="214475" name="Freeform 250">
                  <a:extLst>
                    <a:ext uri="{FF2B5EF4-FFF2-40B4-BE49-F238E27FC236}">
                      <a16:creationId xmlns:a16="http://schemas.microsoft.com/office/drawing/2014/main" id="{58CA36AC-C4F2-7143-8A51-7767B09075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9 w 354"/>
                    <a:gd name="T1" fmla="*/ 0 h 2742"/>
                    <a:gd name="T2" fmla="*/ 47 w 354"/>
                    <a:gd name="T3" fmla="*/ 66 h 2742"/>
                    <a:gd name="T4" fmla="*/ 46 w 354"/>
                    <a:gd name="T5" fmla="*/ 510 h 2742"/>
                    <a:gd name="T6" fmla="*/ 0 w 354"/>
                    <a:gd name="T7" fmla="*/ 534 h 2742"/>
                    <a:gd name="T8" fmla="*/ 9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4" name="Rectangle 251">
                  <a:extLst>
                    <a:ext uri="{FF2B5EF4-FFF2-40B4-BE49-F238E27FC236}">
                      <a16:creationId xmlns:a16="http://schemas.microsoft.com/office/drawing/2014/main" id="{5BBE273B-E2F7-D042-A54D-C993852B4D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7" y="404"/>
                  <a:ext cx="1051" cy="2307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14477" name="Freeform 252">
                  <a:extLst>
                    <a:ext uri="{FF2B5EF4-FFF2-40B4-BE49-F238E27FC236}">
                      <a16:creationId xmlns:a16="http://schemas.microsoft.com/office/drawing/2014/main" id="{C776B47F-7FD8-B441-944A-621470F36F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29 w 211"/>
                    <a:gd name="T3" fmla="*/ 43 h 2537"/>
                    <a:gd name="T4" fmla="*/ 2 w 211"/>
                    <a:gd name="T5" fmla="*/ 48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478" name="Freeform 253">
                  <a:extLst>
                    <a:ext uri="{FF2B5EF4-FFF2-40B4-BE49-F238E27FC236}">
                      <a16:creationId xmlns:a16="http://schemas.microsoft.com/office/drawing/2014/main" id="{8466434E-4A0E-504B-8FE4-D7613363DE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5 h 226"/>
                    <a:gd name="T4" fmla="*/ 45 w 328"/>
                    <a:gd name="T5" fmla="*/ 45 h 226"/>
                    <a:gd name="T6" fmla="*/ 0 w 328"/>
                    <a:gd name="T7" fmla="*/ 19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7" name="Rectangle 254">
                  <a:extLst>
                    <a:ext uri="{FF2B5EF4-FFF2-40B4-BE49-F238E27FC236}">
                      <a16:creationId xmlns:a16="http://schemas.microsoft.com/office/drawing/2014/main" id="{62B93510-50B3-9944-A74E-B4E7B09B01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7" y="693"/>
                  <a:ext cx="601" cy="3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grpSp>
              <p:nvGrpSpPr>
                <p:cNvPr id="214480" name="Group 255">
                  <a:extLst>
                    <a:ext uri="{FF2B5EF4-FFF2-40B4-BE49-F238E27FC236}">
                      <a16:creationId xmlns:a16="http://schemas.microsoft.com/office/drawing/2014/main" id="{BA5EECC9-0945-AB4F-B835-A1970B1AB57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033" name="AutoShape 256">
                    <a:extLst>
                      <a:ext uri="{FF2B5EF4-FFF2-40B4-BE49-F238E27FC236}">
                        <a16:creationId xmlns:a16="http://schemas.microsoft.com/office/drawing/2014/main" id="{193AEA28-F13F-C042-82FC-1733A7A6B8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2" y="2564"/>
                    <a:ext cx="725" cy="12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034" name="AutoShape 257">
                    <a:extLst>
                      <a:ext uri="{FF2B5EF4-FFF2-40B4-BE49-F238E27FC236}">
                        <a16:creationId xmlns:a16="http://schemas.microsoft.com/office/drawing/2014/main" id="{78A4EFB8-9EC9-164C-A0D2-6A616DA96A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2"/>
                    <a:ext cx="700" cy="8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1009" name="Rectangle 258">
                  <a:extLst>
                    <a:ext uri="{FF2B5EF4-FFF2-40B4-BE49-F238E27FC236}">
                      <a16:creationId xmlns:a16="http://schemas.microsoft.com/office/drawing/2014/main" id="{63FEDA8D-55C8-7F49-BC3C-444A45A9D5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7" y="1019"/>
                  <a:ext cx="591" cy="3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grpSp>
              <p:nvGrpSpPr>
                <p:cNvPr id="214482" name="Group 259">
                  <a:extLst>
                    <a:ext uri="{FF2B5EF4-FFF2-40B4-BE49-F238E27FC236}">
                      <a16:creationId xmlns:a16="http://schemas.microsoft.com/office/drawing/2014/main" id="{3BEB1F80-FFE7-3546-8E7A-FBF3400E946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031" name="AutoShape 260">
                    <a:extLst>
                      <a:ext uri="{FF2B5EF4-FFF2-40B4-BE49-F238E27FC236}">
                        <a16:creationId xmlns:a16="http://schemas.microsoft.com/office/drawing/2014/main" id="{E38C416B-CFBE-9640-89DC-752097E578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5" cy="14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032" name="AutoShape 261">
                    <a:extLst>
                      <a:ext uri="{FF2B5EF4-FFF2-40B4-BE49-F238E27FC236}">
                        <a16:creationId xmlns:a16="http://schemas.microsoft.com/office/drawing/2014/main" id="{2D82F72C-6E9D-0B4B-8C62-1153FEA5EA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7" y="2584"/>
                    <a:ext cx="687" cy="10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1011" name="Rectangle 262">
                  <a:extLst>
                    <a:ext uri="{FF2B5EF4-FFF2-40B4-BE49-F238E27FC236}">
                      <a16:creationId xmlns:a16="http://schemas.microsoft.com/office/drawing/2014/main" id="{8CEE0B6A-FBE5-1943-AE4A-4FC25DBD7D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7" y="1356"/>
                  <a:ext cx="59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12" name="Rectangle 263">
                  <a:extLst>
                    <a:ext uri="{FF2B5EF4-FFF2-40B4-BE49-F238E27FC236}">
                      <a16:creationId xmlns:a16="http://schemas.microsoft.com/office/drawing/2014/main" id="{C1C46E5B-0462-424F-BD79-914CF05F28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7" y="1654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grpSp>
              <p:nvGrpSpPr>
                <p:cNvPr id="214485" name="Group 264">
                  <a:extLst>
                    <a:ext uri="{FF2B5EF4-FFF2-40B4-BE49-F238E27FC236}">
                      <a16:creationId xmlns:a16="http://schemas.microsoft.com/office/drawing/2014/main" id="{9AEA0B16-12AF-D24D-A5C8-F942794D7C9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029" name="AutoShape 265">
                    <a:extLst>
                      <a:ext uri="{FF2B5EF4-FFF2-40B4-BE49-F238E27FC236}">
                        <a16:creationId xmlns:a16="http://schemas.microsoft.com/office/drawing/2014/main" id="{CB620330-9C28-5D47-9603-8259AB9CF2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7" y="2566"/>
                    <a:ext cx="711" cy="142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030" name="AutoShape 266">
                    <a:extLst>
                      <a:ext uri="{FF2B5EF4-FFF2-40B4-BE49-F238E27FC236}">
                        <a16:creationId xmlns:a16="http://schemas.microsoft.com/office/drawing/2014/main" id="{32016C95-9717-D047-94D8-D0E99634C9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4"/>
                    <a:ext cx="674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214486" name="Freeform 267">
                  <a:extLst>
                    <a:ext uri="{FF2B5EF4-FFF2-40B4-BE49-F238E27FC236}">
                      <a16:creationId xmlns:a16="http://schemas.microsoft.com/office/drawing/2014/main" id="{ADEBFF28-FA5A-7845-B5DE-F597540D1D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4 h 226"/>
                    <a:gd name="T4" fmla="*/ 45 w 328"/>
                    <a:gd name="T5" fmla="*/ 43 h 226"/>
                    <a:gd name="T6" fmla="*/ 0 w 328"/>
                    <a:gd name="T7" fmla="*/ 1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4487" name="Group 268">
                  <a:extLst>
                    <a:ext uri="{FF2B5EF4-FFF2-40B4-BE49-F238E27FC236}">
                      <a16:creationId xmlns:a16="http://schemas.microsoft.com/office/drawing/2014/main" id="{6DAFC9B9-83CE-314E-9AA8-06487C5CE30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027" name="AutoShape 269">
                    <a:extLst>
                      <a:ext uri="{FF2B5EF4-FFF2-40B4-BE49-F238E27FC236}">
                        <a16:creationId xmlns:a16="http://schemas.microsoft.com/office/drawing/2014/main" id="{8D23CFC1-3A63-3D45-A5BB-EF2A6C7672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2" y="2568"/>
                    <a:ext cx="761" cy="135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028" name="AutoShape 270">
                    <a:extLst>
                      <a:ext uri="{FF2B5EF4-FFF2-40B4-BE49-F238E27FC236}">
                        <a16:creationId xmlns:a16="http://schemas.microsoft.com/office/drawing/2014/main" id="{E42888F7-E08A-234F-86B9-08D73E9726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3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1016" name="Rectangle 271">
                  <a:extLst>
                    <a:ext uri="{FF2B5EF4-FFF2-40B4-BE49-F238E27FC236}">
                      <a16:creationId xmlns:a16="http://schemas.microsoft.com/office/drawing/2014/main" id="{965FA2E4-5471-0644-9F81-AFBA51BB9A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8" y="404"/>
                  <a:ext cx="70" cy="2316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14489" name="Freeform 272">
                  <a:extLst>
                    <a:ext uri="{FF2B5EF4-FFF2-40B4-BE49-F238E27FC236}">
                      <a16:creationId xmlns:a16="http://schemas.microsoft.com/office/drawing/2014/main" id="{4BC223C0-AF49-B545-9700-0FBF22629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40 w 296"/>
                    <a:gd name="T3" fmla="*/ 27 h 256"/>
                    <a:gd name="T4" fmla="*/ 40 w 296"/>
                    <a:gd name="T5" fmla="*/ 49 h 256"/>
                    <a:gd name="T6" fmla="*/ 0 w 296"/>
                    <a:gd name="T7" fmla="*/ 18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490" name="Freeform 273">
                  <a:extLst>
                    <a:ext uri="{FF2B5EF4-FFF2-40B4-BE49-F238E27FC236}">
                      <a16:creationId xmlns:a16="http://schemas.microsoft.com/office/drawing/2014/main" id="{58C61B7B-4AA6-B841-AB95-504F8A45B7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42 w 304"/>
                    <a:gd name="T3" fmla="*/ 32 h 288"/>
                    <a:gd name="T4" fmla="*/ 39 w 304"/>
                    <a:gd name="T5" fmla="*/ 57 h 288"/>
                    <a:gd name="T6" fmla="*/ 2 w 304"/>
                    <a:gd name="T7" fmla="*/ 24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19" name="Oval 274">
                  <a:extLst>
                    <a:ext uri="{FF2B5EF4-FFF2-40B4-BE49-F238E27FC236}">
                      <a16:creationId xmlns:a16="http://schemas.microsoft.com/office/drawing/2014/main" id="{C784855E-AEB4-7749-814B-13BCBC7768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9" y="2615"/>
                  <a:ext cx="50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14492" name="Freeform 275">
                  <a:extLst>
                    <a:ext uri="{FF2B5EF4-FFF2-40B4-BE49-F238E27FC236}">
                      <a16:creationId xmlns:a16="http://schemas.microsoft.com/office/drawing/2014/main" id="{CF4060A2-E54A-BA49-9820-6A1D199513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21 h 240"/>
                    <a:gd name="T2" fmla="*/ 2 w 306"/>
                    <a:gd name="T3" fmla="*/ 48 h 240"/>
                    <a:gd name="T4" fmla="*/ 42 w 306"/>
                    <a:gd name="T5" fmla="*/ 22 h 240"/>
                    <a:gd name="T6" fmla="*/ 40 w 306"/>
                    <a:gd name="T7" fmla="*/ 0 h 240"/>
                    <a:gd name="T8" fmla="*/ 0 w 306"/>
                    <a:gd name="T9" fmla="*/ 21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21" name="AutoShape 276">
                  <a:extLst>
                    <a:ext uri="{FF2B5EF4-FFF2-40B4-BE49-F238E27FC236}">
                      <a16:creationId xmlns:a16="http://schemas.microsoft.com/office/drawing/2014/main" id="{37FC0FC9-727A-EC4C-8EC7-98D9C2A865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37" y="2682"/>
                  <a:ext cx="1202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22" name="AutoShape 277">
                  <a:extLst>
                    <a:ext uri="{FF2B5EF4-FFF2-40B4-BE49-F238E27FC236}">
                      <a16:creationId xmlns:a16="http://schemas.microsoft.com/office/drawing/2014/main" id="{72D3770A-F36F-8B4A-8FF8-DACD723511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7" y="2711"/>
                  <a:ext cx="1071" cy="8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23" name="Oval 278">
                  <a:extLst>
                    <a:ext uri="{FF2B5EF4-FFF2-40B4-BE49-F238E27FC236}">
                      <a16:creationId xmlns:a16="http://schemas.microsoft.com/office/drawing/2014/main" id="{E20F98A7-F69B-E74B-8FBF-9EA2B529A3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7" y="2384"/>
                  <a:ext cx="160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24" name="Oval 279">
                  <a:extLst>
                    <a:ext uri="{FF2B5EF4-FFF2-40B4-BE49-F238E27FC236}">
                      <a16:creationId xmlns:a16="http://schemas.microsoft.com/office/drawing/2014/main" id="{4E466273-2ADF-E349-88D5-2B6EEDFA38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7" y="2384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25" name="Oval 280">
                  <a:extLst>
                    <a:ext uri="{FF2B5EF4-FFF2-40B4-BE49-F238E27FC236}">
                      <a16:creationId xmlns:a16="http://schemas.microsoft.com/office/drawing/2014/main" id="{A0203193-3C0F-B547-9376-A3747E6818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4"/>
                  <a:ext cx="160" cy="13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26" name="Rectangle 281">
                  <a:extLst>
                    <a:ext uri="{FF2B5EF4-FFF2-40B4-BE49-F238E27FC236}">
                      <a16:creationId xmlns:a16="http://schemas.microsoft.com/office/drawing/2014/main" id="{622E5CFB-1FD5-FE4F-A8B3-4FDC9A6A16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8" y="1836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</p:grpSp>
          <p:grpSp>
            <p:nvGrpSpPr>
              <p:cNvPr id="214442" name="Group 249">
                <a:extLst>
                  <a:ext uri="{FF2B5EF4-FFF2-40B4-BE49-F238E27FC236}">
                    <a16:creationId xmlns:a16="http://schemas.microsoft.com/office/drawing/2014/main" id="{76302BE8-DE92-F84D-BCFA-F53FD5F6A9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472213" y="4384408"/>
                <a:ext cx="225953" cy="395900"/>
                <a:chOff x="4140" y="429"/>
                <a:chExt cx="1425" cy="2396"/>
              </a:xfrm>
            </p:grpSpPr>
            <p:sp>
              <p:nvSpPr>
                <p:cNvPr id="214443" name="Freeform 250">
                  <a:extLst>
                    <a:ext uri="{FF2B5EF4-FFF2-40B4-BE49-F238E27FC236}">
                      <a16:creationId xmlns:a16="http://schemas.microsoft.com/office/drawing/2014/main" id="{D05C3500-37E9-8445-8053-751EA81CC7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9 w 354"/>
                    <a:gd name="T1" fmla="*/ 0 h 2742"/>
                    <a:gd name="T2" fmla="*/ 47 w 354"/>
                    <a:gd name="T3" fmla="*/ 66 h 2742"/>
                    <a:gd name="T4" fmla="*/ 46 w 354"/>
                    <a:gd name="T5" fmla="*/ 510 h 2742"/>
                    <a:gd name="T6" fmla="*/ 0 w 354"/>
                    <a:gd name="T7" fmla="*/ 534 h 2742"/>
                    <a:gd name="T8" fmla="*/ 9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7" name="Rectangle 251">
                  <a:extLst>
                    <a:ext uri="{FF2B5EF4-FFF2-40B4-BE49-F238E27FC236}">
                      <a16:creationId xmlns:a16="http://schemas.microsoft.com/office/drawing/2014/main" id="{F1AF5770-7B2A-4842-A16F-49B0B3EEAA0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0" y="428"/>
                  <a:ext cx="1051" cy="2278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14445" name="Freeform 252">
                  <a:extLst>
                    <a:ext uri="{FF2B5EF4-FFF2-40B4-BE49-F238E27FC236}">
                      <a16:creationId xmlns:a16="http://schemas.microsoft.com/office/drawing/2014/main" id="{FFEBF131-F741-FD40-99D6-A77188BEF4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29 w 211"/>
                    <a:gd name="T3" fmla="*/ 43 h 2537"/>
                    <a:gd name="T4" fmla="*/ 2 w 211"/>
                    <a:gd name="T5" fmla="*/ 48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446" name="Freeform 253">
                  <a:extLst>
                    <a:ext uri="{FF2B5EF4-FFF2-40B4-BE49-F238E27FC236}">
                      <a16:creationId xmlns:a16="http://schemas.microsoft.com/office/drawing/2014/main" id="{2700696E-48C2-014D-BBFB-F556CF419B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5 h 226"/>
                    <a:gd name="T4" fmla="*/ 45 w 328"/>
                    <a:gd name="T5" fmla="*/ 45 h 226"/>
                    <a:gd name="T6" fmla="*/ 0 w 328"/>
                    <a:gd name="T7" fmla="*/ 19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0" name="Rectangle 254">
                  <a:extLst>
                    <a:ext uri="{FF2B5EF4-FFF2-40B4-BE49-F238E27FC236}">
                      <a16:creationId xmlns:a16="http://schemas.microsoft.com/office/drawing/2014/main" id="{1CF44EC9-2774-004D-9366-64CE185764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87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grpSp>
              <p:nvGrpSpPr>
                <p:cNvPr id="214448" name="Group 255">
                  <a:extLst>
                    <a:ext uri="{FF2B5EF4-FFF2-40B4-BE49-F238E27FC236}">
                      <a16:creationId xmlns:a16="http://schemas.microsoft.com/office/drawing/2014/main" id="{02FB440A-2D9A-A44D-8E86-4B3A8606E04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066" name="AutoShape 256">
                    <a:extLst>
                      <a:ext uri="{FF2B5EF4-FFF2-40B4-BE49-F238E27FC236}">
                        <a16:creationId xmlns:a16="http://schemas.microsoft.com/office/drawing/2014/main" id="{FEBCA26C-A96D-A949-B3AE-6BAA2A8345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8"/>
                    <a:ext cx="725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067" name="AutoShape 257">
                    <a:extLst>
                      <a:ext uri="{FF2B5EF4-FFF2-40B4-BE49-F238E27FC236}">
                        <a16:creationId xmlns:a16="http://schemas.microsoft.com/office/drawing/2014/main" id="{1C20A722-7739-BA49-8AD3-F5AC8D9C25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6"/>
                    <a:ext cx="700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1042" name="Rectangle 258">
                  <a:extLst>
                    <a:ext uri="{FF2B5EF4-FFF2-40B4-BE49-F238E27FC236}">
                      <a16:creationId xmlns:a16="http://schemas.microsoft.com/office/drawing/2014/main" id="{F691BD7F-A36F-4148-99D4-B21E74B84A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14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grpSp>
              <p:nvGrpSpPr>
                <p:cNvPr id="214450" name="Group 259">
                  <a:extLst>
                    <a:ext uri="{FF2B5EF4-FFF2-40B4-BE49-F238E27FC236}">
                      <a16:creationId xmlns:a16="http://schemas.microsoft.com/office/drawing/2014/main" id="{B54FA6C1-182C-3F40-8A70-A42ED10A393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064" name="AutoShape 260">
                    <a:extLst>
                      <a:ext uri="{FF2B5EF4-FFF2-40B4-BE49-F238E27FC236}">
                        <a16:creationId xmlns:a16="http://schemas.microsoft.com/office/drawing/2014/main" id="{046347E6-06C0-3F44-8231-155ACC094D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81" y="2569"/>
                    <a:ext cx="725" cy="14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065" name="AutoShape 261">
                    <a:extLst>
                      <a:ext uri="{FF2B5EF4-FFF2-40B4-BE49-F238E27FC236}">
                        <a16:creationId xmlns:a16="http://schemas.microsoft.com/office/drawing/2014/main" id="{0F1E9FDF-4204-484B-AAB6-9486F6F758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94" y="2589"/>
                    <a:ext cx="687" cy="10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1044" name="Rectangle 262">
                  <a:extLst>
                    <a:ext uri="{FF2B5EF4-FFF2-40B4-BE49-F238E27FC236}">
                      <a16:creationId xmlns:a16="http://schemas.microsoft.com/office/drawing/2014/main" id="{001938B9-FAA2-6A4D-96CF-0421A182B8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60"/>
                  <a:ext cx="591" cy="3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45" name="Rectangle 263">
                  <a:extLst>
                    <a:ext uri="{FF2B5EF4-FFF2-40B4-BE49-F238E27FC236}">
                      <a16:creationId xmlns:a16="http://schemas.microsoft.com/office/drawing/2014/main" id="{9FA949CE-3603-CE44-94FA-7B36697ADD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48"/>
                  <a:ext cx="59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grpSp>
              <p:nvGrpSpPr>
                <p:cNvPr id="214453" name="Group 264">
                  <a:extLst>
                    <a:ext uri="{FF2B5EF4-FFF2-40B4-BE49-F238E27FC236}">
                      <a16:creationId xmlns:a16="http://schemas.microsoft.com/office/drawing/2014/main" id="{B07280F9-990B-5345-8393-50DC7B9DAF6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062" name="AutoShape 265">
                    <a:extLst>
                      <a:ext uri="{FF2B5EF4-FFF2-40B4-BE49-F238E27FC236}">
                        <a16:creationId xmlns:a16="http://schemas.microsoft.com/office/drawing/2014/main" id="{E189DFB0-206B-4045-9998-1808928BEA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09" y="2570"/>
                    <a:ext cx="686" cy="13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063" name="AutoShape 266">
                    <a:extLst>
                      <a:ext uri="{FF2B5EF4-FFF2-40B4-BE49-F238E27FC236}">
                        <a16:creationId xmlns:a16="http://schemas.microsoft.com/office/drawing/2014/main" id="{06A70B14-E14B-B84F-B481-2D76CC0AC3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1" y="2588"/>
                    <a:ext cx="649" cy="9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214454" name="Freeform 267">
                  <a:extLst>
                    <a:ext uri="{FF2B5EF4-FFF2-40B4-BE49-F238E27FC236}">
                      <a16:creationId xmlns:a16="http://schemas.microsoft.com/office/drawing/2014/main" id="{6ADFE9D1-7ACF-4543-9F11-D56CFAC414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4 h 226"/>
                    <a:gd name="T4" fmla="*/ 45 w 328"/>
                    <a:gd name="T5" fmla="*/ 43 h 226"/>
                    <a:gd name="T6" fmla="*/ 0 w 328"/>
                    <a:gd name="T7" fmla="*/ 1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4455" name="Group 268">
                  <a:extLst>
                    <a:ext uri="{FF2B5EF4-FFF2-40B4-BE49-F238E27FC236}">
                      <a16:creationId xmlns:a16="http://schemas.microsoft.com/office/drawing/2014/main" id="{38C52F42-3A47-9346-9D5C-8E2AC88345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060" name="AutoShape 269">
                    <a:extLst>
                      <a:ext uri="{FF2B5EF4-FFF2-40B4-BE49-F238E27FC236}">
                        <a16:creationId xmlns:a16="http://schemas.microsoft.com/office/drawing/2014/main" id="{51B35F6C-C7ED-D94A-98D7-E3A65AB24B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43"/>
                    <a:ext cx="723" cy="16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061" name="AutoShape 270">
                    <a:extLst>
                      <a:ext uri="{FF2B5EF4-FFF2-40B4-BE49-F238E27FC236}">
                        <a16:creationId xmlns:a16="http://schemas.microsoft.com/office/drawing/2014/main" id="{62090D08-8FAA-E54D-AD6A-92AB5A60F2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2"/>
                    <a:ext cx="686" cy="11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1049" name="Rectangle 271">
                  <a:extLst>
                    <a:ext uri="{FF2B5EF4-FFF2-40B4-BE49-F238E27FC236}">
                      <a16:creationId xmlns:a16="http://schemas.microsoft.com/office/drawing/2014/main" id="{0B1CD020-CC14-4B43-B14F-0B040EFAAE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51" y="428"/>
                  <a:ext cx="60" cy="228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14457" name="Freeform 272">
                  <a:extLst>
                    <a:ext uri="{FF2B5EF4-FFF2-40B4-BE49-F238E27FC236}">
                      <a16:creationId xmlns:a16="http://schemas.microsoft.com/office/drawing/2014/main" id="{210F67FC-77D0-104D-8E65-513959A55A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40 w 296"/>
                    <a:gd name="T3" fmla="*/ 27 h 256"/>
                    <a:gd name="T4" fmla="*/ 40 w 296"/>
                    <a:gd name="T5" fmla="*/ 49 h 256"/>
                    <a:gd name="T6" fmla="*/ 0 w 296"/>
                    <a:gd name="T7" fmla="*/ 18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458" name="Freeform 273">
                  <a:extLst>
                    <a:ext uri="{FF2B5EF4-FFF2-40B4-BE49-F238E27FC236}">
                      <a16:creationId xmlns:a16="http://schemas.microsoft.com/office/drawing/2014/main" id="{B18E5213-6144-5849-BAD7-C526BA656A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42 w 304"/>
                    <a:gd name="T3" fmla="*/ 32 h 288"/>
                    <a:gd name="T4" fmla="*/ 39 w 304"/>
                    <a:gd name="T5" fmla="*/ 57 h 288"/>
                    <a:gd name="T6" fmla="*/ 2 w 304"/>
                    <a:gd name="T7" fmla="*/ 24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" name="Oval 274">
                  <a:extLst>
                    <a:ext uri="{FF2B5EF4-FFF2-40B4-BE49-F238E27FC236}">
                      <a16:creationId xmlns:a16="http://schemas.microsoft.com/office/drawing/2014/main" id="{96F54578-92AC-674A-9F54-7511524978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2" y="2609"/>
                  <a:ext cx="50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14460" name="Freeform 275">
                  <a:extLst>
                    <a:ext uri="{FF2B5EF4-FFF2-40B4-BE49-F238E27FC236}">
                      <a16:creationId xmlns:a16="http://schemas.microsoft.com/office/drawing/2014/main" id="{6E945926-057C-9543-BE63-D75A4488E4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21 h 240"/>
                    <a:gd name="T2" fmla="*/ 2 w 306"/>
                    <a:gd name="T3" fmla="*/ 48 h 240"/>
                    <a:gd name="T4" fmla="*/ 42 w 306"/>
                    <a:gd name="T5" fmla="*/ 22 h 240"/>
                    <a:gd name="T6" fmla="*/ 40 w 306"/>
                    <a:gd name="T7" fmla="*/ 0 h 240"/>
                    <a:gd name="T8" fmla="*/ 0 w 306"/>
                    <a:gd name="T9" fmla="*/ 21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4" name="AutoShape 276">
                  <a:extLst>
                    <a:ext uri="{FF2B5EF4-FFF2-40B4-BE49-F238E27FC236}">
                      <a16:creationId xmlns:a16="http://schemas.microsoft.com/office/drawing/2014/main" id="{53B8A41D-1E4A-8B41-96FD-332302291D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7"/>
                  <a:ext cx="1202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55" name="AutoShape 277">
                  <a:extLst>
                    <a:ext uri="{FF2B5EF4-FFF2-40B4-BE49-F238E27FC236}">
                      <a16:creationId xmlns:a16="http://schemas.microsoft.com/office/drawing/2014/main" id="{8314FB35-6874-FF41-907C-0CEED28483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0" y="2705"/>
                  <a:ext cx="1071" cy="7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56" name="Oval 278">
                  <a:extLst>
                    <a:ext uri="{FF2B5EF4-FFF2-40B4-BE49-F238E27FC236}">
                      <a16:creationId xmlns:a16="http://schemas.microsoft.com/office/drawing/2014/main" id="{11F0D0AC-C1F8-5048-92EA-442EA334A9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10" y="2379"/>
                  <a:ext cx="160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57" name="Oval 279">
                  <a:extLst>
                    <a:ext uri="{FF2B5EF4-FFF2-40B4-BE49-F238E27FC236}">
                      <a16:creationId xmlns:a16="http://schemas.microsoft.com/office/drawing/2014/main" id="{00582064-967C-584D-9217-EFFA48369D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0" y="2379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58" name="Oval 280">
                  <a:extLst>
                    <a:ext uri="{FF2B5EF4-FFF2-40B4-BE49-F238E27FC236}">
                      <a16:creationId xmlns:a16="http://schemas.microsoft.com/office/drawing/2014/main" id="{38FC02B0-E1F8-0247-8E72-2A07612BE3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1" y="2379"/>
                  <a:ext cx="160" cy="13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59" name="Rectangle 281">
                  <a:extLst>
                    <a:ext uri="{FF2B5EF4-FFF2-40B4-BE49-F238E27FC236}">
                      <a16:creationId xmlns:a16="http://schemas.microsoft.com/office/drawing/2014/main" id="{1EE28A89-63F5-DF4C-84C8-9A84FAD8FC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1" y="1831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</p:grpSp>
        </p:grpSp>
        <p:grpSp>
          <p:nvGrpSpPr>
            <p:cNvPr id="214399" name="Group 1068">
              <a:extLst>
                <a:ext uri="{FF2B5EF4-FFF2-40B4-BE49-F238E27FC236}">
                  <a16:creationId xmlns:a16="http://schemas.microsoft.com/office/drawing/2014/main" id="{8E402CA8-533B-1D4A-9CAE-4C31AA1D66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6941" y="5734675"/>
              <a:ext cx="347753" cy="680208"/>
              <a:chOff x="7923189" y="2486663"/>
              <a:chExt cx="360362" cy="884586"/>
            </a:xfrm>
          </p:grpSpPr>
          <p:pic>
            <p:nvPicPr>
              <p:cNvPr id="214405" name="Picture 3">
                <a:extLst>
                  <a:ext uri="{FF2B5EF4-FFF2-40B4-BE49-F238E27FC236}">
                    <a16:creationId xmlns:a16="http://schemas.microsoft.com/office/drawing/2014/main" id="{32733F9F-7586-5E4F-8834-78697C1804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406" name="Group 950">
                <a:extLst>
                  <a:ext uri="{FF2B5EF4-FFF2-40B4-BE49-F238E27FC236}">
                    <a16:creationId xmlns:a16="http://schemas.microsoft.com/office/drawing/2014/main" id="{278CF83B-2727-E840-82D3-4E01DA472D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407" name="Freeform 951">
                  <a:extLst>
                    <a:ext uri="{FF2B5EF4-FFF2-40B4-BE49-F238E27FC236}">
                      <a16:creationId xmlns:a16="http://schemas.microsoft.com/office/drawing/2014/main" id="{8DCEAEB6-8B9F-A743-8291-D894DCB08A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408" name="Rectangle 952">
                  <a:extLst>
                    <a:ext uri="{FF2B5EF4-FFF2-40B4-BE49-F238E27FC236}">
                      <a16:creationId xmlns:a16="http://schemas.microsoft.com/office/drawing/2014/main" id="{0C24C977-81AA-D943-AC95-ECAABC4635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409" name="Freeform 953">
                  <a:extLst>
                    <a:ext uri="{FF2B5EF4-FFF2-40B4-BE49-F238E27FC236}">
                      <a16:creationId xmlns:a16="http://schemas.microsoft.com/office/drawing/2014/main" id="{1AA76C4E-1179-9143-911B-B58CD9E12C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410" name="Freeform 954">
                  <a:extLst>
                    <a:ext uri="{FF2B5EF4-FFF2-40B4-BE49-F238E27FC236}">
                      <a16:creationId xmlns:a16="http://schemas.microsoft.com/office/drawing/2014/main" id="{1EBF6E83-6A8C-7741-B346-DB75DFBE81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411" name="Rectangle 955">
                  <a:extLst>
                    <a:ext uri="{FF2B5EF4-FFF2-40B4-BE49-F238E27FC236}">
                      <a16:creationId xmlns:a16="http://schemas.microsoft.com/office/drawing/2014/main" id="{3C735847-0E2E-DB49-8559-785F4FF7CB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412" name="Group 956">
                  <a:extLst>
                    <a:ext uri="{FF2B5EF4-FFF2-40B4-BE49-F238E27FC236}">
                      <a16:creationId xmlns:a16="http://schemas.microsoft.com/office/drawing/2014/main" id="{95902300-E8B5-9B4C-B771-8D658CE506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437" name="AutoShape 957">
                    <a:extLst>
                      <a:ext uri="{FF2B5EF4-FFF2-40B4-BE49-F238E27FC236}">
                        <a16:creationId xmlns:a16="http://schemas.microsoft.com/office/drawing/2014/main" id="{D9BF973C-286D-6A4C-B74E-31C91AEB4C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438" name="AutoShape 958">
                    <a:extLst>
                      <a:ext uri="{FF2B5EF4-FFF2-40B4-BE49-F238E27FC236}">
                        <a16:creationId xmlns:a16="http://schemas.microsoft.com/office/drawing/2014/main" id="{8A8F2273-F2F0-8246-8122-C389B0DB02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413" name="Rectangle 959">
                  <a:extLst>
                    <a:ext uri="{FF2B5EF4-FFF2-40B4-BE49-F238E27FC236}">
                      <a16:creationId xmlns:a16="http://schemas.microsoft.com/office/drawing/2014/main" id="{A215A618-2228-1E40-8380-BCFC363435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414" name="Group 960">
                  <a:extLst>
                    <a:ext uri="{FF2B5EF4-FFF2-40B4-BE49-F238E27FC236}">
                      <a16:creationId xmlns:a16="http://schemas.microsoft.com/office/drawing/2014/main" id="{0CF5AE61-55C9-EE49-B017-931CF03BFE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435" name="AutoShape 961">
                    <a:extLst>
                      <a:ext uri="{FF2B5EF4-FFF2-40B4-BE49-F238E27FC236}">
                        <a16:creationId xmlns:a16="http://schemas.microsoft.com/office/drawing/2014/main" id="{51E98649-DA5D-F84C-9475-9029C4F201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436" name="AutoShape 962">
                    <a:extLst>
                      <a:ext uri="{FF2B5EF4-FFF2-40B4-BE49-F238E27FC236}">
                        <a16:creationId xmlns:a16="http://schemas.microsoft.com/office/drawing/2014/main" id="{56E6C1E0-4B5B-C042-ADE7-0B89FAB8E0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415" name="Rectangle 963">
                  <a:extLst>
                    <a:ext uri="{FF2B5EF4-FFF2-40B4-BE49-F238E27FC236}">
                      <a16:creationId xmlns:a16="http://schemas.microsoft.com/office/drawing/2014/main" id="{97B4E582-7B38-FE4A-946C-21FE3ADE65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416" name="Rectangle 964">
                  <a:extLst>
                    <a:ext uri="{FF2B5EF4-FFF2-40B4-BE49-F238E27FC236}">
                      <a16:creationId xmlns:a16="http://schemas.microsoft.com/office/drawing/2014/main" id="{2EF7FE66-E052-6E4B-A967-C146A6E59C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4417" name="Group 965">
                  <a:extLst>
                    <a:ext uri="{FF2B5EF4-FFF2-40B4-BE49-F238E27FC236}">
                      <a16:creationId xmlns:a16="http://schemas.microsoft.com/office/drawing/2014/main" id="{9AAE0792-8C21-B647-8993-E880A752C0F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433" name="AutoShape 966">
                    <a:extLst>
                      <a:ext uri="{FF2B5EF4-FFF2-40B4-BE49-F238E27FC236}">
                        <a16:creationId xmlns:a16="http://schemas.microsoft.com/office/drawing/2014/main" id="{E27A401E-0185-E04D-9EE8-F250AB0DA8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434" name="AutoShape 967">
                    <a:extLst>
                      <a:ext uri="{FF2B5EF4-FFF2-40B4-BE49-F238E27FC236}">
                        <a16:creationId xmlns:a16="http://schemas.microsoft.com/office/drawing/2014/main" id="{688D841D-D13F-5246-A020-C0FBA68E25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418" name="Freeform 968">
                  <a:extLst>
                    <a:ext uri="{FF2B5EF4-FFF2-40B4-BE49-F238E27FC236}">
                      <a16:creationId xmlns:a16="http://schemas.microsoft.com/office/drawing/2014/main" id="{40C4AE9E-8D37-8549-92CC-40854D242C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4419" name="Group 969">
                  <a:extLst>
                    <a:ext uri="{FF2B5EF4-FFF2-40B4-BE49-F238E27FC236}">
                      <a16:creationId xmlns:a16="http://schemas.microsoft.com/office/drawing/2014/main" id="{B0E06361-773E-594D-8BA8-A6BFEF56DAE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431" name="AutoShape 970">
                    <a:extLst>
                      <a:ext uri="{FF2B5EF4-FFF2-40B4-BE49-F238E27FC236}">
                        <a16:creationId xmlns:a16="http://schemas.microsoft.com/office/drawing/2014/main" id="{A254F874-2C1A-A94F-B104-6B11A3B3FF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432" name="AutoShape 971">
                    <a:extLst>
                      <a:ext uri="{FF2B5EF4-FFF2-40B4-BE49-F238E27FC236}">
                        <a16:creationId xmlns:a16="http://schemas.microsoft.com/office/drawing/2014/main" id="{63C57A66-FE2A-9B49-AC7A-28FE9BBFE9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14420" name="Rectangle 972">
                  <a:extLst>
                    <a:ext uri="{FF2B5EF4-FFF2-40B4-BE49-F238E27FC236}">
                      <a16:creationId xmlns:a16="http://schemas.microsoft.com/office/drawing/2014/main" id="{41FC7717-503B-234E-8D7D-9022259F56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421" name="Freeform 973">
                  <a:extLst>
                    <a:ext uri="{FF2B5EF4-FFF2-40B4-BE49-F238E27FC236}">
                      <a16:creationId xmlns:a16="http://schemas.microsoft.com/office/drawing/2014/main" id="{D2714405-2380-B44B-99CA-B0213CFA7F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422" name="Freeform 974">
                  <a:extLst>
                    <a:ext uri="{FF2B5EF4-FFF2-40B4-BE49-F238E27FC236}">
                      <a16:creationId xmlns:a16="http://schemas.microsoft.com/office/drawing/2014/main" id="{9F8F4988-F695-454E-9D54-EBC8E0AFDB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423" name="Oval 975">
                  <a:extLst>
                    <a:ext uri="{FF2B5EF4-FFF2-40B4-BE49-F238E27FC236}">
                      <a16:creationId xmlns:a16="http://schemas.microsoft.com/office/drawing/2014/main" id="{A24C5B25-D627-3649-8F12-A567A24A9B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424" name="Freeform 976">
                  <a:extLst>
                    <a:ext uri="{FF2B5EF4-FFF2-40B4-BE49-F238E27FC236}">
                      <a16:creationId xmlns:a16="http://schemas.microsoft.com/office/drawing/2014/main" id="{2F3F0CC0-1CC5-834C-90FF-5DEC703CFC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425" name="AutoShape 977">
                  <a:extLst>
                    <a:ext uri="{FF2B5EF4-FFF2-40B4-BE49-F238E27FC236}">
                      <a16:creationId xmlns:a16="http://schemas.microsoft.com/office/drawing/2014/main" id="{9E9EBBD6-ABA3-CE41-873E-E25C8CD3C5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426" name="AutoShape 978">
                  <a:extLst>
                    <a:ext uri="{FF2B5EF4-FFF2-40B4-BE49-F238E27FC236}">
                      <a16:creationId xmlns:a16="http://schemas.microsoft.com/office/drawing/2014/main" id="{DE66A82D-7F89-BA46-94BF-C440B325B8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427" name="Oval 979">
                  <a:extLst>
                    <a:ext uri="{FF2B5EF4-FFF2-40B4-BE49-F238E27FC236}">
                      <a16:creationId xmlns:a16="http://schemas.microsoft.com/office/drawing/2014/main" id="{8093C79D-2479-684D-9E42-329DA6A61D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428" name="Oval 980">
                  <a:extLst>
                    <a:ext uri="{FF2B5EF4-FFF2-40B4-BE49-F238E27FC236}">
                      <a16:creationId xmlns:a16="http://schemas.microsoft.com/office/drawing/2014/main" id="{C0BC531C-6E59-9446-B664-FDD8EBABB7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429" name="Oval 981">
                  <a:extLst>
                    <a:ext uri="{FF2B5EF4-FFF2-40B4-BE49-F238E27FC236}">
                      <a16:creationId xmlns:a16="http://schemas.microsoft.com/office/drawing/2014/main" id="{E9ED9C0E-3190-1C40-93DB-19A88E9CD0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14430" name="Rectangle 982">
                  <a:extLst>
                    <a:ext uri="{FF2B5EF4-FFF2-40B4-BE49-F238E27FC236}">
                      <a16:creationId xmlns:a16="http://schemas.microsoft.com/office/drawing/2014/main" id="{541C1A9C-C313-D944-991B-F15BF1E1A4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214400" name="Group 3">
              <a:extLst>
                <a:ext uri="{FF2B5EF4-FFF2-40B4-BE49-F238E27FC236}">
                  <a16:creationId xmlns:a16="http://schemas.microsoft.com/office/drawing/2014/main" id="{324EDE22-2FBE-CD4B-87F5-3AFE46AE84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9215" y="4827099"/>
              <a:ext cx="875523" cy="506826"/>
              <a:chOff x="439215" y="4827099"/>
              <a:chExt cx="875523" cy="506826"/>
            </a:xfrm>
          </p:grpSpPr>
          <p:grpSp>
            <p:nvGrpSpPr>
              <p:cNvPr id="214401" name="Group 418">
                <a:extLst>
                  <a:ext uri="{FF2B5EF4-FFF2-40B4-BE49-F238E27FC236}">
                    <a16:creationId xmlns:a16="http://schemas.microsoft.com/office/drawing/2014/main" id="{5EBBB6C8-77B2-BA46-8116-9CC4F54F533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9215" y="4827099"/>
                <a:ext cx="875523" cy="506826"/>
                <a:chOff x="2889" y="1631"/>
                <a:chExt cx="980" cy="743"/>
              </a:xfrm>
            </p:grpSpPr>
            <p:sp>
              <p:nvSpPr>
                <p:cNvPr id="214403" name="Rectangle 419">
                  <a:extLst>
                    <a:ext uri="{FF2B5EF4-FFF2-40B4-BE49-F238E27FC236}">
                      <a16:creationId xmlns:a16="http://schemas.microsoft.com/office/drawing/2014/main" id="{2E581D98-6885-D344-B42F-A717F5B850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46" y="1841"/>
                  <a:ext cx="663" cy="533"/>
                </a:xfrm>
                <a:prstGeom prst="rect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249" name="AutoShape 420">
                  <a:extLst>
                    <a:ext uri="{FF2B5EF4-FFF2-40B4-BE49-F238E27FC236}">
                      <a16:creationId xmlns:a16="http://schemas.microsoft.com/office/drawing/2014/main" id="{7543A277-20B6-4B4B-88B3-775CB6CE92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89" y="1631"/>
                  <a:ext cx="976" cy="254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tx1">
                    <a:lumMod val="50000"/>
                    <a:lumOff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CC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pic>
            <p:nvPicPr>
              <p:cNvPr id="214402" name="Picture 9">
                <a:extLst>
                  <a:ext uri="{FF2B5EF4-FFF2-40B4-BE49-F238E27FC236}">
                    <a16:creationId xmlns:a16="http://schemas.microsoft.com/office/drawing/2014/main" id="{84AFFF33-43DD-D448-9B8B-7C7762B494C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3109" y="5014480"/>
                <a:ext cx="405029" cy="2908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663E03E5-A035-FA4B-96FB-1DB1173EACF5}"/>
              </a:ext>
            </a:extLst>
          </p:cNvPr>
          <p:cNvGrpSpPr>
            <a:grpSpLocks/>
          </p:cNvGrpSpPr>
          <p:nvPr/>
        </p:nvGrpSpPr>
        <p:grpSpPr bwMode="auto">
          <a:xfrm>
            <a:off x="1949451" y="1181101"/>
            <a:ext cx="8258175" cy="5427663"/>
            <a:chOff x="425291" y="1016574"/>
            <a:chExt cx="8258951" cy="5427438"/>
          </a:xfrm>
        </p:grpSpPr>
        <p:grpSp>
          <p:nvGrpSpPr>
            <p:cNvPr id="214030" name="Group 7">
              <a:extLst>
                <a:ext uri="{FF2B5EF4-FFF2-40B4-BE49-F238E27FC236}">
                  <a16:creationId xmlns:a16="http://schemas.microsoft.com/office/drawing/2014/main" id="{A4AF4A7E-AAF4-534C-ABAC-8465AF89D6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1857" y="1488950"/>
              <a:ext cx="7326607" cy="4955062"/>
              <a:chOff x="861857" y="1488950"/>
              <a:chExt cx="7326607" cy="4955062"/>
            </a:xfrm>
          </p:grpSpPr>
          <p:cxnSp>
            <p:nvCxnSpPr>
              <p:cNvPr id="214383" name="Straight Connector 6">
                <a:extLst>
                  <a:ext uri="{FF2B5EF4-FFF2-40B4-BE49-F238E27FC236}">
                    <a16:creationId xmlns:a16="http://schemas.microsoft.com/office/drawing/2014/main" id="{9512D778-123C-7140-9209-CBA6A43BC19E}"/>
                  </a:ext>
                </a:extLst>
              </p:cNvPr>
              <p:cNvCxnSpPr>
                <a:cxnSpLocks noChangeShapeType="1"/>
                <a:stCxn id="214402" idx="2"/>
              </p:cNvCxnSpPr>
              <p:nvPr/>
            </p:nvCxnSpPr>
            <p:spPr bwMode="auto">
              <a:xfrm flipH="1" flipV="1">
                <a:off x="861857" y="2766634"/>
                <a:ext cx="24132" cy="237025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4" name="Straight Connector 786">
                <a:extLst>
                  <a:ext uri="{FF2B5EF4-FFF2-40B4-BE49-F238E27FC236}">
                    <a16:creationId xmlns:a16="http://schemas.microsoft.com/office/drawing/2014/main" id="{B2301258-B27E-2F44-9382-9A623C4D7000}"/>
                  </a:ext>
                </a:extLst>
              </p:cNvPr>
              <p:cNvCxnSpPr>
                <a:cxnSpLocks noChangeShapeType="1"/>
                <a:stCxn id="214712" idx="2"/>
              </p:cNvCxnSpPr>
              <p:nvPr/>
            </p:nvCxnSpPr>
            <p:spPr bwMode="auto">
              <a:xfrm flipV="1">
                <a:off x="1769891" y="1936350"/>
                <a:ext cx="381" cy="24137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5" name="Straight Connector 787">
                <a:extLst>
                  <a:ext uri="{FF2B5EF4-FFF2-40B4-BE49-F238E27FC236}">
                    <a16:creationId xmlns:a16="http://schemas.microsoft.com/office/drawing/2014/main" id="{7B952022-194E-AF45-BA8F-F3BA1517842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2209958" y="3252851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6" name="Straight Connector 788">
                <a:extLst>
                  <a:ext uri="{FF2B5EF4-FFF2-40B4-BE49-F238E27FC236}">
                    <a16:creationId xmlns:a16="http://schemas.microsoft.com/office/drawing/2014/main" id="{DA4CF229-090E-D040-A819-79B58CD0D15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3314938" y="3904152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7" name="Straight Connector 789">
                <a:extLst>
                  <a:ext uri="{FF2B5EF4-FFF2-40B4-BE49-F238E27FC236}">
                    <a16:creationId xmlns:a16="http://schemas.microsoft.com/office/drawing/2014/main" id="{F1FD2E17-FCFD-7A49-80F1-F0132E422F6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4465279" y="1488950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8" name="Straight Connector 791">
                <a:extLst>
                  <a:ext uri="{FF2B5EF4-FFF2-40B4-BE49-F238E27FC236}">
                    <a16:creationId xmlns:a16="http://schemas.microsoft.com/office/drawing/2014/main" id="{F2AA9CB3-A15F-6A4F-BD49-8C86FD328DF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5162011" y="3561357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9" name="Straight Connector 967">
                <a:extLst>
                  <a:ext uri="{FF2B5EF4-FFF2-40B4-BE49-F238E27FC236}">
                    <a16:creationId xmlns:a16="http://schemas.microsoft.com/office/drawing/2014/main" id="{1A84D6ED-7888-4649-8F9A-6F97B339F19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6130907" y="1778447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90" name="Straight Connector 1067">
                <a:extLst>
                  <a:ext uri="{FF2B5EF4-FFF2-40B4-BE49-F238E27FC236}">
                    <a16:creationId xmlns:a16="http://schemas.microsoft.com/office/drawing/2014/main" id="{6E0210E8-9E52-B64F-AB77-2FE66D785BB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188464" y="2384037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91" name="Straight Connector 1103">
                <a:extLst>
                  <a:ext uri="{FF2B5EF4-FFF2-40B4-BE49-F238E27FC236}">
                    <a16:creationId xmlns:a16="http://schemas.microsoft.com/office/drawing/2014/main" id="{4BD7FE31-973D-2149-85C0-0E13ED55A48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7267323" y="3880001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214031" name="Group 1104">
              <a:extLst>
                <a:ext uri="{FF2B5EF4-FFF2-40B4-BE49-F238E27FC236}">
                  <a16:creationId xmlns:a16="http://schemas.microsoft.com/office/drawing/2014/main" id="{765F4DA0-16C7-9A4A-BC15-42B419D784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5291" y="1016574"/>
              <a:ext cx="8258951" cy="2901368"/>
              <a:chOff x="439215" y="3555216"/>
              <a:chExt cx="8258951" cy="2901368"/>
            </a:xfrm>
          </p:grpSpPr>
          <p:grpSp>
            <p:nvGrpSpPr>
              <p:cNvPr id="214032" name="Group 1105">
                <a:extLst>
                  <a:ext uri="{FF2B5EF4-FFF2-40B4-BE49-F238E27FC236}">
                    <a16:creationId xmlns:a16="http://schemas.microsoft.com/office/drawing/2014/main" id="{E694307B-217B-FB40-81BB-A309B6A9FA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78362" y="3855145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349" name="Picture 3">
                  <a:extLst>
                    <a:ext uri="{FF2B5EF4-FFF2-40B4-BE49-F238E27FC236}">
                      <a16:creationId xmlns:a16="http://schemas.microsoft.com/office/drawing/2014/main" id="{A5775926-AFE6-1449-9A27-5441A654C9E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350" name="Group 950">
                  <a:extLst>
                    <a:ext uri="{FF2B5EF4-FFF2-40B4-BE49-F238E27FC236}">
                      <a16:creationId xmlns:a16="http://schemas.microsoft.com/office/drawing/2014/main" id="{38CC53F0-B414-2E4E-8986-2F7DDC5D0D8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351" name="Freeform 951">
                    <a:extLst>
                      <a:ext uri="{FF2B5EF4-FFF2-40B4-BE49-F238E27FC236}">
                        <a16:creationId xmlns:a16="http://schemas.microsoft.com/office/drawing/2014/main" id="{1D940CF4-9ED0-F04D-B582-4A54E780ED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352" name="Rectangle 952">
                    <a:extLst>
                      <a:ext uri="{FF2B5EF4-FFF2-40B4-BE49-F238E27FC236}">
                        <a16:creationId xmlns:a16="http://schemas.microsoft.com/office/drawing/2014/main" id="{5C864C79-25E8-8D48-A1F0-E6D2174CB7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53" name="Freeform 953">
                    <a:extLst>
                      <a:ext uri="{FF2B5EF4-FFF2-40B4-BE49-F238E27FC236}">
                        <a16:creationId xmlns:a16="http://schemas.microsoft.com/office/drawing/2014/main" id="{F9230EA0-40F1-F944-A1C8-C87B9C4B31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354" name="Freeform 954">
                    <a:extLst>
                      <a:ext uri="{FF2B5EF4-FFF2-40B4-BE49-F238E27FC236}">
                        <a16:creationId xmlns:a16="http://schemas.microsoft.com/office/drawing/2014/main" id="{F0AB7CF6-089B-1148-BBF7-D843D80D90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355" name="Rectangle 955">
                    <a:extLst>
                      <a:ext uri="{FF2B5EF4-FFF2-40B4-BE49-F238E27FC236}">
                        <a16:creationId xmlns:a16="http://schemas.microsoft.com/office/drawing/2014/main" id="{98CC2FCF-928D-5E48-AEAC-621C4884E8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356" name="Group 956">
                    <a:extLst>
                      <a:ext uri="{FF2B5EF4-FFF2-40B4-BE49-F238E27FC236}">
                        <a16:creationId xmlns:a16="http://schemas.microsoft.com/office/drawing/2014/main" id="{32064450-79DB-9B42-B425-E4053B0D45F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381" name="AutoShape 957">
                      <a:extLst>
                        <a:ext uri="{FF2B5EF4-FFF2-40B4-BE49-F238E27FC236}">
                          <a16:creationId xmlns:a16="http://schemas.microsoft.com/office/drawing/2014/main" id="{81709B80-81CD-484F-90A0-829B27DBF22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382" name="AutoShape 958">
                      <a:extLst>
                        <a:ext uri="{FF2B5EF4-FFF2-40B4-BE49-F238E27FC236}">
                          <a16:creationId xmlns:a16="http://schemas.microsoft.com/office/drawing/2014/main" id="{59C6BA8F-1200-164F-A9AE-4A6580C660B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357" name="Rectangle 959">
                    <a:extLst>
                      <a:ext uri="{FF2B5EF4-FFF2-40B4-BE49-F238E27FC236}">
                        <a16:creationId xmlns:a16="http://schemas.microsoft.com/office/drawing/2014/main" id="{DC21CC66-F586-0442-ABD4-46DA223A4C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358" name="Group 960">
                    <a:extLst>
                      <a:ext uri="{FF2B5EF4-FFF2-40B4-BE49-F238E27FC236}">
                        <a16:creationId xmlns:a16="http://schemas.microsoft.com/office/drawing/2014/main" id="{522CC6A9-9C0A-A348-B0AE-A15925D12CD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379" name="AutoShape 961">
                      <a:extLst>
                        <a:ext uri="{FF2B5EF4-FFF2-40B4-BE49-F238E27FC236}">
                          <a16:creationId xmlns:a16="http://schemas.microsoft.com/office/drawing/2014/main" id="{FB03F716-8759-2347-BC2A-0F6B8586036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380" name="AutoShape 962">
                      <a:extLst>
                        <a:ext uri="{FF2B5EF4-FFF2-40B4-BE49-F238E27FC236}">
                          <a16:creationId xmlns:a16="http://schemas.microsoft.com/office/drawing/2014/main" id="{968FE5C9-C21A-434D-9892-A0B42A53022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359" name="Rectangle 963">
                    <a:extLst>
                      <a:ext uri="{FF2B5EF4-FFF2-40B4-BE49-F238E27FC236}">
                        <a16:creationId xmlns:a16="http://schemas.microsoft.com/office/drawing/2014/main" id="{B266DFC4-3207-8841-9669-94EE2546F3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60" name="Rectangle 964">
                    <a:extLst>
                      <a:ext uri="{FF2B5EF4-FFF2-40B4-BE49-F238E27FC236}">
                        <a16:creationId xmlns:a16="http://schemas.microsoft.com/office/drawing/2014/main" id="{B4358FEB-66AD-A549-8017-15821E824D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361" name="Group 965">
                    <a:extLst>
                      <a:ext uri="{FF2B5EF4-FFF2-40B4-BE49-F238E27FC236}">
                        <a16:creationId xmlns:a16="http://schemas.microsoft.com/office/drawing/2014/main" id="{A501AB8D-E194-184D-B93F-CE0B3F99371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377" name="AutoShape 966">
                      <a:extLst>
                        <a:ext uri="{FF2B5EF4-FFF2-40B4-BE49-F238E27FC236}">
                          <a16:creationId xmlns:a16="http://schemas.microsoft.com/office/drawing/2014/main" id="{6F4F8E69-BE61-B843-B396-7042AFECE11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378" name="AutoShape 967">
                      <a:extLst>
                        <a:ext uri="{FF2B5EF4-FFF2-40B4-BE49-F238E27FC236}">
                          <a16:creationId xmlns:a16="http://schemas.microsoft.com/office/drawing/2014/main" id="{154AE41D-488D-8F44-88B1-F11C857D774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362" name="Freeform 968">
                    <a:extLst>
                      <a:ext uri="{FF2B5EF4-FFF2-40B4-BE49-F238E27FC236}">
                        <a16:creationId xmlns:a16="http://schemas.microsoft.com/office/drawing/2014/main" id="{1B1846C0-35D3-4E43-AED9-CEBA5DFA66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14363" name="Group 969">
                    <a:extLst>
                      <a:ext uri="{FF2B5EF4-FFF2-40B4-BE49-F238E27FC236}">
                        <a16:creationId xmlns:a16="http://schemas.microsoft.com/office/drawing/2014/main" id="{BE50C039-2456-0A43-8A8F-7974C27908F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375" name="AutoShape 970">
                      <a:extLst>
                        <a:ext uri="{FF2B5EF4-FFF2-40B4-BE49-F238E27FC236}">
                          <a16:creationId xmlns:a16="http://schemas.microsoft.com/office/drawing/2014/main" id="{D6415243-02B9-604D-8712-065D4F3F992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376" name="AutoShape 971">
                      <a:extLst>
                        <a:ext uri="{FF2B5EF4-FFF2-40B4-BE49-F238E27FC236}">
                          <a16:creationId xmlns:a16="http://schemas.microsoft.com/office/drawing/2014/main" id="{7940FDC4-5E59-1B4D-AC78-6F272DC2CA9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364" name="Rectangle 972">
                    <a:extLst>
                      <a:ext uri="{FF2B5EF4-FFF2-40B4-BE49-F238E27FC236}">
                        <a16:creationId xmlns:a16="http://schemas.microsoft.com/office/drawing/2014/main" id="{B61E69CD-4454-3643-BD20-839CE28043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65" name="Freeform 973">
                    <a:extLst>
                      <a:ext uri="{FF2B5EF4-FFF2-40B4-BE49-F238E27FC236}">
                        <a16:creationId xmlns:a16="http://schemas.microsoft.com/office/drawing/2014/main" id="{B09FCB36-68EA-6E43-AC71-461A29D544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366" name="Freeform 974">
                    <a:extLst>
                      <a:ext uri="{FF2B5EF4-FFF2-40B4-BE49-F238E27FC236}">
                        <a16:creationId xmlns:a16="http://schemas.microsoft.com/office/drawing/2014/main" id="{4DF52331-2EAD-5B4B-90D5-064E127358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367" name="Oval 975">
                    <a:extLst>
                      <a:ext uri="{FF2B5EF4-FFF2-40B4-BE49-F238E27FC236}">
                        <a16:creationId xmlns:a16="http://schemas.microsoft.com/office/drawing/2014/main" id="{BB63952B-4392-CE42-8365-B9FC248F77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68" name="Freeform 976">
                    <a:extLst>
                      <a:ext uri="{FF2B5EF4-FFF2-40B4-BE49-F238E27FC236}">
                        <a16:creationId xmlns:a16="http://schemas.microsoft.com/office/drawing/2014/main" id="{6CAE91DE-B423-4643-8A87-F427B89F196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369" name="AutoShape 977">
                    <a:extLst>
                      <a:ext uri="{FF2B5EF4-FFF2-40B4-BE49-F238E27FC236}">
                        <a16:creationId xmlns:a16="http://schemas.microsoft.com/office/drawing/2014/main" id="{0D7858BE-3E40-6341-BB59-D191C3AC61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70" name="AutoShape 978">
                    <a:extLst>
                      <a:ext uri="{FF2B5EF4-FFF2-40B4-BE49-F238E27FC236}">
                        <a16:creationId xmlns:a16="http://schemas.microsoft.com/office/drawing/2014/main" id="{A852E96A-2320-5744-BC11-26B7E72331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71" name="Oval 979">
                    <a:extLst>
                      <a:ext uri="{FF2B5EF4-FFF2-40B4-BE49-F238E27FC236}">
                        <a16:creationId xmlns:a16="http://schemas.microsoft.com/office/drawing/2014/main" id="{DC96CAF8-19F8-0048-BF8B-8C68ED47B9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72" name="Oval 980">
                    <a:extLst>
                      <a:ext uri="{FF2B5EF4-FFF2-40B4-BE49-F238E27FC236}">
                        <a16:creationId xmlns:a16="http://schemas.microsoft.com/office/drawing/2014/main" id="{AB248E44-3DC8-444A-8C84-7C4F2AF161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73" name="Oval 981">
                    <a:extLst>
                      <a:ext uri="{FF2B5EF4-FFF2-40B4-BE49-F238E27FC236}">
                        <a16:creationId xmlns:a16="http://schemas.microsoft.com/office/drawing/2014/main" id="{4DBBD334-0E75-8E4F-9DBD-742A7B67A1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74" name="Rectangle 982">
                    <a:extLst>
                      <a:ext uri="{FF2B5EF4-FFF2-40B4-BE49-F238E27FC236}">
                        <a16:creationId xmlns:a16="http://schemas.microsoft.com/office/drawing/2014/main" id="{6D589F8A-DA14-5F4D-AC80-DF0C9F36CD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14033" name="Group 1106">
                <a:extLst>
                  <a:ext uri="{FF2B5EF4-FFF2-40B4-BE49-F238E27FC236}">
                    <a16:creationId xmlns:a16="http://schemas.microsoft.com/office/drawing/2014/main" id="{C6C4C3FE-A2CC-F64A-A43C-914F88CFCB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221830" y="5776376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315" name="Picture 3">
                  <a:extLst>
                    <a:ext uri="{FF2B5EF4-FFF2-40B4-BE49-F238E27FC236}">
                      <a16:creationId xmlns:a16="http://schemas.microsoft.com/office/drawing/2014/main" id="{260B4362-0575-F74D-954B-5E4CD0D0769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316" name="Group 950">
                  <a:extLst>
                    <a:ext uri="{FF2B5EF4-FFF2-40B4-BE49-F238E27FC236}">
                      <a16:creationId xmlns:a16="http://schemas.microsoft.com/office/drawing/2014/main" id="{4A701EFD-908E-364D-8A6D-551B0387068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317" name="Freeform 951">
                    <a:extLst>
                      <a:ext uri="{FF2B5EF4-FFF2-40B4-BE49-F238E27FC236}">
                        <a16:creationId xmlns:a16="http://schemas.microsoft.com/office/drawing/2014/main" id="{E6062FE3-75DD-FA43-83DD-1C2B451511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318" name="Rectangle 952">
                    <a:extLst>
                      <a:ext uri="{FF2B5EF4-FFF2-40B4-BE49-F238E27FC236}">
                        <a16:creationId xmlns:a16="http://schemas.microsoft.com/office/drawing/2014/main" id="{FF82ADFA-572F-C74B-A1C4-568A9EB8F6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19" name="Freeform 953">
                    <a:extLst>
                      <a:ext uri="{FF2B5EF4-FFF2-40B4-BE49-F238E27FC236}">
                        <a16:creationId xmlns:a16="http://schemas.microsoft.com/office/drawing/2014/main" id="{49B35CCA-6F24-A84D-9C1D-1CF611C675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320" name="Freeform 954">
                    <a:extLst>
                      <a:ext uri="{FF2B5EF4-FFF2-40B4-BE49-F238E27FC236}">
                        <a16:creationId xmlns:a16="http://schemas.microsoft.com/office/drawing/2014/main" id="{350BEFC5-5530-DA47-85B7-6B72F15743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321" name="Rectangle 955">
                    <a:extLst>
                      <a:ext uri="{FF2B5EF4-FFF2-40B4-BE49-F238E27FC236}">
                        <a16:creationId xmlns:a16="http://schemas.microsoft.com/office/drawing/2014/main" id="{2B66742B-4655-114F-9D78-84F2EB77D5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322" name="Group 956">
                    <a:extLst>
                      <a:ext uri="{FF2B5EF4-FFF2-40B4-BE49-F238E27FC236}">
                        <a16:creationId xmlns:a16="http://schemas.microsoft.com/office/drawing/2014/main" id="{D095D206-B97B-754E-9B61-548F2005901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347" name="AutoShape 957">
                      <a:extLst>
                        <a:ext uri="{FF2B5EF4-FFF2-40B4-BE49-F238E27FC236}">
                          <a16:creationId xmlns:a16="http://schemas.microsoft.com/office/drawing/2014/main" id="{794C0100-9908-FA4D-B12F-68EB92D1E14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348" name="AutoShape 958">
                      <a:extLst>
                        <a:ext uri="{FF2B5EF4-FFF2-40B4-BE49-F238E27FC236}">
                          <a16:creationId xmlns:a16="http://schemas.microsoft.com/office/drawing/2014/main" id="{4934E9C0-E5CC-BE4F-8C87-255B6859F86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323" name="Rectangle 959">
                    <a:extLst>
                      <a:ext uri="{FF2B5EF4-FFF2-40B4-BE49-F238E27FC236}">
                        <a16:creationId xmlns:a16="http://schemas.microsoft.com/office/drawing/2014/main" id="{24141002-9948-3047-847B-82F4D74779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324" name="Group 960">
                    <a:extLst>
                      <a:ext uri="{FF2B5EF4-FFF2-40B4-BE49-F238E27FC236}">
                        <a16:creationId xmlns:a16="http://schemas.microsoft.com/office/drawing/2014/main" id="{45C5223C-B1C1-714C-8C0B-28BA6D60432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345" name="AutoShape 961">
                      <a:extLst>
                        <a:ext uri="{FF2B5EF4-FFF2-40B4-BE49-F238E27FC236}">
                          <a16:creationId xmlns:a16="http://schemas.microsoft.com/office/drawing/2014/main" id="{18BA5F5B-4712-BA47-B5BF-3B42631D02C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346" name="AutoShape 962">
                      <a:extLst>
                        <a:ext uri="{FF2B5EF4-FFF2-40B4-BE49-F238E27FC236}">
                          <a16:creationId xmlns:a16="http://schemas.microsoft.com/office/drawing/2014/main" id="{E3013E6F-78BE-AF4E-9314-F26F3E9ACC5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325" name="Rectangle 963">
                    <a:extLst>
                      <a:ext uri="{FF2B5EF4-FFF2-40B4-BE49-F238E27FC236}">
                        <a16:creationId xmlns:a16="http://schemas.microsoft.com/office/drawing/2014/main" id="{F88C31A1-A785-4448-8EC5-94B27B8EFF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26" name="Rectangle 964">
                    <a:extLst>
                      <a:ext uri="{FF2B5EF4-FFF2-40B4-BE49-F238E27FC236}">
                        <a16:creationId xmlns:a16="http://schemas.microsoft.com/office/drawing/2014/main" id="{41590F59-952A-7746-A258-659BCB0F05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327" name="Group 965">
                    <a:extLst>
                      <a:ext uri="{FF2B5EF4-FFF2-40B4-BE49-F238E27FC236}">
                        <a16:creationId xmlns:a16="http://schemas.microsoft.com/office/drawing/2014/main" id="{529AF34E-4521-2B40-AB73-3D5A5FBB4CC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343" name="AutoShape 966">
                      <a:extLst>
                        <a:ext uri="{FF2B5EF4-FFF2-40B4-BE49-F238E27FC236}">
                          <a16:creationId xmlns:a16="http://schemas.microsoft.com/office/drawing/2014/main" id="{22C6E18A-60A4-6D43-9F16-EA1672E694A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344" name="AutoShape 967">
                      <a:extLst>
                        <a:ext uri="{FF2B5EF4-FFF2-40B4-BE49-F238E27FC236}">
                          <a16:creationId xmlns:a16="http://schemas.microsoft.com/office/drawing/2014/main" id="{9AB8339A-C61F-3049-8F4C-42B6C6B2E38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328" name="Freeform 968">
                    <a:extLst>
                      <a:ext uri="{FF2B5EF4-FFF2-40B4-BE49-F238E27FC236}">
                        <a16:creationId xmlns:a16="http://schemas.microsoft.com/office/drawing/2014/main" id="{3209BB09-C9CD-4F47-96FA-4B0B6A43FF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14329" name="Group 969">
                    <a:extLst>
                      <a:ext uri="{FF2B5EF4-FFF2-40B4-BE49-F238E27FC236}">
                        <a16:creationId xmlns:a16="http://schemas.microsoft.com/office/drawing/2014/main" id="{14AA97B1-880D-F54A-98BB-64F7E784FB3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341" name="AutoShape 970">
                      <a:extLst>
                        <a:ext uri="{FF2B5EF4-FFF2-40B4-BE49-F238E27FC236}">
                          <a16:creationId xmlns:a16="http://schemas.microsoft.com/office/drawing/2014/main" id="{810C0E7D-2C0F-7946-B5EC-3F5BE880F86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342" name="AutoShape 971">
                      <a:extLst>
                        <a:ext uri="{FF2B5EF4-FFF2-40B4-BE49-F238E27FC236}">
                          <a16:creationId xmlns:a16="http://schemas.microsoft.com/office/drawing/2014/main" id="{8110FF09-5F65-0D49-949E-0E03D49B695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330" name="Rectangle 972">
                    <a:extLst>
                      <a:ext uri="{FF2B5EF4-FFF2-40B4-BE49-F238E27FC236}">
                        <a16:creationId xmlns:a16="http://schemas.microsoft.com/office/drawing/2014/main" id="{39EA80F1-CF65-4746-AA93-FAA23F9CA0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31" name="Freeform 973">
                    <a:extLst>
                      <a:ext uri="{FF2B5EF4-FFF2-40B4-BE49-F238E27FC236}">
                        <a16:creationId xmlns:a16="http://schemas.microsoft.com/office/drawing/2014/main" id="{6F140D38-80A8-6142-8321-2AF77C7739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332" name="Freeform 974">
                    <a:extLst>
                      <a:ext uri="{FF2B5EF4-FFF2-40B4-BE49-F238E27FC236}">
                        <a16:creationId xmlns:a16="http://schemas.microsoft.com/office/drawing/2014/main" id="{B90ADC71-0ED5-0B4B-81EA-EE6B208CBD5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333" name="Oval 975">
                    <a:extLst>
                      <a:ext uri="{FF2B5EF4-FFF2-40B4-BE49-F238E27FC236}">
                        <a16:creationId xmlns:a16="http://schemas.microsoft.com/office/drawing/2014/main" id="{8C70E236-91DA-4947-82CE-2F7A8813F7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34" name="Freeform 976">
                    <a:extLst>
                      <a:ext uri="{FF2B5EF4-FFF2-40B4-BE49-F238E27FC236}">
                        <a16:creationId xmlns:a16="http://schemas.microsoft.com/office/drawing/2014/main" id="{5373FF10-13C3-3D41-AA0C-1430B0347B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335" name="AutoShape 977">
                    <a:extLst>
                      <a:ext uri="{FF2B5EF4-FFF2-40B4-BE49-F238E27FC236}">
                        <a16:creationId xmlns:a16="http://schemas.microsoft.com/office/drawing/2014/main" id="{50EFEF24-2F6A-174B-8DB4-1DEA100A6B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36" name="AutoShape 978">
                    <a:extLst>
                      <a:ext uri="{FF2B5EF4-FFF2-40B4-BE49-F238E27FC236}">
                        <a16:creationId xmlns:a16="http://schemas.microsoft.com/office/drawing/2014/main" id="{943AAD1B-8287-8B48-8A05-3445EDA152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37" name="Oval 979">
                    <a:extLst>
                      <a:ext uri="{FF2B5EF4-FFF2-40B4-BE49-F238E27FC236}">
                        <a16:creationId xmlns:a16="http://schemas.microsoft.com/office/drawing/2014/main" id="{48CF1179-A3EC-E447-B856-F8B70CDCE5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38" name="Oval 980">
                    <a:extLst>
                      <a:ext uri="{FF2B5EF4-FFF2-40B4-BE49-F238E27FC236}">
                        <a16:creationId xmlns:a16="http://schemas.microsoft.com/office/drawing/2014/main" id="{CBC38746-9958-7741-A37C-513EE8697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39" name="Oval 981">
                    <a:extLst>
                      <a:ext uri="{FF2B5EF4-FFF2-40B4-BE49-F238E27FC236}">
                        <a16:creationId xmlns:a16="http://schemas.microsoft.com/office/drawing/2014/main" id="{134AF8DB-AD09-5347-A5D0-35B528D6BD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40" name="Rectangle 982">
                    <a:extLst>
                      <a:ext uri="{FF2B5EF4-FFF2-40B4-BE49-F238E27FC236}">
                        <a16:creationId xmlns:a16="http://schemas.microsoft.com/office/drawing/2014/main" id="{0F2B3047-45DC-0649-A004-526EEF7042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14034" name="Group 1108">
                <a:extLst>
                  <a:ext uri="{FF2B5EF4-FFF2-40B4-BE49-F238E27FC236}">
                    <a16:creationId xmlns:a16="http://schemas.microsoft.com/office/drawing/2014/main" id="{C9F6364A-00DB-0D4A-A004-57E8EAD7B8D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7291" y="3555216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281" name="Picture 3">
                  <a:extLst>
                    <a:ext uri="{FF2B5EF4-FFF2-40B4-BE49-F238E27FC236}">
                      <a16:creationId xmlns:a16="http://schemas.microsoft.com/office/drawing/2014/main" id="{A3A1807C-874F-704F-B03F-29975291B2C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282" name="Group 950">
                  <a:extLst>
                    <a:ext uri="{FF2B5EF4-FFF2-40B4-BE49-F238E27FC236}">
                      <a16:creationId xmlns:a16="http://schemas.microsoft.com/office/drawing/2014/main" id="{F3528668-B597-9440-80E1-2A3F2EBAD6B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283" name="Freeform 951">
                    <a:extLst>
                      <a:ext uri="{FF2B5EF4-FFF2-40B4-BE49-F238E27FC236}">
                        <a16:creationId xmlns:a16="http://schemas.microsoft.com/office/drawing/2014/main" id="{4F8C89E0-A80B-274B-B34C-74AB11788F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84" name="Rectangle 952">
                    <a:extLst>
                      <a:ext uri="{FF2B5EF4-FFF2-40B4-BE49-F238E27FC236}">
                        <a16:creationId xmlns:a16="http://schemas.microsoft.com/office/drawing/2014/main" id="{30A156CA-8A00-764A-8009-1728BB3757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85" name="Freeform 953">
                    <a:extLst>
                      <a:ext uri="{FF2B5EF4-FFF2-40B4-BE49-F238E27FC236}">
                        <a16:creationId xmlns:a16="http://schemas.microsoft.com/office/drawing/2014/main" id="{3D9F74DA-52B3-F84E-A304-BB0AC72DBA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86" name="Freeform 954">
                    <a:extLst>
                      <a:ext uri="{FF2B5EF4-FFF2-40B4-BE49-F238E27FC236}">
                        <a16:creationId xmlns:a16="http://schemas.microsoft.com/office/drawing/2014/main" id="{DACC5686-4AAE-5E4D-86E2-D29729FE67C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87" name="Rectangle 955">
                    <a:extLst>
                      <a:ext uri="{FF2B5EF4-FFF2-40B4-BE49-F238E27FC236}">
                        <a16:creationId xmlns:a16="http://schemas.microsoft.com/office/drawing/2014/main" id="{6ABA95F7-1195-B046-8531-1594709526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288" name="Group 956">
                    <a:extLst>
                      <a:ext uri="{FF2B5EF4-FFF2-40B4-BE49-F238E27FC236}">
                        <a16:creationId xmlns:a16="http://schemas.microsoft.com/office/drawing/2014/main" id="{EFCB0AF3-5CB1-CE47-A2B2-A324FB60CFF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313" name="AutoShape 957">
                      <a:extLst>
                        <a:ext uri="{FF2B5EF4-FFF2-40B4-BE49-F238E27FC236}">
                          <a16:creationId xmlns:a16="http://schemas.microsoft.com/office/drawing/2014/main" id="{69C9C0B6-E55A-1147-8ED0-6C5ED231871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314" name="AutoShape 958">
                      <a:extLst>
                        <a:ext uri="{FF2B5EF4-FFF2-40B4-BE49-F238E27FC236}">
                          <a16:creationId xmlns:a16="http://schemas.microsoft.com/office/drawing/2014/main" id="{B9C7CE90-766D-D34B-BC12-9F8A2EFADF8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289" name="Rectangle 959">
                    <a:extLst>
                      <a:ext uri="{FF2B5EF4-FFF2-40B4-BE49-F238E27FC236}">
                        <a16:creationId xmlns:a16="http://schemas.microsoft.com/office/drawing/2014/main" id="{AD6F9820-F116-E449-8826-CDCC64ACAD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290" name="Group 960">
                    <a:extLst>
                      <a:ext uri="{FF2B5EF4-FFF2-40B4-BE49-F238E27FC236}">
                        <a16:creationId xmlns:a16="http://schemas.microsoft.com/office/drawing/2014/main" id="{9A4A5380-AFD4-534F-BD55-D4516EB4FF6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311" name="AutoShape 961">
                      <a:extLst>
                        <a:ext uri="{FF2B5EF4-FFF2-40B4-BE49-F238E27FC236}">
                          <a16:creationId xmlns:a16="http://schemas.microsoft.com/office/drawing/2014/main" id="{413FB5AF-FF28-2D43-A246-2D572D14072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312" name="AutoShape 962">
                      <a:extLst>
                        <a:ext uri="{FF2B5EF4-FFF2-40B4-BE49-F238E27FC236}">
                          <a16:creationId xmlns:a16="http://schemas.microsoft.com/office/drawing/2014/main" id="{5D02AF92-9E92-9D43-8B73-8DA98C78AEF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291" name="Rectangle 963">
                    <a:extLst>
                      <a:ext uri="{FF2B5EF4-FFF2-40B4-BE49-F238E27FC236}">
                        <a16:creationId xmlns:a16="http://schemas.microsoft.com/office/drawing/2014/main" id="{CA29BD30-39BE-2640-9DD0-2BA2982181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92" name="Rectangle 964">
                    <a:extLst>
                      <a:ext uri="{FF2B5EF4-FFF2-40B4-BE49-F238E27FC236}">
                        <a16:creationId xmlns:a16="http://schemas.microsoft.com/office/drawing/2014/main" id="{ADE677C4-76C2-2F46-A31A-14A89CDF63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293" name="Group 965">
                    <a:extLst>
                      <a:ext uri="{FF2B5EF4-FFF2-40B4-BE49-F238E27FC236}">
                        <a16:creationId xmlns:a16="http://schemas.microsoft.com/office/drawing/2014/main" id="{B5FB862D-6A37-8442-87D7-9A4494C38FF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309" name="AutoShape 966">
                      <a:extLst>
                        <a:ext uri="{FF2B5EF4-FFF2-40B4-BE49-F238E27FC236}">
                          <a16:creationId xmlns:a16="http://schemas.microsoft.com/office/drawing/2014/main" id="{E3E4AD67-2B88-5947-BC94-A1E8FAC64EB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310" name="AutoShape 967">
                      <a:extLst>
                        <a:ext uri="{FF2B5EF4-FFF2-40B4-BE49-F238E27FC236}">
                          <a16:creationId xmlns:a16="http://schemas.microsoft.com/office/drawing/2014/main" id="{CCE8A02D-264B-5849-B019-CD128319179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294" name="Freeform 968">
                    <a:extLst>
                      <a:ext uri="{FF2B5EF4-FFF2-40B4-BE49-F238E27FC236}">
                        <a16:creationId xmlns:a16="http://schemas.microsoft.com/office/drawing/2014/main" id="{2CDE6799-D43D-FE44-BA3B-576A7A042E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14295" name="Group 969">
                    <a:extLst>
                      <a:ext uri="{FF2B5EF4-FFF2-40B4-BE49-F238E27FC236}">
                        <a16:creationId xmlns:a16="http://schemas.microsoft.com/office/drawing/2014/main" id="{AD225CAB-2CD6-CE43-B805-2745BBEA106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307" name="AutoShape 970">
                      <a:extLst>
                        <a:ext uri="{FF2B5EF4-FFF2-40B4-BE49-F238E27FC236}">
                          <a16:creationId xmlns:a16="http://schemas.microsoft.com/office/drawing/2014/main" id="{D3B68CF7-3D65-2844-8F1C-A0A1F4D3CB3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308" name="AutoShape 971">
                      <a:extLst>
                        <a:ext uri="{FF2B5EF4-FFF2-40B4-BE49-F238E27FC236}">
                          <a16:creationId xmlns:a16="http://schemas.microsoft.com/office/drawing/2014/main" id="{71270FBB-F117-5541-80F9-D59579D8E5D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296" name="Rectangle 972">
                    <a:extLst>
                      <a:ext uri="{FF2B5EF4-FFF2-40B4-BE49-F238E27FC236}">
                        <a16:creationId xmlns:a16="http://schemas.microsoft.com/office/drawing/2014/main" id="{F84536D9-5E62-524F-8348-FF69B6286E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97" name="Freeform 973">
                    <a:extLst>
                      <a:ext uri="{FF2B5EF4-FFF2-40B4-BE49-F238E27FC236}">
                        <a16:creationId xmlns:a16="http://schemas.microsoft.com/office/drawing/2014/main" id="{4337C0C8-AE7B-034F-9062-77AD15C80A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98" name="Freeform 974">
                    <a:extLst>
                      <a:ext uri="{FF2B5EF4-FFF2-40B4-BE49-F238E27FC236}">
                        <a16:creationId xmlns:a16="http://schemas.microsoft.com/office/drawing/2014/main" id="{EE05D2CE-39EC-5242-9BAE-F9B03F56AB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99" name="Oval 975">
                    <a:extLst>
                      <a:ext uri="{FF2B5EF4-FFF2-40B4-BE49-F238E27FC236}">
                        <a16:creationId xmlns:a16="http://schemas.microsoft.com/office/drawing/2014/main" id="{E377548E-77E8-844A-A40D-31E0E57350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00" name="Freeform 976">
                    <a:extLst>
                      <a:ext uri="{FF2B5EF4-FFF2-40B4-BE49-F238E27FC236}">
                        <a16:creationId xmlns:a16="http://schemas.microsoft.com/office/drawing/2014/main" id="{71625FD5-75AD-7B4E-A150-6BDAF574D4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301" name="AutoShape 977">
                    <a:extLst>
                      <a:ext uri="{FF2B5EF4-FFF2-40B4-BE49-F238E27FC236}">
                        <a16:creationId xmlns:a16="http://schemas.microsoft.com/office/drawing/2014/main" id="{10B4DE7F-36E8-294B-9FE8-B3CF7FD7C7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02" name="AutoShape 978">
                    <a:extLst>
                      <a:ext uri="{FF2B5EF4-FFF2-40B4-BE49-F238E27FC236}">
                        <a16:creationId xmlns:a16="http://schemas.microsoft.com/office/drawing/2014/main" id="{DFFED938-1D43-CE4A-9C14-0FFD74D412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03" name="Oval 979">
                    <a:extLst>
                      <a:ext uri="{FF2B5EF4-FFF2-40B4-BE49-F238E27FC236}">
                        <a16:creationId xmlns:a16="http://schemas.microsoft.com/office/drawing/2014/main" id="{B3AACB26-D561-E943-88B5-B31586D61A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04" name="Oval 980">
                    <a:extLst>
                      <a:ext uri="{FF2B5EF4-FFF2-40B4-BE49-F238E27FC236}">
                        <a16:creationId xmlns:a16="http://schemas.microsoft.com/office/drawing/2014/main" id="{CD643D1D-8A9A-4843-A1AB-9ACE79E177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05" name="Oval 981">
                    <a:extLst>
                      <a:ext uri="{FF2B5EF4-FFF2-40B4-BE49-F238E27FC236}">
                        <a16:creationId xmlns:a16="http://schemas.microsoft.com/office/drawing/2014/main" id="{4C3E8424-6FC2-194A-8AEE-595A3DEC0F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306" name="Rectangle 982">
                    <a:extLst>
                      <a:ext uri="{FF2B5EF4-FFF2-40B4-BE49-F238E27FC236}">
                        <a16:creationId xmlns:a16="http://schemas.microsoft.com/office/drawing/2014/main" id="{154139AE-AE74-B04A-90C3-E6017A9484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14035" name="Group 1109">
                <a:extLst>
                  <a:ext uri="{FF2B5EF4-FFF2-40B4-BE49-F238E27FC236}">
                    <a16:creationId xmlns:a16="http://schemas.microsoft.com/office/drawing/2014/main" id="{79500CAF-5FA7-4647-96EF-1CF1E64975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4012" y="5612511"/>
                <a:ext cx="347767" cy="680207"/>
                <a:chOff x="7923189" y="2486664"/>
                <a:chExt cx="360377" cy="884585"/>
              </a:xfrm>
            </p:grpSpPr>
            <p:pic>
              <p:nvPicPr>
                <p:cNvPr id="214247" name="Picture 3">
                  <a:extLst>
                    <a:ext uri="{FF2B5EF4-FFF2-40B4-BE49-F238E27FC236}">
                      <a16:creationId xmlns:a16="http://schemas.microsoft.com/office/drawing/2014/main" id="{97CFF1D3-1264-8245-9548-CCE6B76618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98" y="2486664"/>
                  <a:ext cx="239568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248" name="Group 950">
                  <a:extLst>
                    <a:ext uri="{FF2B5EF4-FFF2-40B4-BE49-F238E27FC236}">
                      <a16:creationId xmlns:a16="http://schemas.microsoft.com/office/drawing/2014/main" id="{72842E99-C142-F741-BC93-319E787290F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249" name="Freeform 951">
                    <a:extLst>
                      <a:ext uri="{FF2B5EF4-FFF2-40B4-BE49-F238E27FC236}">
                        <a16:creationId xmlns:a16="http://schemas.microsoft.com/office/drawing/2014/main" id="{B6BBC861-7F3D-1748-8F5D-8744BBAA52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50" name="Rectangle 952">
                    <a:extLst>
                      <a:ext uri="{FF2B5EF4-FFF2-40B4-BE49-F238E27FC236}">
                        <a16:creationId xmlns:a16="http://schemas.microsoft.com/office/drawing/2014/main" id="{FE2BB6FC-1678-1C4A-8B91-6ACB8F3A76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51" name="Freeform 953">
                    <a:extLst>
                      <a:ext uri="{FF2B5EF4-FFF2-40B4-BE49-F238E27FC236}">
                        <a16:creationId xmlns:a16="http://schemas.microsoft.com/office/drawing/2014/main" id="{D4877522-C30A-6A4E-BDF2-9EBC91A953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52" name="Freeform 954">
                    <a:extLst>
                      <a:ext uri="{FF2B5EF4-FFF2-40B4-BE49-F238E27FC236}">
                        <a16:creationId xmlns:a16="http://schemas.microsoft.com/office/drawing/2014/main" id="{2D8D9AC1-ED2B-4140-809E-75563A228F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53" name="Rectangle 955">
                    <a:extLst>
                      <a:ext uri="{FF2B5EF4-FFF2-40B4-BE49-F238E27FC236}">
                        <a16:creationId xmlns:a16="http://schemas.microsoft.com/office/drawing/2014/main" id="{FB6CD6F9-5B37-E446-A6C5-4530910CF3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254" name="Group 956">
                    <a:extLst>
                      <a:ext uri="{FF2B5EF4-FFF2-40B4-BE49-F238E27FC236}">
                        <a16:creationId xmlns:a16="http://schemas.microsoft.com/office/drawing/2014/main" id="{73C799E3-BCAA-AD4C-AABE-9AF87F58380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279" name="AutoShape 957">
                      <a:extLst>
                        <a:ext uri="{FF2B5EF4-FFF2-40B4-BE49-F238E27FC236}">
                          <a16:creationId xmlns:a16="http://schemas.microsoft.com/office/drawing/2014/main" id="{F10E0493-3CBE-C944-B5E2-5D308BC1837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280" name="AutoShape 958">
                      <a:extLst>
                        <a:ext uri="{FF2B5EF4-FFF2-40B4-BE49-F238E27FC236}">
                          <a16:creationId xmlns:a16="http://schemas.microsoft.com/office/drawing/2014/main" id="{FE1810D1-C12A-134B-B953-93C2046460E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255" name="Rectangle 959">
                    <a:extLst>
                      <a:ext uri="{FF2B5EF4-FFF2-40B4-BE49-F238E27FC236}">
                        <a16:creationId xmlns:a16="http://schemas.microsoft.com/office/drawing/2014/main" id="{C40FF08A-AD54-104E-B3B3-BAEC79FEA7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256" name="Group 960">
                    <a:extLst>
                      <a:ext uri="{FF2B5EF4-FFF2-40B4-BE49-F238E27FC236}">
                        <a16:creationId xmlns:a16="http://schemas.microsoft.com/office/drawing/2014/main" id="{2BDCA173-503C-D54F-A46B-61365379BAC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277" name="AutoShape 961">
                      <a:extLst>
                        <a:ext uri="{FF2B5EF4-FFF2-40B4-BE49-F238E27FC236}">
                          <a16:creationId xmlns:a16="http://schemas.microsoft.com/office/drawing/2014/main" id="{B0D24083-1748-6544-BE6B-7954F96C1E0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278" name="AutoShape 962">
                      <a:extLst>
                        <a:ext uri="{FF2B5EF4-FFF2-40B4-BE49-F238E27FC236}">
                          <a16:creationId xmlns:a16="http://schemas.microsoft.com/office/drawing/2014/main" id="{B0025021-1822-D04A-AFCE-1E7C4EB263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257" name="Rectangle 963">
                    <a:extLst>
                      <a:ext uri="{FF2B5EF4-FFF2-40B4-BE49-F238E27FC236}">
                        <a16:creationId xmlns:a16="http://schemas.microsoft.com/office/drawing/2014/main" id="{3B6FC2C1-B3FF-5A4E-B03E-F700F824B5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58" name="Rectangle 964">
                    <a:extLst>
                      <a:ext uri="{FF2B5EF4-FFF2-40B4-BE49-F238E27FC236}">
                        <a16:creationId xmlns:a16="http://schemas.microsoft.com/office/drawing/2014/main" id="{10E96F8E-43D3-E845-A3CD-5D4A119FDF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259" name="Group 965">
                    <a:extLst>
                      <a:ext uri="{FF2B5EF4-FFF2-40B4-BE49-F238E27FC236}">
                        <a16:creationId xmlns:a16="http://schemas.microsoft.com/office/drawing/2014/main" id="{22B128C3-B26E-2244-8A6A-36A0148B557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275" name="AutoShape 966">
                      <a:extLst>
                        <a:ext uri="{FF2B5EF4-FFF2-40B4-BE49-F238E27FC236}">
                          <a16:creationId xmlns:a16="http://schemas.microsoft.com/office/drawing/2014/main" id="{0A28496D-9572-1F4A-87C7-282B91B0648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276" name="AutoShape 967">
                      <a:extLst>
                        <a:ext uri="{FF2B5EF4-FFF2-40B4-BE49-F238E27FC236}">
                          <a16:creationId xmlns:a16="http://schemas.microsoft.com/office/drawing/2014/main" id="{51F6E259-52E5-2E4B-9144-E9922B9DA31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260" name="Freeform 968">
                    <a:extLst>
                      <a:ext uri="{FF2B5EF4-FFF2-40B4-BE49-F238E27FC236}">
                        <a16:creationId xmlns:a16="http://schemas.microsoft.com/office/drawing/2014/main" id="{A12E5778-902E-D940-981E-F04DF8F1E4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14261" name="Group 969">
                    <a:extLst>
                      <a:ext uri="{FF2B5EF4-FFF2-40B4-BE49-F238E27FC236}">
                        <a16:creationId xmlns:a16="http://schemas.microsoft.com/office/drawing/2014/main" id="{7259CC91-0F9B-8E40-805D-8E8BD01AC6A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273" name="AutoShape 970">
                      <a:extLst>
                        <a:ext uri="{FF2B5EF4-FFF2-40B4-BE49-F238E27FC236}">
                          <a16:creationId xmlns:a16="http://schemas.microsoft.com/office/drawing/2014/main" id="{2650EFD0-82ED-0B4F-8595-9CE7EC88BB7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274" name="AutoShape 971">
                      <a:extLst>
                        <a:ext uri="{FF2B5EF4-FFF2-40B4-BE49-F238E27FC236}">
                          <a16:creationId xmlns:a16="http://schemas.microsoft.com/office/drawing/2014/main" id="{94CD0936-D758-4946-8371-16324765439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262" name="Rectangle 972">
                    <a:extLst>
                      <a:ext uri="{FF2B5EF4-FFF2-40B4-BE49-F238E27FC236}">
                        <a16:creationId xmlns:a16="http://schemas.microsoft.com/office/drawing/2014/main" id="{D8CD3297-903E-7741-A6C1-D675C50F11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63" name="Freeform 973">
                    <a:extLst>
                      <a:ext uri="{FF2B5EF4-FFF2-40B4-BE49-F238E27FC236}">
                        <a16:creationId xmlns:a16="http://schemas.microsoft.com/office/drawing/2014/main" id="{DE88E5C8-6504-3D43-A3AF-BCAEB9EF61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64" name="Freeform 974">
                    <a:extLst>
                      <a:ext uri="{FF2B5EF4-FFF2-40B4-BE49-F238E27FC236}">
                        <a16:creationId xmlns:a16="http://schemas.microsoft.com/office/drawing/2014/main" id="{13651564-7FC1-114F-A269-35AF401187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65" name="Oval 975">
                    <a:extLst>
                      <a:ext uri="{FF2B5EF4-FFF2-40B4-BE49-F238E27FC236}">
                        <a16:creationId xmlns:a16="http://schemas.microsoft.com/office/drawing/2014/main" id="{7DA4DF9E-ECB3-7E46-833F-E5EBA92F63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66" name="Freeform 976">
                    <a:extLst>
                      <a:ext uri="{FF2B5EF4-FFF2-40B4-BE49-F238E27FC236}">
                        <a16:creationId xmlns:a16="http://schemas.microsoft.com/office/drawing/2014/main" id="{21EAEFF3-18DC-8240-82B0-822E1C61F2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67" name="AutoShape 977">
                    <a:extLst>
                      <a:ext uri="{FF2B5EF4-FFF2-40B4-BE49-F238E27FC236}">
                        <a16:creationId xmlns:a16="http://schemas.microsoft.com/office/drawing/2014/main" id="{83B2DF90-F16A-F041-96D7-F74087DDBD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68" name="AutoShape 978">
                    <a:extLst>
                      <a:ext uri="{FF2B5EF4-FFF2-40B4-BE49-F238E27FC236}">
                        <a16:creationId xmlns:a16="http://schemas.microsoft.com/office/drawing/2014/main" id="{93DB74E5-66C8-F84B-9C34-549CF6B809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69" name="Oval 979">
                    <a:extLst>
                      <a:ext uri="{FF2B5EF4-FFF2-40B4-BE49-F238E27FC236}">
                        <a16:creationId xmlns:a16="http://schemas.microsoft.com/office/drawing/2014/main" id="{306BC6AF-90F0-DE49-84C3-478A9F811A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70" name="Oval 980">
                    <a:extLst>
                      <a:ext uri="{FF2B5EF4-FFF2-40B4-BE49-F238E27FC236}">
                        <a16:creationId xmlns:a16="http://schemas.microsoft.com/office/drawing/2014/main" id="{DBA7E1CD-72BA-A74B-A79F-5F0C3C1D51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71" name="Oval 981">
                    <a:extLst>
                      <a:ext uri="{FF2B5EF4-FFF2-40B4-BE49-F238E27FC236}">
                        <a16:creationId xmlns:a16="http://schemas.microsoft.com/office/drawing/2014/main" id="{A858F6A7-0B30-634A-AB04-2846C73E02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72" name="Rectangle 982">
                    <a:extLst>
                      <a:ext uri="{FF2B5EF4-FFF2-40B4-BE49-F238E27FC236}">
                        <a16:creationId xmlns:a16="http://schemas.microsoft.com/office/drawing/2014/main" id="{A884C742-05FC-D449-B87E-20D6EB1BF6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14036" name="Group 1110">
                <a:extLst>
                  <a:ext uri="{FF2B5EF4-FFF2-40B4-BE49-F238E27FC236}">
                    <a16:creationId xmlns:a16="http://schemas.microsoft.com/office/drawing/2014/main" id="{7748FFC1-6505-D84E-8A46-6E17651657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68038" y="3829780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213" name="Picture 3">
                  <a:extLst>
                    <a:ext uri="{FF2B5EF4-FFF2-40B4-BE49-F238E27FC236}">
                      <a16:creationId xmlns:a16="http://schemas.microsoft.com/office/drawing/2014/main" id="{ABC25986-660B-5847-9BBD-97EA30CB5CB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214" name="Group 950">
                  <a:extLst>
                    <a:ext uri="{FF2B5EF4-FFF2-40B4-BE49-F238E27FC236}">
                      <a16:creationId xmlns:a16="http://schemas.microsoft.com/office/drawing/2014/main" id="{09ADFF19-D42B-274E-B947-2C947C83CD6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215" name="Freeform 951">
                    <a:extLst>
                      <a:ext uri="{FF2B5EF4-FFF2-40B4-BE49-F238E27FC236}">
                        <a16:creationId xmlns:a16="http://schemas.microsoft.com/office/drawing/2014/main" id="{F6F1BBF9-CEB3-B044-A2A9-F8FA8C3CCE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16" name="Rectangle 952">
                    <a:extLst>
                      <a:ext uri="{FF2B5EF4-FFF2-40B4-BE49-F238E27FC236}">
                        <a16:creationId xmlns:a16="http://schemas.microsoft.com/office/drawing/2014/main" id="{09112957-C741-3442-BBDD-D1D4AFE556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17" name="Freeform 953">
                    <a:extLst>
                      <a:ext uri="{FF2B5EF4-FFF2-40B4-BE49-F238E27FC236}">
                        <a16:creationId xmlns:a16="http://schemas.microsoft.com/office/drawing/2014/main" id="{948A7F61-6A49-B84E-8FE3-C2913BC08D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18" name="Freeform 954">
                    <a:extLst>
                      <a:ext uri="{FF2B5EF4-FFF2-40B4-BE49-F238E27FC236}">
                        <a16:creationId xmlns:a16="http://schemas.microsoft.com/office/drawing/2014/main" id="{11F797E0-1F9F-0248-B693-00BED7B54B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19" name="Rectangle 955">
                    <a:extLst>
                      <a:ext uri="{FF2B5EF4-FFF2-40B4-BE49-F238E27FC236}">
                        <a16:creationId xmlns:a16="http://schemas.microsoft.com/office/drawing/2014/main" id="{BF7037DF-06D3-C448-981B-3FA7E3F2F4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220" name="Group 956">
                    <a:extLst>
                      <a:ext uri="{FF2B5EF4-FFF2-40B4-BE49-F238E27FC236}">
                        <a16:creationId xmlns:a16="http://schemas.microsoft.com/office/drawing/2014/main" id="{320F532F-1FD5-324C-965F-509FBF3D800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245" name="AutoShape 957">
                      <a:extLst>
                        <a:ext uri="{FF2B5EF4-FFF2-40B4-BE49-F238E27FC236}">
                          <a16:creationId xmlns:a16="http://schemas.microsoft.com/office/drawing/2014/main" id="{5B4E4266-75AA-C346-9D72-3EC64F7BCC2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246" name="AutoShape 958">
                      <a:extLst>
                        <a:ext uri="{FF2B5EF4-FFF2-40B4-BE49-F238E27FC236}">
                          <a16:creationId xmlns:a16="http://schemas.microsoft.com/office/drawing/2014/main" id="{5C2A8678-470A-D14D-8326-54A99A27932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221" name="Rectangle 959">
                    <a:extLst>
                      <a:ext uri="{FF2B5EF4-FFF2-40B4-BE49-F238E27FC236}">
                        <a16:creationId xmlns:a16="http://schemas.microsoft.com/office/drawing/2014/main" id="{C7E6DF36-E2BA-EB40-ABAB-B9988840CF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222" name="Group 960">
                    <a:extLst>
                      <a:ext uri="{FF2B5EF4-FFF2-40B4-BE49-F238E27FC236}">
                        <a16:creationId xmlns:a16="http://schemas.microsoft.com/office/drawing/2014/main" id="{27E13843-ADCA-B941-8223-B780FF090BB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243" name="AutoShape 961">
                      <a:extLst>
                        <a:ext uri="{FF2B5EF4-FFF2-40B4-BE49-F238E27FC236}">
                          <a16:creationId xmlns:a16="http://schemas.microsoft.com/office/drawing/2014/main" id="{3A88802A-218E-6A43-8006-F9DFD9473E4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244" name="AutoShape 962">
                      <a:extLst>
                        <a:ext uri="{FF2B5EF4-FFF2-40B4-BE49-F238E27FC236}">
                          <a16:creationId xmlns:a16="http://schemas.microsoft.com/office/drawing/2014/main" id="{E3BC9762-8582-B543-A290-B7E012B3DE1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223" name="Rectangle 963">
                    <a:extLst>
                      <a:ext uri="{FF2B5EF4-FFF2-40B4-BE49-F238E27FC236}">
                        <a16:creationId xmlns:a16="http://schemas.microsoft.com/office/drawing/2014/main" id="{18D446BB-3758-B64F-AFB6-C6D63C87DC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24" name="Rectangle 964">
                    <a:extLst>
                      <a:ext uri="{FF2B5EF4-FFF2-40B4-BE49-F238E27FC236}">
                        <a16:creationId xmlns:a16="http://schemas.microsoft.com/office/drawing/2014/main" id="{0D90F07F-4335-1541-9F09-82C67F4CCB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225" name="Group 965">
                    <a:extLst>
                      <a:ext uri="{FF2B5EF4-FFF2-40B4-BE49-F238E27FC236}">
                        <a16:creationId xmlns:a16="http://schemas.microsoft.com/office/drawing/2014/main" id="{2407C1B8-E962-4A46-8C66-95D2FDC2959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241" name="AutoShape 966">
                      <a:extLst>
                        <a:ext uri="{FF2B5EF4-FFF2-40B4-BE49-F238E27FC236}">
                          <a16:creationId xmlns:a16="http://schemas.microsoft.com/office/drawing/2014/main" id="{101187E0-8B6E-0D4C-A9B1-796C031E993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242" name="AutoShape 967">
                      <a:extLst>
                        <a:ext uri="{FF2B5EF4-FFF2-40B4-BE49-F238E27FC236}">
                          <a16:creationId xmlns:a16="http://schemas.microsoft.com/office/drawing/2014/main" id="{69EEDBBF-3734-0D45-818E-E7C9C46F56F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226" name="Freeform 968">
                    <a:extLst>
                      <a:ext uri="{FF2B5EF4-FFF2-40B4-BE49-F238E27FC236}">
                        <a16:creationId xmlns:a16="http://schemas.microsoft.com/office/drawing/2014/main" id="{A5530117-CC03-0D49-8D2C-6E0DFC1660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14227" name="Group 969">
                    <a:extLst>
                      <a:ext uri="{FF2B5EF4-FFF2-40B4-BE49-F238E27FC236}">
                        <a16:creationId xmlns:a16="http://schemas.microsoft.com/office/drawing/2014/main" id="{532C73EC-136D-4241-8A77-C694C3FECEA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239" name="AutoShape 970">
                      <a:extLst>
                        <a:ext uri="{FF2B5EF4-FFF2-40B4-BE49-F238E27FC236}">
                          <a16:creationId xmlns:a16="http://schemas.microsoft.com/office/drawing/2014/main" id="{CBB41D50-1420-0049-AC87-B48CAE8A76C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240" name="AutoShape 971">
                      <a:extLst>
                        <a:ext uri="{FF2B5EF4-FFF2-40B4-BE49-F238E27FC236}">
                          <a16:creationId xmlns:a16="http://schemas.microsoft.com/office/drawing/2014/main" id="{5B8A5878-2927-0E43-AE85-BB07D0B0AE2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228" name="Rectangle 972">
                    <a:extLst>
                      <a:ext uri="{FF2B5EF4-FFF2-40B4-BE49-F238E27FC236}">
                        <a16:creationId xmlns:a16="http://schemas.microsoft.com/office/drawing/2014/main" id="{8181E321-7960-AD44-B079-E65314895E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29" name="Freeform 973">
                    <a:extLst>
                      <a:ext uri="{FF2B5EF4-FFF2-40B4-BE49-F238E27FC236}">
                        <a16:creationId xmlns:a16="http://schemas.microsoft.com/office/drawing/2014/main" id="{FC8A041C-7EAD-D241-ACC2-EDD4AF353A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30" name="Freeform 974">
                    <a:extLst>
                      <a:ext uri="{FF2B5EF4-FFF2-40B4-BE49-F238E27FC236}">
                        <a16:creationId xmlns:a16="http://schemas.microsoft.com/office/drawing/2014/main" id="{2ACB0CEA-4401-574E-BA0A-F79EED9E9D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31" name="Oval 975">
                    <a:extLst>
                      <a:ext uri="{FF2B5EF4-FFF2-40B4-BE49-F238E27FC236}">
                        <a16:creationId xmlns:a16="http://schemas.microsoft.com/office/drawing/2014/main" id="{E2BD881E-E4C4-7246-9F00-ED506F4A41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32" name="Freeform 976">
                    <a:extLst>
                      <a:ext uri="{FF2B5EF4-FFF2-40B4-BE49-F238E27FC236}">
                        <a16:creationId xmlns:a16="http://schemas.microsoft.com/office/drawing/2014/main" id="{BF653734-CBF6-C84D-84D3-9D1F48894C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233" name="AutoShape 977">
                    <a:extLst>
                      <a:ext uri="{FF2B5EF4-FFF2-40B4-BE49-F238E27FC236}">
                        <a16:creationId xmlns:a16="http://schemas.microsoft.com/office/drawing/2014/main" id="{83BF0E8E-08CF-AE46-8057-3595A68B41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34" name="AutoShape 978">
                    <a:extLst>
                      <a:ext uri="{FF2B5EF4-FFF2-40B4-BE49-F238E27FC236}">
                        <a16:creationId xmlns:a16="http://schemas.microsoft.com/office/drawing/2014/main" id="{2F6CACC1-3107-5E44-9CE0-423267340A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35" name="Oval 979">
                    <a:extLst>
                      <a:ext uri="{FF2B5EF4-FFF2-40B4-BE49-F238E27FC236}">
                        <a16:creationId xmlns:a16="http://schemas.microsoft.com/office/drawing/2014/main" id="{DFFDE8C5-5C88-8249-98E5-7A9EA610E3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36" name="Oval 980">
                    <a:extLst>
                      <a:ext uri="{FF2B5EF4-FFF2-40B4-BE49-F238E27FC236}">
                        <a16:creationId xmlns:a16="http://schemas.microsoft.com/office/drawing/2014/main" id="{AB2A1091-EBDE-2745-871F-8ED6CA4CB0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37" name="Oval 981">
                    <a:extLst>
                      <a:ext uri="{FF2B5EF4-FFF2-40B4-BE49-F238E27FC236}">
                        <a16:creationId xmlns:a16="http://schemas.microsoft.com/office/drawing/2014/main" id="{D14EED52-EE51-384D-967B-FFDDF7702B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38" name="Rectangle 982">
                    <a:extLst>
                      <a:ext uri="{FF2B5EF4-FFF2-40B4-BE49-F238E27FC236}">
                        <a16:creationId xmlns:a16="http://schemas.microsoft.com/office/drawing/2014/main" id="{1A064D30-C18C-FD48-90BD-D0AC9F8C68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14037" name="Group 1111">
                <a:extLst>
                  <a:ext uri="{FF2B5EF4-FFF2-40B4-BE49-F238E27FC236}">
                    <a16:creationId xmlns:a16="http://schemas.microsoft.com/office/drawing/2014/main" id="{63688B10-3CA2-0C4C-AC5F-5ED10109020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122838" y="5630065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179" name="Picture 3">
                  <a:extLst>
                    <a:ext uri="{FF2B5EF4-FFF2-40B4-BE49-F238E27FC236}">
                      <a16:creationId xmlns:a16="http://schemas.microsoft.com/office/drawing/2014/main" id="{132988F5-D98C-964E-A693-F53D6AC3AF6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180" name="Group 950">
                  <a:extLst>
                    <a:ext uri="{FF2B5EF4-FFF2-40B4-BE49-F238E27FC236}">
                      <a16:creationId xmlns:a16="http://schemas.microsoft.com/office/drawing/2014/main" id="{586CC089-82D3-9A44-A61E-3BF74CC99DB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181" name="Freeform 951">
                    <a:extLst>
                      <a:ext uri="{FF2B5EF4-FFF2-40B4-BE49-F238E27FC236}">
                        <a16:creationId xmlns:a16="http://schemas.microsoft.com/office/drawing/2014/main" id="{735BC969-3DA1-8343-9917-D0C4A886E9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182" name="Rectangle 952">
                    <a:extLst>
                      <a:ext uri="{FF2B5EF4-FFF2-40B4-BE49-F238E27FC236}">
                        <a16:creationId xmlns:a16="http://schemas.microsoft.com/office/drawing/2014/main" id="{7DF346B4-1DC1-9E48-8B4C-8A9C5671F0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183" name="Freeform 953">
                    <a:extLst>
                      <a:ext uri="{FF2B5EF4-FFF2-40B4-BE49-F238E27FC236}">
                        <a16:creationId xmlns:a16="http://schemas.microsoft.com/office/drawing/2014/main" id="{42E93B7C-838D-DE47-A309-84BDEEDEB6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184" name="Freeform 954">
                    <a:extLst>
                      <a:ext uri="{FF2B5EF4-FFF2-40B4-BE49-F238E27FC236}">
                        <a16:creationId xmlns:a16="http://schemas.microsoft.com/office/drawing/2014/main" id="{C91B187A-F69A-934B-96EC-9CB23566959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185" name="Rectangle 955">
                    <a:extLst>
                      <a:ext uri="{FF2B5EF4-FFF2-40B4-BE49-F238E27FC236}">
                        <a16:creationId xmlns:a16="http://schemas.microsoft.com/office/drawing/2014/main" id="{7D54F33E-54A3-3747-A2F2-0DF233A6F5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186" name="Group 956">
                    <a:extLst>
                      <a:ext uri="{FF2B5EF4-FFF2-40B4-BE49-F238E27FC236}">
                        <a16:creationId xmlns:a16="http://schemas.microsoft.com/office/drawing/2014/main" id="{E25BCAF3-8B48-F44F-B38A-00BFDDE0E5A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211" name="AutoShape 957">
                      <a:extLst>
                        <a:ext uri="{FF2B5EF4-FFF2-40B4-BE49-F238E27FC236}">
                          <a16:creationId xmlns:a16="http://schemas.microsoft.com/office/drawing/2014/main" id="{EAA3E11F-E9E6-7F47-B84A-569C5EFFB41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212" name="AutoShape 958">
                      <a:extLst>
                        <a:ext uri="{FF2B5EF4-FFF2-40B4-BE49-F238E27FC236}">
                          <a16:creationId xmlns:a16="http://schemas.microsoft.com/office/drawing/2014/main" id="{3424F322-3055-9748-A32E-3A4C8AD6B6A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187" name="Rectangle 959">
                    <a:extLst>
                      <a:ext uri="{FF2B5EF4-FFF2-40B4-BE49-F238E27FC236}">
                        <a16:creationId xmlns:a16="http://schemas.microsoft.com/office/drawing/2014/main" id="{3BE15F0A-93E1-104C-8671-F23F447BD6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188" name="Group 960">
                    <a:extLst>
                      <a:ext uri="{FF2B5EF4-FFF2-40B4-BE49-F238E27FC236}">
                        <a16:creationId xmlns:a16="http://schemas.microsoft.com/office/drawing/2014/main" id="{A783FCB0-DD9C-E043-A9BE-DE3BA81EE40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209" name="AutoShape 961">
                      <a:extLst>
                        <a:ext uri="{FF2B5EF4-FFF2-40B4-BE49-F238E27FC236}">
                          <a16:creationId xmlns:a16="http://schemas.microsoft.com/office/drawing/2014/main" id="{9BFDA089-AD73-5C4E-8637-F85428CB4BC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210" name="AutoShape 962">
                      <a:extLst>
                        <a:ext uri="{FF2B5EF4-FFF2-40B4-BE49-F238E27FC236}">
                          <a16:creationId xmlns:a16="http://schemas.microsoft.com/office/drawing/2014/main" id="{022F2AF4-C3ED-A34D-BF89-32D8E4B29C3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189" name="Rectangle 963">
                    <a:extLst>
                      <a:ext uri="{FF2B5EF4-FFF2-40B4-BE49-F238E27FC236}">
                        <a16:creationId xmlns:a16="http://schemas.microsoft.com/office/drawing/2014/main" id="{53EB4C46-F9E2-2949-8E19-5915942260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190" name="Rectangle 964">
                    <a:extLst>
                      <a:ext uri="{FF2B5EF4-FFF2-40B4-BE49-F238E27FC236}">
                        <a16:creationId xmlns:a16="http://schemas.microsoft.com/office/drawing/2014/main" id="{40B67C1C-F7A7-C34D-A50E-7B7A644787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191" name="Group 965">
                    <a:extLst>
                      <a:ext uri="{FF2B5EF4-FFF2-40B4-BE49-F238E27FC236}">
                        <a16:creationId xmlns:a16="http://schemas.microsoft.com/office/drawing/2014/main" id="{D11D60DC-5FDB-EB4A-B6B0-53EB69C6906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207" name="AutoShape 966">
                      <a:extLst>
                        <a:ext uri="{FF2B5EF4-FFF2-40B4-BE49-F238E27FC236}">
                          <a16:creationId xmlns:a16="http://schemas.microsoft.com/office/drawing/2014/main" id="{39F66139-0570-A64A-B903-3E36DEEDD85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208" name="AutoShape 967">
                      <a:extLst>
                        <a:ext uri="{FF2B5EF4-FFF2-40B4-BE49-F238E27FC236}">
                          <a16:creationId xmlns:a16="http://schemas.microsoft.com/office/drawing/2014/main" id="{12F74A89-FB2F-644A-8EB0-4EFD2315F3F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192" name="Freeform 968">
                    <a:extLst>
                      <a:ext uri="{FF2B5EF4-FFF2-40B4-BE49-F238E27FC236}">
                        <a16:creationId xmlns:a16="http://schemas.microsoft.com/office/drawing/2014/main" id="{0FBA322F-0E08-4543-92E2-49872882FE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14193" name="Group 969">
                    <a:extLst>
                      <a:ext uri="{FF2B5EF4-FFF2-40B4-BE49-F238E27FC236}">
                        <a16:creationId xmlns:a16="http://schemas.microsoft.com/office/drawing/2014/main" id="{22727495-0D9C-9D4B-B500-20A9C656C19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205" name="AutoShape 970">
                      <a:extLst>
                        <a:ext uri="{FF2B5EF4-FFF2-40B4-BE49-F238E27FC236}">
                          <a16:creationId xmlns:a16="http://schemas.microsoft.com/office/drawing/2014/main" id="{F6C374DA-8DDA-D241-8C36-76384B99E59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206" name="AutoShape 971">
                      <a:extLst>
                        <a:ext uri="{FF2B5EF4-FFF2-40B4-BE49-F238E27FC236}">
                          <a16:creationId xmlns:a16="http://schemas.microsoft.com/office/drawing/2014/main" id="{6606F760-8794-F14F-B69C-88C19D6630F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194" name="Rectangle 972">
                    <a:extLst>
                      <a:ext uri="{FF2B5EF4-FFF2-40B4-BE49-F238E27FC236}">
                        <a16:creationId xmlns:a16="http://schemas.microsoft.com/office/drawing/2014/main" id="{8B5209F5-0805-1E4B-BB7D-AF2A65A1B1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195" name="Freeform 973">
                    <a:extLst>
                      <a:ext uri="{FF2B5EF4-FFF2-40B4-BE49-F238E27FC236}">
                        <a16:creationId xmlns:a16="http://schemas.microsoft.com/office/drawing/2014/main" id="{6FE19D70-F2B7-E046-8A9D-89EB8A576F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196" name="Freeform 974">
                    <a:extLst>
                      <a:ext uri="{FF2B5EF4-FFF2-40B4-BE49-F238E27FC236}">
                        <a16:creationId xmlns:a16="http://schemas.microsoft.com/office/drawing/2014/main" id="{9F039815-24B8-0F47-B17E-E8DA8E1413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197" name="Oval 975">
                    <a:extLst>
                      <a:ext uri="{FF2B5EF4-FFF2-40B4-BE49-F238E27FC236}">
                        <a16:creationId xmlns:a16="http://schemas.microsoft.com/office/drawing/2014/main" id="{DBE12ABE-7884-C14B-B6EF-9986B9699F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198" name="Freeform 976">
                    <a:extLst>
                      <a:ext uri="{FF2B5EF4-FFF2-40B4-BE49-F238E27FC236}">
                        <a16:creationId xmlns:a16="http://schemas.microsoft.com/office/drawing/2014/main" id="{693D7F73-DD2C-E74A-B9EF-4B3BE24656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199" name="AutoShape 977">
                    <a:extLst>
                      <a:ext uri="{FF2B5EF4-FFF2-40B4-BE49-F238E27FC236}">
                        <a16:creationId xmlns:a16="http://schemas.microsoft.com/office/drawing/2014/main" id="{A59830E7-CF51-584A-B0B9-FDD9E66B5C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00" name="AutoShape 978">
                    <a:extLst>
                      <a:ext uri="{FF2B5EF4-FFF2-40B4-BE49-F238E27FC236}">
                        <a16:creationId xmlns:a16="http://schemas.microsoft.com/office/drawing/2014/main" id="{CF4E38DF-02D7-4941-9B02-C6CDB64009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01" name="Oval 979">
                    <a:extLst>
                      <a:ext uri="{FF2B5EF4-FFF2-40B4-BE49-F238E27FC236}">
                        <a16:creationId xmlns:a16="http://schemas.microsoft.com/office/drawing/2014/main" id="{59495E51-586A-C34D-89B7-AEA0D72D46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02" name="Oval 980">
                    <a:extLst>
                      <a:ext uri="{FF2B5EF4-FFF2-40B4-BE49-F238E27FC236}">
                        <a16:creationId xmlns:a16="http://schemas.microsoft.com/office/drawing/2014/main" id="{20C8E197-143F-5345-AEF8-54327DCA1F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03" name="Oval 981">
                    <a:extLst>
                      <a:ext uri="{FF2B5EF4-FFF2-40B4-BE49-F238E27FC236}">
                        <a16:creationId xmlns:a16="http://schemas.microsoft.com/office/drawing/2014/main" id="{5E9B1C72-A47D-B74A-9E0A-78BB6D7F36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204" name="Rectangle 982">
                    <a:extLst>
                      <a:ext uri="{FF2B5EF4-FFF2-40B4-BE49-F238E27FC236}">
                        <a16:creationId xmlns:a16="http://schemas.microsoft.com/office/drawing/2014/main" id="{7B16A707-B72C-7E4C-81A5-597858293B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14038" name="Group 1115">
                <a:extLst>
                  <a:ext uri="{FF2B5EF4-FFF2-40B4-BE49-F238E27FC236}">
                    <a16:creationId xmlns:a16="http://schemas.microsoft.com/office/drawing/2014/main" id="{501AC210-7162-A14B-B03B-E46C8F9FA7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07615" y="4368892"/>
                <a:ext cx="990551" cy="731635"/>
                <a:chOff x="7707615" y="4368892"/>
                <a:chExt cx="990551" cy="731635"/>
              </a:xfrm>
            </p:grpSpPr>
            <p:pic>
              <p:nvPicPr>
                <p:cNvPr id="214079" name="Picture 1159">
                  <a:extLst>
                    <a:ext uri="{FF2B5EF4-FFF2-40B4-BE49-F238E27FC236}">
                      <a16:creationId xmlns:a16="http://schemas.microsoft.com/office/drawing/2014/main" id="{3EEA3963-4E11-E242-A3D8-6FF58800B9F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71833" y="4640202"/>
                  <a:ext cx="822008" cy="4603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214080" name="Group 249">
                  <a:extLst>
                    <a:ext uri="{FF2B5EF4-FFF2-40B4-BE49-F238E27FC236}">
                      <a16:creationId xmlns:a16="http://schemas.microsoft.com/office/drawing/2014/main" id="{559CEC6E-1FFA-E24A-8417-DBCCEC6705D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07615" y="4368892"/>
                  <a:ext cx="225953" cy="395900"/>
                  <a:chOff x="4140" y="429"/>
                  <a:chExt cx="1425" cy="2396"/>
                </a:xfrm>
              </p:grpSpPr>
              <p:sp>
                <p:nvSpPr>
                  <p:cNvPr id="214147" name="Freeform 250">
                    <a:extLst>
                      <a:ext uri="{FF2B5EF4-FFF2-40B4-BE49-F238E27FC236}">
                        <a16:creationId xmlns:a16="http://schemas.microsoft.com/office/drawing/2014/main" id="{32FA948E-BFDC-B344-900D-B39BB398DA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9 w 354"/>
                      <a:gd name="T1" fmla="*/ 0 h 2742"/>
                      <a:gd name="T2" fmla="*/ 47 w 354"/>
                      <a:gd name="T3" fmla="*/ 66 h 2742"/>
                      <a:gd name="T4" fmla="*/ 46 w 354"/>
                      <a:gd name="T5" fmla="*/ 510 h 2742"/>
                      <a:gd name="T6" fmla="*/ 0 w 354"/>
                      <a:gd name="T7" fmla="*/ 534 h 2742"/>
                      <a:gd name="T8" fmla="*/ 9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29" name="Rectangle 251">
                    <a:extLst>
                      <a:ext uri="{FF2B5EF4-FFF2-40B4-BE49-F238E27FC236}">
                        <a16:creationId xmlns:a16="http://schemas.microsoft.com/office/drawing/2014/main" id="{4FCCA3B9-9C41-D24C-ABFE-36C6E3EF22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4" y="433"/>
                    <a:ext cx="1051" cy="227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14149" name="Freeform 252">
                    <a:extLst>
                      <a:ext uri="{FF2B5EF4-FFF2-40B4-BE49-F238E27FC236}">
                        <a16:creationId xmlns:a16="http://schemas.microsoft.com/office/drawing/2014/main" id="{0E66DCD0-CA20-9449-8805-8E4E75E914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29 w 211"/>
                      <a:gd name="T3" fmla="*/ 43 h 2537"/>
                      <a:gd name="T4" fmla="*/ 2 w 211"/>
                      <a:gd name="T5" fmla="*/ 48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150" name="Freeform 253">
                    <a:extLst>
                      <a:ext uri="{FF2B5EF4-FFF2-40B4-BE49-F238E27FC236}">
                        <a16:creationId xmlns:a16="http://schemas.microsoft.com/office/drawing/2014/main" id="{552E8F95-7D3D-484E-A134-00B9CE9C93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5 h 226"/>
                      <a:gd name="T4" fmla="*/ 45 w 328"/>
                      <a:gd name="T5" fmla="*/ 45 h 226"/>
                      <a:gd name="T6" fmla="*/ 0 w 328"/>
                      <a:gd name="T7" fmla="*/ 19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32" name="Rectangle 254">
                    <a:extLst>
                      <a:ext uri="{FF2B5EF4-FFF2-40B4-BE49-F238E27FC236}">
                        <a16:creationId xmlns:a16="http://schemas.microsoft.com/office/drawing/2014/main" id="{6C418519-1151-E347-A6E2-34F8090973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4" y="692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214152" name="Group 255">
                    <a:extLst>
                      <a:ext uri="{FF2B5EF4-FFF2-40B4-BE49-F238E27FC236}">
                        <a16:creationId xmlns:a16="http://schemas.microsoft.com/office/drawing/2014/main" id="{B8D238DD-2FFA-2543-83C3-50D63420FD6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258" name="AutoShape 256">
                      <a:extLst>
                        <a:ext uri="{FF2B5EF4-FFF2-40B4-BE49-F238E27FC236}">
                          <a16:creationId xmlns:a16="http://schemas.microsoft.com/office/drawing/2014/main" id="{0E9DD485-9924-C24F-BF12-406FB2731D0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46" y="2591"/>
                      <a:ext cx="725" cy="120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259" name="AutoShape 257">
                      <a:extLst>
                        <a:ext uri="{FF2B5EF4-FFF2-40B4-BE49-F238E27FC236}">
                          <a16:creationId xmlns:a16="http://schemas.microsoft.com/office/drawing/2014/main" id="{A6F81680-4F96-A241-AB5A-DD079EBF4A1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59" y="2591"/>
                      <a:ext cx="700" cy="101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</p:grpSp>
              <p:sp>
                <p:nvSpPr>
                  <p:cNvPr id="1234" name="Rectangle 258">
                    <a:extLst>
                      <a:ext uri="{FF2B5EF4-FFF2-40B4-BE49-F238E27FC236}">
                        <a16:creationId xmlns:a16="http://schemas.microsoft.com/office/drawing/2014/main" id="{909C5B8C-1CD5-DC4E-9EDC-4D57F2F469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4" y="1019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214154" name="Group 259">
                    <a:extLst>
                      <a:ext uri="{FF2B5EF4-FFF2-40B4-BE49-F238E27FC236}">
                        <a16:creationId xmlns:a16="http://schemas.microsoft.com/office/drawing/2014/main" id="{FEAC3470-AE01-DB49-BFFF-0A595B7C643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256" name="AutoShape 260">
                      <a:extLst>
                        <a:ext uri="{FF2B5EF4-FFF2-40B4-BE49-F238E27FC236}">
                          <a16:creationId xmlns:a16="http://schemas.microsoft.com/office/drawing/2014/main" id="{BB1F31AD-F226-A343-9747-498C2BD918E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1" y="2594"/>
                      <a:ext cx="725" cy="140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257" name="AutoShape 261">
                      <a:extLst>
                        <a:ext uri="{FF2B5EF4-FFF2-40B4-BE49-F238E27FC236}">
                          <a16:creationId xmlns:a16="http://schemas.microsoft.com/office/drawing/2014/main" id="{6B06EB69-6CFD-B043-99AC-DA0DC48E6E2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4" y="2614"/>
                      <a:ext cx="687" cy="10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</p:grpSp>
              <p:sp>
                <p:nvSpPr>
                  <p:cNvPr id="1236" name="Rectangle 262">
                    <a:extLst>
                      <a:ext uri="{FF2B5EF4-FFF2-40B4-BE49-F238E27FC236}">
                        <a16:creationId xmlns:a16="http://schemas.microsoft.com/office/drawing/2014/main" id="{C309DAA6-4E33-CE47-BD8F-34A00B3F92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4" y="1365"/>
                    <a:ext cx="591" cy="3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237" name="Rectangle 263">
                    <a:extLst>
                      <a:ext uri="{FF2B5EF4-FFF2-40B4-BE49-F238E27FC236}">
                        <a16:creationId xmlns:a16="http://schemas.microsoft.com/office/drawing/2014/main" id="{31FE18AD-88FB-7249-A1E2-F59F36B1E9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4" y="1653"/>
                    <a:ext cx="59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214157" name="Group 264">
                    <a:extLst>
                      <a:ext uri="{FF2B5EF4-FFF2-40B4-BE49-F238E27FC236}">
                        <a16:creationId xmlns:a16="http://schemas.microsoft.com/office/drawing/2014/main" id="{C781639A-B9E3-1F41-A1F2-2D6BC714369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254" name="AutoShape 265">
                      <a:extLst>
                        <a:ext uri="{FF2B5EF4-FFF2-40B4-BE49-F238E27FC236}">
                          <a16:creationId xmlns:a16="http://schemas.microsoft.com/office/drawing/2014/main" id="{F3B27AEF-462F-714A-925E-CD57B30D2A3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4" y="2592"/>
                      <a:ext cx="711" cy="115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255" name="AutoShape 266">
                      <a:extLst>
                        <a:ext uri="{FF2B5EF4-FFF2-40B4-BE49-F238E27FC236}">
                          <a16:creationId xmlns:a16="http://schemas.microsoft.com/office/drawing/2014/main" id="{3DCA27E7-F791-C542-9A1B-4C168AFF853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6" y="2610"/>
                      <a:ext cx="674" cy="8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158" name="Freeform 267">
                    <a:extLst>
                      <a:ext uri="{FF2B5EF4-FFF2-40B4-BE49-F238E27FC236}">
                        <a16:creationId xmlns:a16="http://schemas.microsoft.com/office/drawing/2014/main" id="{AECDB4C9-5621-594D-AECC-69FC51E6FA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4 h 226"/>
                      <a:gd name="T4" fmla="*/ 45 w 328"/>
                      <a:gd name="T5" fmla="*/ 43 h 226"/>
                      <a:gd name="T6" fmla="*/ 0 w 328"/>
                      <a:gd name="T7" fmla="*/ 1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14159" name="Group 268">
                    <a:extLst>
                      <a:ext uri="{FF2B5EF4-FFF2-40B4-BE49-F238E27FC236}">
                        <a16:creationId xmlns:a16="http://schemas.microsoft.com/office/drawing/2014/main" id="{530F28CF-4DEF-CE42-BCA2-AB61FC970C1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252" name="AutoShape 269">
                      <a:extLst>
                        <a:ext uri="{FF2B5EF4-FFF2-40B4-BE49-F238E27FC236}">
                          <a16:creationId xmlns:a16="http://schemas.microsoft.com/office/drawing/2014/main" id="{E3D43DA1-A342-2141-803A-DA7E4021571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46" y="2568"/>
                      <a:ext cx="698" cy="163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253" name="AutoShape 270">
                      <a:extLst>
                        <a:ext uri="{FF2B5EF4-FFF2-40B4-BE49-F238E27FC236}">
                          <a16:creationId xmlns:a16="http://schemas.microsoft.com/office/drawing/2014/main" id="{0B518669-996F-A040-AA1A-27FF078C059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59" y="2587"/>
                      <a:ext cx="661" cy="115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</p:grpSp>
              <p:sp>
                <p:nvSpPr>
                  <p:cNvPr id="1241" name="Rectangle 271">
                    <a:extLst>
                      <a:ext uri="{FF2B5EF4-FFF2-40B4-BE49-F238E27FC236}">
                        <a16:creationId xmlns:a16="http://schemas.microsoft.com/office/drawing/2014/main" id="{96F43160-19A6-3545-87F1-FA06C63970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55" y="433"/>
                    <a:ext cx="60" cy="228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14161" name="Freeform 272">
                    <a:extLst>
                      <a:ext uri="{FF2B5EF4-FFF2-40B4-BE49-F238E27FC236}">
                        <a16:creationId xmlns:a16="http://schemas.microsoft.com/office/drawing/2014/main" id="{7428AD33-7871-0D4F-8C8D-5C6B9723A2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40 w 296"/>
                      <a:gd name="T3" fmla="*/ 27 h 256"/>
                      <a:gd name="T4" fmla="*/ 40 w 296"/>
                      <a:gd name="T5" fmla="*/ 49 h 256"/>
                      <a:gd name="T6" fmla="*/ 0 w 296"/>
                      <a:gd name="T7" fmla="*/ 18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162" name="Freeform 273">
                    <a:extLst>
                      <a:ext uri="{FF2B5EF4-FFF2-40B4-BE49-F238E27FC236}">
                        <a16:creationId xmlns:a16="http://schemas.microsoft.com/office/drawing/2014/main" id="{CBE613F3-A88D-8D43-AC9A-847B88C8EC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42 w 304"/>
                      <a:gd name="T3" fmla="*/ 32 h 288"/>
                      <a:gd name="T4" fmla="*/ 39 w 304"/>
                      <a:gd name="T5" fmla="*/ 57 h 288"/>
                      <a:gd name="T6" fmla="*/ 2 w 304"/>
                      <a:gd name="T7" fmla="*/ 24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44" name="Oval 274">
                    <a:extLst>
                      <a:ext uri="{FF2B5EF4-FFF2-40B4-BE49-F238E27FC236}">
                        <a16:creationId xmlns:a16="http://schemas.microsoft.com/office/drawing/2014/main" id="{D866BE52-F00D-CE45-88F2-C6143416B4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6" y="2614"/>
                    <a:ext cx="50" cy="96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14164" name="Freeform 275">
                    <a:extLst>
                      <a:ext uri="{FF2B5EF4-FFF2-40B4-BE49-F238E27FC236}">
                        <a16:creationId xmlns:a16="http://schemas.microsoft.com/office/drawing/2014/main" id="{F99F046E-BDF2-CB4B-A95C-91E1BB5C68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21 h 240"/>
                      <a:gd name="T2" fmla="*/ 2 w 306"/>
                      <a:gd name="T3" fmla="*/ 48 h 240"/>
                      <a:gd name="T4" fmla="*/ 42 w 306"/>
                      <a:gd name="T5" fmla="*/ 22 h 240"/>
                      <a:gd name="T6" fmla="*/ 40 w 306"/>
                      <a:gd name="T7" fmla="*/ 0 h 240"/>
                      <a:gd name="T8" fmla="*/ 0 w 306"/>
                      <a:gd name="T9" fmla="*/ 21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46" name="AutoShape 276">
                    <a:extLst>
                      <a:ext uri="{FF2B5EF4-FFF2-40B4-BE49-F238E27FC236}">
                        <a16:creationId xmlns:a16="http://schemas.microsoft.com/office/drawing/2014/main" id="{CBEBD2C6-CFED-CB4F-BC79-868C395F7F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4" y="2681"/>
                    <a:ext cx="1202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247" name="AutoShape 277">
                    <a:extLst>
                      <a:ext uri="{FF2B5EF4-FFF2-40B4-BE49-F238E27FC236}">
                        <a16:creationId xmlns:a16="http://schemas.microsoft.com/office/drawing/2014/main" id="{A37F0F82-C20D-E844-B043-F3B6AB4529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4" y="2710"/>
                    <a:ext cx="1071" cy="8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248" name="Oval 278">
                    <a:extLst>
                      <a:ext uri="{FF2B5EF4-FFF2-40B4-BE49-F238E27FC236}">
                        <a16:creationId xmlns:a16="http://schemas.microsoft.com/office/drawing/2014/main" id="{866EC59D-6138-6449-9AC8-0E4557B2BF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14" y="2383"/>
                    <a:ext cx="160" cy="144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249" name="Oval 279">
                    <a:extLst>
                      <a:ext uri="{FF2B5EF4-FFF2-40B4-BE49-F238E27FC236}">
                        <a16:creationId xmlns:a16="http://schemas.microsoft.com/office/drawing/2014/main" id="{B51FB6EE-FDF7-6241-A083-5351AB12DE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5" y="2383"/>
                    <a:ext cx="160" cy="144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250" name="Oval 280">
                    <a:extLst>
                      <a:ext uri="{FF2B5EF4-FFF2-40B4-BE49-F238E27FC236}">
                        <a16:creationId xmlns:a16="http://schemas.microsoft.com/office/drawing/2014/main" id="{89A59A8D-6CEC-464D-9BD7-09E40E8639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65" y="2383"/>
                    <a:ext cx="160" cy="135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251" name="Rectangle 281">
                    <a:extLst>
                      <a:ext uri="{FF2B5EF4-FFF2-40B4-BE49-F238E27FC236}">
                        <a16:creationId xmlns:a16="http://schemas.microsoft.com/office/drawing/2014/main" id="{F0E1C006-B779-004D-B275-AD7CC5F63B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5" y="1836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grpSp>
              <p:nvGrpSpPr>
                <p:cNvPr id="214081" name="Group 249">
                  <a:extLst>
                    <a:ext uri="{FF2B5EF4-FFF2-40B4-BE49-F238E27FC236}">
                      <a16:creationId xmlns:a16="http://schemas.microsoft.com/office/drawing/2014/main" id="{4BE2179E-774D-C843-8DB9-3E128788BA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39866" y="4369199"/>
                  <a:ext cx="225953" cy="395900"/>
                  <a:chOff x="4140" y="429"/>
                  <a:chExt cx="1425" cy="2396"/>
                </a:xfrm>
              </p:grpSpPr>
              <p:sp>
                <p:nvSpPr>
                  <p:cNvPr id="214115" name="Freeform 250">
                    <a:extLst>
                      <a:ext uri="{FF2B5EF4-FFF2-40B4-BE49-F238E27FC236}">
                        <a16:creationId xmlns:a16="http://schemas.microsoft.com/office/drawing/2014/main" id="{E86DD0C5-E60F-9A40-83F4-23079F91A7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9 w 354"/>
                      <a:gd name="T1" fmla="*/ 0 h 2742"/>
                      <a:gd name="T2" fmla="*/ 47 w 354"/>
                      <a:gd name="T3" fmla="*/ 66 h 2742"/>
                      <a:gd name="T4" fmla="*/ 46 w 354"/>
                      <a:gd name="T5" fmla="*/ 510 h 2742"/>
                      <a:gd name="T6" fmla="*/ 0 w 354"/>
                      <a:gd name="T7" fmla="*/ 534 h 2742"/>
                      <a:gd name="T8" fmla="*/ 9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97" name="Rectangle 251">
                    <a:extLst>
                      <a:ext uri="{FF2B5EF4-FFF2-40B4-BE49-F238E27FC236}">
                        <a16:creationId xmlns:a16="http://schemas.microsoft.com/office/drawing/2014/main" id="{031F551E-F66E-DC4F-BB0F-BDFD2A9862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7" y="431"/>
                    <a:ext cx="1051" cy="2306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14117" name="Freeform 252">
                    <a:extLst>
                      <a:ext uri="{FF2B5EF4-FFF2-40B4-BE49-F238E27FC236}">
                        <a16:creationId xmlns:a16="http://schemas.microsoft.com/office/drawing/2014/main" id="{1F094852-FE6A-254E-AE59-F164949D4A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29 w 211"/>
                      <a:gd name="T3" fmla="*/ 43 h 2537"/>
                      <a:gd name="T4" fmla="*/ 2 w 211"/>
                      <a:gd name="T5" fmla="*/ 48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118" name="Freeform 253">
                    <a:extLst>
                      <a:ext uri="{FF2B5EF4-FFF2-40B4-BE49-F238E27FC236}">
                        <a16:creationId xmlns:a16="http://schemas.microsoft.com/office/drawing/2014/main" id="{3822EE13-4CE8-5A4B-98E2-B96B4A93D3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5 h 226"/>
                      <a:gd name="T4" fmla="*/ 45 w 328"/>
                      <a:gd name="T5" fmla="*/ 45 h 226"/>
                      <a:gd name="T6" fmla="*/ 0 w 328"/>
                      <a:gd name="T7" fmla="*/ 19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00" name="Rectangle 254">
                    <a:extLst>
                      <a:ext uri="{FF2B5EF4-FFF2-40B4-BE49-F238E27FC236}">
                        <a16:creationId xmlns:a16="http://schemas.microsoft.com/office/drawing/2014/main" id="{6FBE4BF3-9A08-A740-B0C7-5B153A1D20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7" y="700"/>
                    <a:ext cx="601" cy="3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214120" name="Group 255">
                    <a:extLst>
                      <a:ext uri="{FF2B5EF4-FFF2-40B4-BE49-F238E27FC236}">
                        <a16:creationId xmlns:a16="http://schemas.microsoft.com/office/drawing/2014/main" id="{A6B07E4C-BDA4-6642-AD5B-6D4DA9F720F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226" name="AutoShape 256">
                      <a:extLst>
                        <a:ext uri="{FF2B5EF4-FFF2-40B4-BE49-F238E27FC236}">
                          <a16:creationId xmlns:a16="http://schemas.microsoft.com/office/drawing/2014/main" id="{3B0846A9-93AE-0645-B4F6-DB72AF66C37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2" y="2571"/>
                      <a:ext cx="725" cy="138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227" name="AutoShape 257">
                      <a:extLst>
                        <a:ext uri="{FF2B5EF4-FFF2-40B4-BE49-F238E27FC236}">
                          <a16:creationId xmlns:a16="http://schemas.microsoft.com/office/drawing/2014/main" id="{CFA1723B-8474-2146-8074-8959E0A1E69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90"/>
                      <a:ext cx="700" cy="101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</p:grpSp>
              <p:sp>
                <p:nvSpPr>
                  <p:cNvPr id="1202" name="Rectangle 258">
                    <a:extLst>
                      <a:ext uri="{FF2B5EF4-FFF2-40B4-BE49-F238E27FC236}">
                        <a16:creationId xmlns:a16="http://schemas.microsoft.com/office/drawing/2014/main" id="{4282B151-2830-FD44-B601-645CB35CE8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7" y="1027"/>
                    <a:ext cx="591" cy="3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214122" name="Group 259">
                    <a:extLst>
                      <a:ext uri="{FF2B5EF4-FFF2-40B4-BE49-F238E27FC236}">
                        <a16:creationId xmlns:a16="http://schemas.microsoft.com/office/drawing/2014/main" id="{DF984A29-56B5-3740-8843-115A75B2B37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224" name="AutoShape 260">
                      <a:extLst>
                        <a:ext uri="{FF2B5EF4-FFF2-40B4-BE49-F238E27FC236}">
                          <a16:creationId xmlns:a16="http://schemas.microsoft.com/office/drawing/2014/main" id="{1687555E-AB34-AE42-8C5B-D8AC6B95F4A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72"/>
                      <a:ext cx="725" cy="14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225" name="AutoShape 261">
                      <a:extLst>
                        <a:ext uri="{FF2B5EF4-FFF2-40B4-BE49-F238E27FC236}">
                          <a16:creationId xmlns:a16="http://schemas.microsoft.com/office/drawing/2014/main" id="{B24778EA-690F-FF4C-9E9B-C5A20C24F11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7" y="2592"/>
                      <a:ext cx="687" cy="10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</p:grpSp>
              <p:sp>
                <p:nvSpPr>
                  <p:cNvPr id="1204" name="Rectangle 262">
                    <a:extLst>
                      <a:ext uri="{FF2B5EF4-FFF2-40B4-BE49-F238E27FC236}">
                        <a16:creationId xmlns:a16="http://schemas.microsoft.com/office/drawing/2014/main" id="{29162181-8D2E-B74D-8CCB-341B37800D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7" y="1363"/>
                    <a:ext cx="59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205" name="Rectangle 263">
                    <a:extLst>
                      <a:ext uri="{FF2B5EF4-FFF2-40B4-BE49-F238E27FC236}">
                        <a16:creationId xmlns:a16="http://schemas.microsoft.com/office/drawing/2014/main" id="{7DAC4204-B998-5846-9361-BEC74A4ED9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7" y="1680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214125" name="Group 264">
                    <a:extLst>
                      <a:ext uri="{FF2B5EF4-FFF2-40B4-BE49-F238E27FC236}">
                        <a16:creationId xmlns:a16="http://schemas.microsoft.com/office/drawing/2014/main" id="{8960A9DC-1384-A341-AA27-6244E92FAA3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222" name="AutoShape 265">
                      <a:extLst>
                        <a:ext uri="{FF2B5EF4-FFF2-40B4-BE49-F238E27FC236}">
                          <a16:creationId xmlns:a16="http://schemas.microsoft.com/office/drawing/2014/main" id="{1F4C2369-6F06-2547-B950-141A88740FD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7" y="2590"/>
                      <a:ext cx="711" cy="142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223" name="AutoShape 266">
                      <a:extLst>
                        <a:ext uri="{FF2B5EF4-FFF2-40B4-BE49-F238E27FC236}">
                          <a16:creationId xmlns:a16="http://schemas.microsoft.com/office/drawing/2014/main" id="{7FF4A2E6-E067-B040-A699-B7CC4626EE9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608"/>
                      <a:ext cx="674" cy="106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126" name="Freeform 267">
                    <a:extLst>
                      <a:ext uri="{FF2B5EF4-FFF2-40B4-BE49-F238E27FC236}">
                        <a16:creationId xmlns:a16="http://schemas.microsoft.com/office/drawing/2014/main" id="{CD1E835B-6445-8346-AE6F-D742395355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4 h 226"/>
                      <a:gd name="T4" fmla="*/ 45 w 328"/>
                      <a:gd name="T5" fmla="*/ 43 h 226"/>
                      <a:gd name="T6" fmla="*/ 0 w 328"/>
                      <a:gd name="T7" fmla="*/ 1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14127" name="Group 268">
                    <a:extLst>
                      <a:ext uri="{FF2B5EF4-FFF2-40B4-BE49-F238E27FC236}">
                        <a16:creationId xmlns:a16="http://schemas.microsoft.com/office/drawing/2014/main" id="{8CC7DE98-AE7C-5C48-AE5D-A9CDE7184FB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220" name="AutoShape 269">
                      <a:extLst>
                        <a:ext uri="{FF2B5EF4-FFF2-40B4-BE49-F238E27FC236}">
                          <a16:creationId xmlns:a16="http://schemas.microsoft.com/office/drawing/2014/main" id="{2E01CD59-F244-1543-9F18-F6F83D47005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2" y="2595"/>
                      <a:ext cx="761" cy="115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221" name="AutoShape 270">
                      <a:extLst>
                        <a:ext uri="{FF2B5EF4-FFF2-40B4-BE49-F238E27FC236}">
                          <a16:creationId xmlns:a16="http://schemas.microsoft.com/office/drawing/2014/main" id="{95EBD9EB-B559-864E-B0CD-06C5E747178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614"/>
                      <a:ext cx="723" cy="86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</p:grpSp>
              <p:sp>
                <p:nvSpPr>
                  <p:cNvPr id="1209" name="Rectangle 271">
                    <a:extLst>
                      <a:ext uri="{FF2B5EF4-FFF2-40B4-BE49-F238E27FC236}">
                        <a16:creationId xmlns:a16="http://schemas.microsoft.com/office/drawing/2014/main" id="{CC8EC1D3-7D4E-0E4C-BA22-FEDB4E9DDD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8" y="431"/>
                    <a:ext cx="70" cy="231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14129" name="Freeform 272">
                    <a:extLst>
                      <a:ext uri="{FF2B5EF4-FFF2-40B4-BE49-F238E27FC236}">
                        <a16:creationId xmlns:a16="http://schemas.microsoft.com/office/drawing/2014/main" id="{8CEEC237-A5BC-7B4F-A4D7-1176BC8B58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40 w 296"/>
                      <a:gd name="T3" fmla="*/ 27 h 256"/>
                      <a:gd name="T4" fmla="*/ 40 w 296"/>
                      <a:gd name="T5" fmla="*/ 49 h 256"/>
                      <a:gd name="T6" fmla="*/ 0 w 296"/>
                      <a:gd name="T7" fmla="*/ 18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130" name="Freeform 273">
                    <a:extLst>
                      <a:ext uri="{FF2B5EF4-FFF2-40B4-BE49-F238E27FC236}">
                        <a16:creationId xmlns:a16="http://schemas.microsoft.com/office/drawing/2014/main" id="{063875F7-09BB-AD48-9393-5191E482E5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42 w 304"/>
                      <a:gd name="T3" fmla="*/ 32 h 288"/>
                      <a:gd name="T4" fmla="*/ 39 w 304"/>
                      <a:gd name="T5" fmla="*/ 57 h 288"/>
                      <a:gd name="T6" fmla="*/ 2 w 304"/>
                      <a:gd name="T7" fmla="*/ 24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12" name="Oval 274">
                    <a:extLst>
                      <a:ext uri="{FF2B5EF4-FFF2-40B4-BE49-F238E27FC236}">
                        <a16:creationId xmlns:a16="http://schemas.microsoft.com/office/drawing/2014/main" id="{321C0266-B832-1143-81E5-0C3628930F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9" y="2641"/>
                    <a:ext cx="50" cy="96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14132" name="Freeform 275">
                    <a:extLst>
                      <a:ext uri="{FF2B5EF4-FFF2-40B4-BE49-F238E27FC236}">
                        <a16:creationId xmlns:a16="http://schemas.microsoft.com/office/drawing/2014/main" id="{9701DB6E-C16C-B24B-BBA2-AD6CAE8042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21 h 240"/>
                      <a:gd name="T2" fmla="*/ 2 w 306"/>
                      <a:gd name="T3" fmla="*/ 48 h 240"/>
                      <a:gd name="T4" fmla="*/ 42 w 306"/>
                      <a:gd name="T5" fmla="*/ 22 h 240"/>
                      <a:gd name="T6" fmla="*/ 40 w 306"/>
                      <a:gd name="T7" fmla="*/ 0 h 240"/>
                      <a:gd name="T8" fmla="*/ 0 w 306"/>
                      <a:gd name="T9" fmla="*/ 21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14" name="AutoShape 276">
                    <a:extLst>
                      <a:ext uri="{FF2B5EF4-FFF2-40B4-BE49-F238E27FC236}">
                        <a16:creationId xmlns:a16="http://schemas.microsoft.com/office/drawing/2014/main" id="{8C5A52FC-DBA2-6541-9C29-F4812C362D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37" y="2708"/>
                    <a:ext cx="1202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215" name="AutoShape 277">
                    <a:extLst>
                      <a:ext uri="{FF2B5EF4-FFF2-40B4-BE49-F238E27FC236}">
                        <a16:creationId xmlns:a16="http://schemas.microsoft.com/office/drawing/2014/main" id="{80D3DADD-2D14-2F48-B6C6-F66AD9488E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7" y="2737"/>
                    <a:ext cx="1071" cy="8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216" name="Oval 278">
                    <a:extLst>
                      <a:ext uri="{FF2B5EF4-FFF2-40B4-BE49-F238E27FC236}">
                        <a16:creationId xmlns:a16="http://schemas.microsoft.com/office/drawing/2014/main" id="{0BA070D8-EDAC-4D4C-9D4D-360E3482D1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7" y="2410"/>
                    <a:ext cx="160" cy="144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217" name="Oval 279">
                    <a:extLst>
                      <a:ext uri="{FF2B5EF4-FFF2-40B4-BE49-F238E27FC236}">
                        <a16:creationId xmlns:a16="http://schemas.microsoft.com/office/drawing/2014/main" id="{2990F973-EF67-BD4D-BFEE-2BCEC73D1A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7" y="2410"/>
                    <a:ext cx="160" cy="144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218" name="Oval 280">
                    <a:extLst>
                      <a:ext uri="{FF2B5EF4-FFF2-40B4-BE49-F238E27FC236}">
                        <a16:creationId xmlns:a16="http://schemas.microsoft.com/office/drawing/2014/main" id="{C8018FC5-B45A-7740-A81F-39EF53B42E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410"/>
                    <a:ext cx="160" cy="135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219" name="Rectangle 281">
                    <a:extLst>
                      <a:ext uri="{FF2B5EF4-FFF2-40B4-BE49-F238E27FC236}">
                        <a16:creationId xmlns:a16="http://schemas.microsoft.com/office/drawing/2014/main" id="{BF1D7910-50D3-2C4D-BE30-D72C3FA015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8" y="1863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grpSp>
              <p:nvGrpSpPr>
                <p:cNvPr id="214082" name="Group 249">
                  <a:extLst>
                    <a:ext uri="{FF2B5EF4-FFF2-40B4-BE49-F238E27FC236}">
                      <a16:creationId xmlns:a16="http://schemas.microsoft.com/office/drawing/2014/main" id="{34735D60-3E59-1A44-933E-3CCF76E1A03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472213" y="4384408"/>
                  <a:ext cx="225953" cy="395900"/>
                  <a:chOff x="4140" y="429"/>
                  <a:chExt cx="1425" cy="2396"/>
                </a:xfrm>
              </p:grpSpPr>
              <p:sp>
                <p:nvSpPr>
                  <p:cNvPr id="214083" name="Freeform 250">
                    <a:extLst>
                      <a:ext uri="{FF2B5EF4-FFF2-40B4-BE49-F238E27FC236}">
                        <a16:creationId xmlns:a16="http://schemas.microsoft.com/office/drawing/2014/main" id="{F85FB4E5-3C16-D84C-A8D4-6F702EC0A1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9 w 354"/>
                      <a:gd name="T1" fmla="*/ 0 h 2742"/>
                      <a:gd name="T2" fmla="*/ 47 w 354"/>
                      <a:gd name="T3" fmla="*/ 66 h 2742"/>
                      <a:gd name="T4" fmla="*/ 46 w 354"/>
                      <a:gd name="T5" fmla="*/ 510 h 2742"/>
                      <a:gd name="T6" fmla="*/ 0 w 354"/>
                      <a:gd name="T7" fmla="*/ 534 h 2742"/>
                      <a:gd name="T8" fmla="*/ 9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65" name="Rectangle 251">
                    <a:extLst>
                      <a:ext uri="{FF2B5EF4-FFF2-40B4-BE49-F238E27FC236}">
                        <a16:creationId xmlns:a16="http://schemas.microsoft.com/office/drawing/2014/main" id="{ABABED1D-0CCC-C94E-AB7B-95DBA43E99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0" y="454"/>
                    <a:ext cx="1051" cy="225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14085" name="Freeform 252">
                    <a:extLst>
                      <a:ext uri="{FF2B5EF4-FFF2-40B4-BE49-F238E27FC236}">
                        <a16:creationId xmlns:a16="http://schemas.microsoft.com/office/drawing/2014/main" id="{74556BFA-B6FE-E04F-AECD-1D4E4F15C8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29 w 211"/>
                      <a:gd name="T3" fmla="*/ 43 h 2537"/>
                      <a:gd name="T4" fmla="*/ 2 w 211"/>
                      <a:gd name="T5" fmla="*/ 48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086" name="Freeform 253">
                    <a:extLst>
                      <a:ext uri="{FF2B5EF4-FFF2-40B4-BE49-F238E27FC236}">
                        <a16:creationId xmlns:a16="http://schemas.microsoft.com/office/drawing/2014/main" id="{D02E1178-E23E-8448-8275-318BF93970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5 h 226"/>
                      <a:gd name="T4" fmla="*/ 45 w 328"/>
                      <a:gd name="T5" fmla="*/ 45 h 226"/>
                      <a:gd name="T6" fmla="*/ 0 w 328"/>
                      <a:gd name="T7" fmla="*/ 19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68" name="Rectangle 254">
                    <a:extLst>
                      <a:ext uri="{FF2B5EF4-FFF2-40B4-BE49-F238E27FC236}">
                        <a16:creationId xmlns:a16="http://schemas.microsoft.com/office/drawing/2014/main" id="{6E44DEDC-A7BA-4543-B7A7-F46C7A7749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714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214088" name="Group 255">
                    <a:extLst>
                      <a:ext uri="{FF2B5EF4-FFF2-40B4-BE49-F238E27FC236}">
                        <a16:creationId xmlns:a16="http://schemas.microsoft.com/office/drawing/2014/main" id="{BFC54D7A-EA55-D84C-936C-CD3C5D3F20F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194" name="AutoShape 256">
                      <a:extLst>
                        <a:ext uri="{FF2B5EF4-FFF2-40B4-BE49-F238E27FC236}">
                          <a16:creationId xmlns:a16="http://schemas.microsoft.com/office/drawing/2014/main" id="{35694AE0-C883-514B-8132-0B53FE45F93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6" y="2594"/>
                      <a:ext cx="725" cy="138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195" name="AutoShape 257">
                      <a:extLst>
                        <a:ext uri="{FF2B5EF4-FFF2-40B4-BE49-F238E27FC236}">
                          <a16:creationId xmlns:a16="http://schemas.microsoft.com/office/drawing/2014/main" id="{694501A7-ED28-364F-AD8C-608F3F34C5D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9" y="2612"/>
                      <a:ext cx="700" cy="101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</p:grpSp>
              <p:sp>
                <p:nvSpPr>
                  <p:cNvPr id="1170" name="Rectangle 258">
                    <a:extLst>
                      <a:ext uri="{FF2B5EF4-FFF2-40B4-BE49-F238E27FC236}">
                        <a16:creationId xmlns:a16="http://schemas.microsoft.com/office/drawing/2014/main" id="{B91FE8EC-E4EC-804E-8830-B03D02528B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41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214090" name="Group 259">
                    <a:extLst>
                      <a:ext uri="{FF2B5EF4-FFF2-40B4-BE49-F238E27FC236}">
                        <a16:creationId xmlns:a16="http://schemas.microsoft.com/office/drawing/2014/main" id="{EC4E0D0B-6146-3840-9DE0-E339E368190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192" name="AutoShape 260">
                      <a:extLst>
                        <a:ext uri="{FF2B5EF4-FFF2-40B4-BE49-F238E27FC236}">
                          <a16:creationId xmlns:a16="http://schemas.microsoft.com/office/drawing/2014/main" id="{75FBA164-E26E-3245-8C04-23BDD8C49B5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81" y="2596"/>
                      <a:ext cx="725" cy="140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193" name="AutoShape 261">
                      <a:extLst>
                        <a:ext uri="{FF2B5EF4-FFF2-40B4-BE49-F238E27FC236}">
                          <a16:creationId xmlns:a16="http://schemas.microsoft.com/office/drawing/2014/main" id="{455F8959-589E-404E-8CE0-574D6E0AF9D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94" y="2616"/>
                      <a:ext cx="687" cy="10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</p:grpSp>
              <p:sp>
                <p:nvSpPr>
                  <p:cNvPr id="1172" name="Rectangle 262">
                    <a:extLst>
                      <a:ext uri="{FF2B5EF4-FFF2-40B4-BE49-F238E27FC236}">
                        <a16:creationId xmlns:a16="http://schemas.microsoft.com/office/drawing/2014/main" id="{C698771E-7684-4845-BC5F-F3CB491A6C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67"/>
                    <a:ext cx="591" cy="3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173" name="Rectangle 263">
                    <a:extLst>
                      <a:ext uri="{FF2B5EF4-FFF2-40B4-BE49-F238E27FC236}">
                        <a16:creationId xmlns:a16="http://schemas.microsoft.com/office/drawing/2014/main" id="{2D66D904-CC13-EE49-A7CF-538219559E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214093" name="Group 264">
                    <a:extLst>
                      <a:ext uri="{FF2B5EF4-FFF2-40B4-BE49-F238E27FC236}">
                        <a16:creationId xmlns:a16="http://schemas.microsoft.com/office/drawing/2014/main" id="{3AAA81F7-9D3A-E142-A908-85702689474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190" name="AutoShape 265">
                      <a:extLst>
                        <a:ext uri="{FF2B5EF4-FFF2-40B4-BE49-F238E27FC236}">
                          <a16:creationId xmlns:a16="http://schemas.microsoft.com/office/drawing/2014/main" id="{471C6748-6C90-CD41-B215-DCC3856272F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09" y="2594"/>
                      <a:ext cx="686" cy="115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191" name="AutoShape 266">
                      <a:extLst>
                        <a:ext uri="{FF2B5EF4-FFF2-40B4-BE49-F238E27FC236}">
                          <a16:creationId xmlns:a16="http://schemas.microsoft.com/office/drawing/2014/main" id="{CA18DBA7-CA44-AF4B-9612-BB134F7E0DE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1" y="2612"/>
                      <a:ext cx="649" cy="8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094" name="Freeform 267">
                    <a:extLst>
                      <a:ext uri="{FF2B5EF4-FFF2-40B4-BE49-F238E27FC236}">
                        <a16:creationId xmlns:a16="http://schemas.microsoft.com/office/drawing/2014/main" id="{3AF0EDAF-86D9-8140-8397-45FD6404D19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4 h 226"/>
                      <a:gd name="T4" fmla="*/ 45 w 328"/>
                      <a:gd name="T5" fmla="*/ 43 h 226"/>
                      <a:gd name="T6" fmla="*/ 0 w 328"/>
                      <a:gd name="T7" fmla="*/ 1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14095" name="Group 268">
                    <a:extLst>
                      <a:ext uri="{FF2B5EF4-FFF2-40B4-BE49-F238E27FC236}">
                        <a16:creationId xmlns:a16="http://schemas.microsoft.com/office/drawing/2014/main" id="{05AB345F-D2A1-FF4A-8734-C89FECAB3BA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188" name="AutoShape 269">
                      <a:extLst>
                        <a:ext uri="{FF2B5EF4-FFF2-40B4-BE49-F238E27FC236}">
                          <a16:creationId xmlns:a16="http://schemas.microsoft.com/office/drawing/2014/main" id="{8A01772C-366F-D643-A0B6-8DD6419864A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6" y="2570"/>
                      <a:ext cx="723" cy="163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189" name="AutoShape 270">
                      <a:extLst>
                        <a:ext uri="{FF2B5EF4-FFF2-40B4-BE49-F238E27FC236}">
                          <a16:creationId xmlns:a16="http://schemas.microsoft.com/office/drawing/2014/main" id="{D7199789-730D-D540-8329-FA349F87C65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9" y="2589"/>
                      <a:ext cx="686" cy="135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</p:grpSp>
              <p:sp>
                <p:nvSpPr>
                  <p:cNvPr id="1177" name="Rectangle 271">
                    <a:extLst>
                      <a:ext uri="{FF2B5EF4-FFF2-40B4-BE49-F238E27FC236}">
                        <a16:creationId xmlns:a16="http://schemas.microsoft.com/office/drawing/2014/main" id="{8B047AC7-93FF-AC4A-BE1C-B5586545A9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51" y="454"/>
                    <a:ext cx="60" cy="226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14097" name="Freeform 272">
                    <a:extLst>
                      <a:ext uri="{FF2B5EF4-FFF2-40B4-BE49-F238E27FC236}">
                        <a16:creationId xmlns:a16="http://schemas.microsoft.com/office/drawing/2014/main" id="{C5B9224A-C8B0-F444-AF3A-AA9C058DCA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40 w 296"/>
                      <a:gd name="T3" fmla="*/ 27 h 256"/>
                      <a:gd name="T4" fmla="*/ 40 w 296"/>
                      <a:gd name="T5" fmla="*/ 49 h 256"/>
                      <a:gd name="T6" fmla="*/ 0 w 296"/>
                      <a:gd name="T7" fmla="*/ 18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098" name="Freeform 273">
                    <a:extLst>
                      <a:ext uri="{FF2B5EF4-FFF2-40B4-BE49-F238E27FC236}">
                        <a16:creationId xmlns:a16="http://schemas.microsoft.com/office/drawing/2014/main" id="{AD61F383-3BFD-164B-BE28-5A93E8BA4D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42 w 304"/>
                      <a:gd name="T3" fmla="*/ 32 h 288"/>
                      <a:gd name="T4" fmla="*/ 39 w 304"/>
                      <a:gd name="T5" fmla="*/ 57 h 288"/>
                      <a:gd name="T6" fmla="*/ 2 w 304"/>
                      <a:gd name="T7" fmla="*/ 24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80" name="Oval 274">
                    <a:extLst>
                      <a:ext uri="{FF2B5EF4-FFF2-40B4-BE49-F238E27FC236}">
                        <a16:creationId xmlns:a16="http://schemas.microsoft.com/office/drawing/2014/main" id="{9851C0C1-89C0-6541-9FBB-1CA7E63F59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2" y="2616"/>
                    <a:ext cx="50" cy="96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14100" name="Freeform 275">
                    <a:extLst>
                      <a:ext uri="{FF2B5EF4-FFF2-40B4-BE49-F238E27FC236}">
                        <a16:creationId xmlns:a16="http://schemas.microsoft.com/office/drawing/2014/main" id="{D9EB9732-6FAF-E943-B767-B356AD4DD8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21 h 240"/>
                      <a:gd name="T2" fmla="*/ 2 w 306"/>
                      <a:gd name="T3" fmla="*/ 48 h 240"/>
                      <a:gd name="T4" fmla="*/ 42 w 306"/>
                      <a:gd name="T5" fmla="*/ 22 h 240"/>
                      <a:gd name="T6" fmla="*/ 40 w 306"/>
                      <a:gd name="T7" fmla="*/ 0 h 240"/>
                      <a:gd name="T8" fmla="*/ 0 w 306"/>
                      <a:gd name="T9" fmla="*/ 21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82" name="AutoShape 276">
                    <a:extLst>
                      <a:ext uri="{FF2B5EF4-FFF2-40B4-BE49-F238E27FC236}">
                        <a16:creationId xmlns:a16="http://schemas.microsoft.com/office/drawing/2014/main" id="{49E0A66E-5BDD-B942-B3AF-8712C45A30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83"/>
                    <a:ext cx="1202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183" name="AutoShape 277">
                    <a:extLst>
                      <a:ext uri="{FF2B5EF4-FFF2-40B4-BE49-F238E27FC236}">
                        <a16:creationId xmlns:a16="http://schemas.microsoft.com/office/drawing/2014/main" id="{F7873A47-6CB0-E443-9D17-3B67404763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0" y="2712"/>
                    <a:ext cx="1071" cy="8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184" name="Oval 278">
                    <a:extLst>
                      <a:ext uri="{FF2B5EF4-FFF2-40B4-BE49-F238E27FC236}">
                        <a16:creationId xmlns:a16="http://schemas.microsoft.com/office/drawing/2014/main" id="{FEB17BBD-9AF6-D242-9493-E4BF6943B9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10" y="2386"/>
                    <a:ext cx="160" cy="144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185" name="Oval 279">
                    <a:extLst>
                      <a:ext uri="{FF2B5EF4-FFF2-40B4-BE49-F238E27FC236}">
                        <a16:creationId xmlns:a16="http://schemas.microsoft.com/office/drawing/2014/main" id="{4E2F0601-169F-EE48-9380-8B195120CA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0" y="2386"/>
                    <a:ext cx="160" cy="144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186" name="Oval 280">
                    <a:extLst>
                      <a:ext uri="{FF2B5EF4-FFF2-40B4-BE49-F238E27FC236}">
                        <a16:creationId xmlns:a16="http://schemas.microsoft.com/office/drawing/2014/main" id="{7E5E1D5A-D32B-3E43-8811-0BE840297B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61" y="2386"/>
                    <a:ext cx="160" cy="135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187" name="Rectangle 281">
                    <a:extLst>
                      <a:ext uri="{FF2B5EF4-FFF2-40B4-BE49-F238E27FC236}">
                        <a16:creationId xmlns:a16="http://schemas.microsoft.com/office/drawing/2014/main" id="{F8BE9160-0AD9-6547-9FB8-9955DED579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1" y="1838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14039" name="Group 1116">
                <a:extLst>
                  <a:ext uri="{FF2B5EF4-FFF2-40B4-BE49-F238E27FC236}">
                    <a16:creationId xmlns:a16="http://schemas.microsoft.com/office/drawing/2014/main" id="{239F2D0A-BCE4-4645-9C26-BE39B9FFBB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86941" y="5734675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045" name="Picture 3">
                  <a:extLst>
                    <a:ext uri="{FF2B5EF4-FFF2-40B4-BE49-F238E27FC236}">
                      <a16:creationId xmlns:a16="http://schemas.microsoft.com/office/drawing/2014/main" id="{A7233E4E-D929-BE4D-808F-ED78499948D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046" name="Group 950">
                  <a:extLst>
                    <a:ext uri="{FF2B5EF4-FFF2-40B4-BE49-F238E27FC236}">
                      <a16:creationId xmlns:a16="http://schemas.microsoft.com/office/drawing/2014/main" id="{4C7C4138-C9C3-C94F-B624-6AF71CDD433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047" name="Freeform 951">
                    <a:extLst>
                      <a:ext uri="{FF2B5EF4-FFF2-40B4-BE49-F238E27FC236}">
                        <a16:creationId xmlns:a16="http://schemas.microsoft.com/office/drawing/2014/main" id="{B1031031-32FB-3A40-9A5E-9CF6D5E1A0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048" name="Rectangle 952">
                    <a:extLst>
                      <a:ext uri="{FF2B5EF4-FFF2-40B4-BE49-F238E27FC236}">
                        <a16:creationId xmlns:a16="http://schemas.microsoft.com/office/drawing/2014/main" id="{CEE03C58-61AF-D240-A7E9-F3A0F11EEA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049" name="Freeform 953">
                    <a:extLst>
                      <a:ext uri="{FF2B5EF4-FFF2-40B4-BE49-F238E27FC236}">
                        <a16:creationId xmlns:a16="http://schemas.microsoft.com/office/drawing/2014/main" id="{5693ED73-4F01-9D46-A15C-29E0188F09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050" name="Freeform 954">
                    <a:extLst>
                      <a:ext uri="{FF2B5EF4-FFF2-40B4-BE49-F238E27FC236}">
                        <a16:creationId xmlns:a16="http://schemas.microsoft.com/office/drawing/2014/main" id="{9DAC6B31-4D55-0444-9A2F-855A656424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051" name="Rectangle 955">
                    <a:extLst>
                      <a:ext uri="{FF2B5EF4-FFF2-40B4-BE49-F238E27FC236}">
                        <a16:creationId xmlns:a16="http://schemas.microsoft.com/office/drawing/2014/main" id="{AA01D1C3-2AF9-BA42-BE91-2FB4FDBB74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052" name="Group 956">
                    <a:extLst>
                      <a:ext uri="{FF2B5EF4-FFF2-40B4-BE49-F238E27FC236}">
                        <a16:creationId xmlns:a16="http://schemas.microsoft.com/office/drawing/2014/main" id="{3029AC5D-6919-134D-9755-596CE74578A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077" name="AutoShape 957">
                      <a:extLst>
                        <a:ext uri="{FF2B5EF4-FFF2-40B4-BE49-F238E27FC236}">
                          <a16:creationId xmlns:a16="http://schemas.microsoft.com/office/drawing/2014/main" id="{4AF76AD9-3452-C84D-9438-FA2817CC0CF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078" name="AutoShape 958">
                      <a:extLst>
                        <a:ext uri="{FF2B5EF4-FFF2-40B4-BE49-F238E27FC236}">
                          <a16:creationId xmlns:a16="http://schemas.microsoft.com/office/drawing/2014/main" id="{8CE4B50B-20AA-354A-ABC0-5FA7E817D3E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053" name="Rectangle 959">
                    <a:extLst>
                      <a:ext uri="{FF2B5EF4-FFF2-40B4-BE49-F238E27FC236}">
                        <a16:creationId xmlns:a16="http://schemas.microsoft.com/office/drawing/2014/main" id="{5B5FB923-93D2-BA42-8F2A-4280461DAB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054" name="Group 960">
                    <a:extLst>
                      <a:ext uri="{FF2B5EF4-FFF2-40B4-BE49-F238E27FC236}">
                        <a16:creationId xmlns:a16="http://schemas.microsoft.com/office/drawing/2014/main" id="{5275538C-E413-264D-AA09-46F8565AFC5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075" name="AutoShape 961">
                      <a:extLst>
                        <a:ext uri="{FF2B5EF4-FFF2-40B4-BE49-F238E27FC236}">
                          <a16:creationId xmlns:a16="http://schemas.microsoft.com/office/drawing/2014/main" id="{ABBADB57-4269-CA49-B6F6-C51C6F71171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076" name="AutoShape 962">
                      <a:extLst>
                        <a:ext uri="{FF2B5EF4-FFF2-40B4-BE49-F238E27FC236}">
                          <a16:creationId xmlns:a16="http://schemas.microsoft.com/office/drawing/2014/main" id="{B48419FF-A851-F14C-AA89-C300E83B3B9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055" name="Rectangle 963">
                    <a:extLst>
                      <a:ext uri="{FF2B5EF4-FFF2-40B4-BE49-F238E27FC236}">
                        <a16:creationId xmlns:a16="http://schemas.microsoft.com/office/drawing/2014/main" id="{D25ED4DB-D349-0343-B6A6-7F14F741C4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056" name="Rectangle 964">
                    <a:extLst>
                      <a:ext uri="{FF2B5EF4-FFF2-40B4-BE49-F238E27FC236}">
                        <a16:creationId xmlns:a16="http://schemas.microsoft.com/office/drawing/2014/main" id="{A487E311-359A-A445-95E6-45466BF9D6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grpSp>
                <p:nvGrpSpPr>
                  <p:cNvPr id="214057" name="Group 965">
                    <a:extLst>
                      <a:ext uri="{FF2B5EF4-FFF2-40B4-BE49-F238E27FC236}">
                        <a16:creationId xmlns:a16="http://schemas.microsoft.com/office/drawing/2014/main" id="{499D523F-BE95-3642-AF2E-055C3506C00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073" name="AutoShape 966">
                      <a:extLst>
                        <a:ext uri="{FF2B5EF4-FFF2-40B4-BE49-F238E27FC236}">
                          <a16:creationId xmlns:a16="http://schemas.microsoft.com/office/drawing/2014/main" id="{2C94FCB3-C382-C941-A04B-F92A26C0D11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074" name="AutoShape 967">
                      <a:extLst>
                        <a:ext uri="{FF2B5EF4-FFF2-40B4-BE49-F238E27FC236}">
                          <a16:creationId xmlns:a16="http://schemas.microsoft.com/office/drawing/2014/main" id="{E51C8899-6E1F-914D-A677-1E747925158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058" name="Freeform 968">
                    <a:extLst>
                      <a:ext uri="{FF2B5EF4-FFF2-40B4-BE49-F238E27FC236}">
                        <a16:creationId xmlns:a16="http://schemas.microsoft.com/office/drawing/2014/main" id="{EAFCD1C9-98C5-5C41-9350-B6CC0443AF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14059" name="Group 969">
                    <a:extLst>
                      <a:ext uri="{FF2B5EF4-FFF2-40B4-BE49-F238E27FC236}">
                        <a16:creationId xmlns:a16="http://schemas.microsoft.com/office/drawing/2014/main" id="{6DFB70C3-1340-DA49-8EE1-42843C0317D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071" name="AutoShape 970">
                      <a:extLst>
                        <a:ext uri="{FF2B5EF4-FFF2-40B4-BE49-F238E27FC236}">
                          <a16:creationId xmlns:a16="http://schemas.microsoft.com/office/drawing/2014/main" id="{CD07D5CF-AF1C-0942-8F71-631C7F94A43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214072" name="AutoShape 971">
                      <a:extLst>
                        <a:ext uri="{FF2B5EF4-FFF2-40B4-BE49-F238E27FC236}">
                          <a16:creationId xmlns:a16="http://schemas.microsoft.com/office/drawing/2014/main" id="{231DCD94-5CA6-4E4E-ACEF-85E8E76D78F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</p:grpSp>
              <p:sp>
                <p:nvSpPr>
                  <p:cNvPr id="214060" name="Rectangle 972">
                    <a:extLst>
                      <a:ext uri="{FF2B5EF4-FFF2-40B4-BE49-F238E27FC236}">
                        <a16:creationId xmlns:a16="http://schemas.microsoft.com/office/drawing/2014/main" id="{1E7AC1BF-6310-0843-A6F7-B2BA60A6E5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061" name="Freeform 973">
                    <a:extLst>
                      <a:ext uri="{FF2B5EF4-FFF2-40B4-BE49-F238E27FC236}">
                        <a16:creationId xmlns:a16="http://schemas.microsoft.com/office/drawing/2014/main" id="{0935325B-0307-9E4E-B734-ED5744070C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062" name="Freeform 974">
                    <a:extLst>
                      <a:ext uri="{FF2B5EF4-FFF2-40B4-BE49-F238E27FC236}">
                        <a16:creationId xmlns:a16="http://schemas.microsoft.com/office/drawing/2014/main" id="{385520D9-3829-7E4B-8EA8-0DC115B179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063" name="Oval 975">
                    <a:extLst>
                      <a:ext uri="{FF2B5EF4-FFF2-40B4-BE49-F238E27FC236}">
                        <a16:creationId xmlns:a16="http://schemas.microsoft.com/office/drawing/2014/main" id="{B8901D8E-E4E1-A648-B2B0-98A52F219B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064" name="Freeform 976">
                    <a:extLst>
                      <a:ext uri="{FF2B5EF4-FFF2-40B4-BE49-F238E27FC236}">
                        <a16:creationId xmlns:a16="http://schemas.microsoft.com/office/drawing/2014/main" id="{246FCFD3-79F4-1643-95D0-FFED191EB0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065" name="AutoShape 977">
                    <a:extLst>
                      <a:ext uri="{FF2B5EF4-FFF2-40B4-BE49-F238E27FC236}">
                        <a16:creationId xmlns:a16="http://schemas.microsoft.com/office/drawing/2014/main" id="{049E768D-768E-FB49-9388-D19AACA693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066" name="AutoShape 978">
                    <a:extLst>
                      <a:ext uri="{FF2B5EF4-FFF2-40B4-BE49-F238E27FC236}">
                        <a16:creationId xmlns:a16="http://schemas.microsoft.com/office/drawing/2014/main" id="{FD640D90-3AEE-BF4D-9E6E-ABA0E32526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067" name="Oval 979">
                    <a:extLst>
                      <a:ext uri="{FF2B5EF4-FFF2-40B4-BE49-F238E27FC236}">
                        <a16:creationId xmlns:a16="http://schemas.microsoft.com/office/drawing/2014/main" id="{4B8570A1-01B0-0B4A-AE4B-BB2AA15DA4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068" name="Oval 980">
                    <a:extLst>
                      <a:ext uri="{FF2B5EF4-FFF2-40B4-BE49-F238E27FC236}">
                        <a16:creationId xmlns:a16="http://schemas.microsoft.com/office/drawing/2014/main" id="{B6B22C19-C9CA-4346-845D-EC1C91BD57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069" name="Oval 981">
                    <a:extLst>
                      <a:ext uri="{FF2B5EF4-FFF2-40B4-BE49-F238E27FC236}">
                        <a16:creationId xmlns:a16="http://schemas.microsoft.com/office/drawing/2014/main" id="{0B51B8FC-4295-B841-9C40-E622E502DF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14070" name="Rectangle 982">
                    <a:extLst>
                      <a:ext uri="{FF2B5EF4-FFF2-40B4-BE49-F238E27FC236}">
                        <a16:creationId xmlns:a16="http://schemas.microsoft.com/office/drawing/2014/main" id="{1E88A228-A2BB-1C43-A2F9-7B61233BB6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14040" name="Group 1117">
                <a:extLst>
                  <a:ext uri="{FF2B5EF4-FFF2-40B4-BE49-F238E27FC236}">
                    <a16:creationId xmlns:a16="http://schemas.microsoft.com/office/drawing/2014/main" id="{6083C815-F5AC-C644-BFF2-1B0FF3CC86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9215" y="4827099"/>
                <a:ext cx="875523" cy="506826"/>
                <a:chOff x="439215" y="4827099"/>
                <a:chExt cx="875523" cy="506826"/>
              </a:xfrm>
            </p:grpSpPr>
            <p:grpSp>
              <p:nvGrpSpPr>
                <p:cNvPr id="214041" name="Group 418">
                  <a:extLst>
                    <a:ext uri="{FF2B5EF4-FFF2-40B4-BE49-F238E27FC236}">
                      <a16:creationId xmlns:a16="http://schemas.microsoft.com/office/drawing/2014/main" id="{3F1969C6-FCD5-0B47-87D9-3E8634996C5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9215" y="4827099"/>
                  <a:ext cx="875523" cy="506826"/>
                  <a:chOff x="2889" y="1631"/>
                  <a:chExt cx="980" cy="743"/>
                </a:xfrm>
              </p:grpSpPr>
              <p:sp>
                <p:nvSpPr>
                  <p:cNvPr id="214043" name="Rectangle 419">
                    <a:extLst>
                      <a:ext uri="{FF2B5EF4-FFF2-40B4-BE49-F238E27FC236}">
                        <a16:creationId xmlns:a16="http://schemas.microsoft.com/office/drawing/2014/main" id="{FBC9B5A0-5134-CB4D-9A09-33D828FAAF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46" y="1841"/>
                    <a:ext cx="663" cy="533"/>
                  </a:xfrm>
                  <a:prstGeom prst="rect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125" name="AutoShape 420">
                    <a:extLst>
                      <a:ext uri="{FF2B5EF4-FFF2-40B4-BE49-F238E27FC236}">
                        <a16:creationId xmlns:a16="http://schemas.microsoft.com/office/drawing/2014/main" id="{A912CE0B-005D-8C44-B188-ED72F4D610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89" y="1630"/>
                    <a:ext cx="976" cy="254"/>
                  </a:xfrm>
                  <a:prstGeom prst="triangle">
                    <a:avLst>
                      <a:gd name="adj" fmla="val 50000"/>
                    </a:avLst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CC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ＭＳ Ｐゴシック" charset="0"/>
                    </a:endParaRPr>
                  </a:p>
                </p:txBody>
              </p:sp>
            </p:grpSp>
            <p:pic>
              <p:nvPicPr>
                <p:cNvPr id="214042" name="Picture 1119">
                  <a:extLst>
                    <a:ext uri="{FF2B5EF4-FFF2-40B4-BE49-F238E27FC236}">
                      <a16:creationId xmlns:a16="http://schemas.microsoft.com/office/drawing/2014/main" id="{32A9EC3D-33BD-7049-A936-86E74A5C48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3109" y="5014480"/>
                  <a:ext cx="405029" cy="29083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sp>
        <p:nvSpPr>
          <p:cNvPr id="11" name="Rectangle 10">
            <a:extLst>
              <a:ext uri="{FF2B5EF4-FFF2-40B4-BE49-F238E27FC236}">
                <a16:creationId xmlns:a16="http://schemas.microsoft.com/office/drawing/2014/main" id="{74D2A9AE-208A-4E4C-BCF7-493AFE5988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59847" y="4108856"/>
            <a:ext cx="9037638" cy="250348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BE7A2D06-49A3-4B4C-969A-7D43248925F4}"/>
              </a:ext>
            </a:extLst>
          </p:cNvPr>
          <p:cNvGrpSpPr>
            <a:grpSpLocks/>
          </p:cNvGrpSpPr>
          <p:nvPr/>
        </p:nvGrpSpPr>
        <p:grpSpPr bwMode="auto">
          <a:xfrm>
            <a:off x="1925639" y="4171941"/>
            <a:ext cx="8074025" cy="523220"/>
            <a:chOff x="379080" y="5456397"/>
            <a:chExt cx="8074239" cy="524687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D4551681-7F48-DD46-9D92-F7E884A68FDD}"/>
                </a:ext>
              </a:extLst>
            </p:cNvPr>
            <p:cNvSpPr/>
            <p:nvPr/>
          </p:nvSpPr>
          <p:spPr>
            <a:xfrm>
              <a:off x="379080" y="5489828"/>
              <a:ext cx="8074239" cy="421866"/>
            </a:xfrm>
            <a:prstGeom prst="rect">
              <a:avLst/>
            </a:prstGeom>
            <a:ln>
              <a:solidFill>
                <a:srgbClr val="C00000"/>
              </a:solidFill>
            </a:ln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214029" name="TextBox 17">
              <a:extLst>
                <a:ext uri="{FF2B5EF4-FFF2-40B4-BE49-F238E27FC236}">
                  <a16:creationId xmlns:a16="http://schemas.microsoft.com/office/drawing/2014/main" id="{8F3B0DDD-75FE-DF4B-9738-358B7A86A7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1801" y="5456397"/>
              <a:ext cx="6920219" cy="5246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Internet host-host communication as a service</a:t>
              </a:r>
            </a:p>
          </p:txBody>
        </p:sp>
      </p:grp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AEB7511E-D73C-7A4F-88A9-D627FE6294A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25817" y="5070373"/>
            <a:ext cx="9700619" cy="1344281"/>
          </a:xfrm>
        </p:spPr>
        <p:txBody>
          <a:bodyPr>
            <a:normAutofit/>
          </a:bodyPr>
          <a:lstStyle/>
          <a:p>
            <a:pPr marL="0" indent="0">
              <a:buClr>
                <a:srgbClr val="0000A8"/>
              </a:buClr>
              <a:buNone/>
            </a:pPr>
            <a:r>
              <a:rPr lang="en-US" altLang="en-US" i="1" dirty="0">
                <a:solidFill>
                  <a:srgbClr val="CD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OTT challenges: </a:t>
            </a: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coping with a congested Internet from the “edge”</a:t>
            </a:r>
          </a:p>
          <a:p>
            <a:pPr marL="466725" lvl="1" indent="-233363">
              <a:buFont typeface="Wingdings" pitchFamily="2" charset="2"/>
              <a:buChar char="§"/>
            </a:pPr>
            <a:r>
              <a:rPr lang="en-US" altLang="en-US" dirty="0">
                <a:latin typeface="Calibri" panose="020F0502020204030204" pitchFamily="34" charset="0"/>
                <a:ea typeface="Arial" panose="020B0604020202020204" pitchFamily="34" charset="0"/>
                <a:cs typeface="Calibri" panose="020F0502020204030204" pitchFamily="34" charset="0"/>
              </a:rPr>
              <a:t>what content to place in which CDN node?</a:t>
            </a:r>
          </a:p>
          <a:p>
            <a:pPr marL="466725" lvl="1" indent="-233363">
              <a:buFont typeface="Wingdings" pitchFamily="2" charset="2"/>
              <a:buChar char="§"/>
            </a:pPr>
            <a:r>
              <a:rPr lang="en-US" altLang="en-US" dirty="0">
                <a:latin typeface="Calibri" panose="020F0502020204030204" pitchFamily="34" charset="0"/>
                <a:ea typeface="Arial" panose="020B0604020202020204" pitchFamily="34" charset="0"/>
                <a:cs typeface="Calibri" panose="020F0502020204030204" pitchFamily="34" charset="0"/>
              </a:rPr>
              <a:t>from which CDN node to retrieve content? At which rate?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EEAFC86-034D-F945-B43F-7739F70F40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9501" y="2041781"/>
            <a:ext cx="4571829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OTT: “over the top”</a:t>
            </a:r>
          </a:p>
        </p:txBody>
      </p:sp>
      <p:sp>
        <p:nvSpPr>
          <p:cNvPr id="1036" name="Title 1">
            <a:extLst>
              <a:ext uri="{FF2B5EF4-FFF2-40B4-BE49-F238E27FC236}">
                <a16:creationId xmlns:a16="http://schemas.microsoft.com/office/drawing/2014/main" id="{AAA3A287-D94D-A745-B380-C550D44772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Content distribution </a:t>
            </a:r>
            <a:r>
              <a:rPr lang="en-US" altLang="en-US" dirty="0">
                <a:ea typeface="ＭＳ Ｐゴシック" panose="020B0600070205080204" pitchFamily="34" charset="-128"/>
              </a:rPr>
              <a:t>n</a:t>
            </a:r>
            <a:r>
              <a:rPr lang="en-US" altLang="en-US" sz="4400" dirty="0">
                <a:ea typeface="ＭＳ Ｐゴシック" panose="020B0600070205080204" pitchFamily="34" charset="-128"/>
              </a:rPr>
              <a:t>etworks (CDNs)</a:t>
            </a:r>
          </a:p>
        </p:txBody>
      </p:sp>
      <p:sp>
        <p:nvSpPr>
          <p:cNvPr id="1035" name="Slide Number Placeholder 2">
            <a:extLst>
              <a:ext uri="{FF2B5EF4-FFF2-40B4-BE49-F238E27FC236}">
                <a16:creationId xmlns:a16="http://schemas.microsoft.com/office/drawing/2014/main" id="{D64B4E52-D9B8-4A4C-8826-6513C716F2B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117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246571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6" grpId="0" build="p"/>
      <p:bldP spid="10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065" name="Freeform 1287">
            <a:extLst>
              <a:ext uri="{FF2B5EF4-FFF2-40B4-BE49-F238E27FC236}">
                <a16:creationId xmlns:a16="http://schemas.microsoft.com/office/drawing/2014/main" id="{6D37ADCC-2DE1-83A0-7637-421CD485A363}"/>
              </a:ext>
            </a:extLst>
          </p:cNvPr>
          <p:cNvSpPr>
            <a:spLocks/>
          </p:cNvSpPr>
          <p:nvPr/>
        </p:nvSpPr>
        <p:spPr bwMode="auto">
          <a:xfrm rot="5400000">
            <a:off x="1293019" y="4423569"/>
            <a:ext cx="2554288" cy="1422400"/>
          </a:xfrm>
          <a:custGeom>
            <a:avLst/>
            <a:gdLst>
              <a:gd name="T0" fmla="*/ 2147483647 w 10000"/>
              <a:gd name="T1" fmla="*/ 362723237 h 10000"/>
              <a:gd name="T2" fmla="*/ 2147483647 w 10000"/>
              <a:gd name="T3" fmla="*/ 2147483647 h 10000"/>
              <a:gd name="T4" fmla="*/ 2147483647 w 10000"/>
              <a:gd name="T5" fmla="*/ 2147483647 h 10000"/>
              <a:gd name="T6" fmla="*/ 2147483647 w 10000"/>
              <a:gd name="T7" fmla="*/ 2147483647 h 10000"/>
              <a:gd name="T8" fmla="*/ 2132822051 w 10000"/>
              <a:gd name="T9" fmla="*/ 2147483647 h 10000"/>
              <a:gd name="T10" fmla="*/ 1482993304 w 10000"/>
              <a:gd name="T11" fmla="*/ 2147483647 h 10000"/>
              <a:gd name="T12" fmla="*/ 2147483647 w 10000"/>
              <a:gd name="T13" fmla="*/ 2147483647 h 10000"/>
              <a:gd name="T14" fmla="*/ 2147483647 w 10000"/>
              <a:gd name="T15" fmla="*/ 2147483647 h 10000"/>
              <a:gd name="T16" fmla="*/ 2147483647 w 10000"/>
              <a:gd name="T17" fmla="*/ 2147483647 h 10000"/>
              <a:gd name="T18" fmla="*/ 2147483647 w 10000"/>
              <a:gd name="T19" fmla="*/ 2147483647 h 10000"/>
              <a:gd name="T20" fmla="*/ 2147483647 w 10000"/>
              <a:gd name="T21" fmla="*/ 2147483647 h 10000"/>
              <a:gd name="T22" fmla="*/ 2147483647 w 10000"/>
              <a:gd name="T23" fmla="*/ 2147483647 h 10000"/>
              <a:gd name="T24" fmla="*/ 2147483647 w 10000"/>
              <a:gd name="T25" fmla="*/ 2147483647 h 10000"/>
              <a:gd name="T26" fmla="*/ 2147483647 w 10000"/>
              <a:gd name="T27" fmla="*/ 2147483647 h 10000"/>
              <a:gd name="T28" fmla="*/ 2147483647 w 10000"/>
              <a:gd name="T29" fmla="*/ 2147483647 h 10000"/>
              <a:gd name="T30" fmla="*/ 2147483647 w 10000"/>
              <a:gd name="T31" fmla="*/ 621796755 h 10000"/>
              <a:gd name="T32" fmla="*/ 2147483647 w 10000"/>
              <a:gd name="T33" fmla="*/ 14385158 h 10000"/>
              <a:gd name="T34" fmla="*/ 2147483647 w 10000"/>
              <a:gd name="T35" fmla="*/ 362723237 h 1000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000" h="10000">
                <a:moveTo>
                  <a:pt x="6270" y="126"/>
                </a:moveTo>
                <a:cubicBezTo>
                  <a:pt x="5642" y="245"/>
                  <a:pt x="4469" y="528"/>
                  <a:pt x="3738" y="756"/>
                </a:cubicBezTo>
                <a:cubicBezTo>
                  <a:pt x="3007" y="984"/>
                  <a:pt x="2405" y="1322"/>
                  <a:pt x="1887" y="1495"/>
                </a:cubicBezTo>
                <a:cubicBezTo>
                  <a:pt x="1369" y="1668"/>
                  <a:pt x="1195" y="1105"/>
                  <a:pt x="629" y="1793"/>
                </a:cubicBezTo>
                <a:cubicBezTo>
                  <a:pt x="63" y="2481"/>
                  <a:pt x="218" y="3574"/>
                  <a:pt x="128" y="4417"/>
                </a:cubicBezTo>
                <a:cubicBezTo>
                  <a:pt x="39" y="5260"/>
                  <a:pt x="-87" y="6368"/>
                  <a:pt x="89" y="6848"/>
                </a:cubicBezTo>
                <a:cubicBezTo>
                  <a:pt x="265" y="7328"/>
                  <a:pt x="491" y="7223"/>
                  <a:pt x="1207" y="7298"/>
                </a:cubicBezTo>
                <a:cubicBezTo>
                  <a:pt x="1924" y="7374"/>
                  <a:pt x="3641" y="7133"/>
                  <a:pt x="4406" y="7298"/>
                </a:cubicBezTo>
                <a:cubicBezTo>
                  <a:pt x="5171" y="7463"/>
                  <a:pt x="5298" y="7868"/>
                  <a:pt x="5779" y="8288"/>
                </a:cubicBezTo>
                <a:cubicBezTo>
                  <a:pt x="6260" y="8709"/>
                  <a:pt x="6848" y="9549"/>
                  <a:pt x="7290" y="9819"/>
                </a:cubicBezTo>
                <a:cubicBezTo>
                  <a:pt x="7731" y="10089"/>
                  <a:pt x="8124" y="10014"/>
                  <a:pt x="8448" y="9879"/>
                </a:cubicBezTo>
                <a:cubicBezTo>
                  <a:pt x="8771" y="9744"/>
                  <a:pt x="9056" y="9549"/>
                  <a:pt x="9252" y="9008"/>
                </a:cubicBezTo>
                <a:cubicBezTo>
                  <a:pt x="9448" y="8469"/>
                  <a:pt x="9537" y="7418"/>
                  <a:pt x="9644" y="6639"/>
                </a:cubicBezTo>
                <a:cubicBezTo>
                  <a:pt x="9752" y="5858"/>
                  <a:pt x="9851" y="5168"/>
                  <a:pt x="9899" y="4327"/>
                </a:cubicBezTo>
                <a:cubicBezTo>
                  <a:pt x="9949" y="3486"/>
                  <a:pt x="10076" y="2256"/>
                  <a:pt x="9939" y="1566"/>
                </a:cubicBezTo>
                <a:cubicBezTo>
                  <a:pt x="9802" y="876"/>
                  <a:pt x="9478" y="471"/>
                  <a:pt x="9075" y="216"/>
                </a:cubicBezTo>
                <a:cubicBezTo>
                  <a:pt x="8674" y="-39"/>
                  <a:pt x="7997" y="20"/>
                  <a:pt x="7525" y="5"/>
                </a:cubicBezTo>
                <a:cubicBezTo>
                  <a:pt x="7055" y="-9"/>
                  <a:pt x="6898" y="5"/>
                  <a:pt x="6270" y="126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066" name="Freeform 1287">
            <a:extLst>
              <a:ext uri="{FF2B5EF4-FFF2-40B4-BE49-F238E27FC236}">
                <a16:creationId xmlns:a16="http://schemas.microsoft.com/office/drawing/2014/main" id="{987F6751-C0AE-6AA3-5183-763D9F18A2FA}"/>
              </a:ext>
            </a:extLst>
          </p:cNvPr>
          <p:cNvSpPr>
            <a:spLocks/>
          </p:cNvSpPr>
          <p:nvPr/>
        </p:nvSpPr>
        <p:spPr bwMode="auto">
          <a:xfrm>
            <a:off x="4346575" y="5299075"/>
            <a:ext cx="3467100" cy="1422400"/>
          </a:xfrm>
          <a:custGeom>
            <a:avLst/>
            <a:gdLst>
              <a:gd name="T0" fmla="*/ 2147483647 w 10000"/>
              <a:gd name="T1" fmla="*/ 362723237 h 10000"/>
              <a:gd name="T2" fmla="*/ 2147483647 w 10000"/>
              <a:gd name="T3" fmla="*/ 2147483647 h 10000"/>
              <a:gd name="T4" fmla="*/ 2147483647 w 10000"/>
              <a:gd name="T5" fmla="*/ 2147483647 h 10000"/>
              <a:gd name="T6" fmla="*/ 2147483647 w 10000"/>
              <a:gd name="T7" fmla="*/ 2147483647 h 10000"/>
              <a:gd name="T8" fmla="*/ 2147483647 w 10000"/>
              <a:gd name="T9" fmla="*/ 2147483647 h 10000"/>
              <a:gd name="T10" fmla="*/ 2147483647 w 10000"/>
              <a:gd name="T11" fmla="*/ 2147483647 h 10000"/>
              <a:gd name="T12" fmla="*/ 2147483647 w 10000"/>
              <a:gd name="T13" fmla="*/ 2147483647 h 10000"/>
              <a:gd name="T14" fmla="*/ 2147483647 w 10000"/>
              <a:gd name="T15" fmla="*/ 2147483647 h 10000"/>
              <a:gd name="T16" fmla="*/ 2147483647 w 10000"/>
              <a:gd name="T17" fmla="*/ 2147483647 h 10000"/>
              <a:gd name="T18" fmla="*/ 2147483647 w 10000"/>
              <a:gd name="T19" fmla="*/ 2147483647 h 10000"/>
              <a:gd name="T20" fmla="*/ 2147483647 w 10000"/>
              <a:gd name="T21" fmla="*/ 2147483647 h 10000"/>
              <a:gd name="T22" fmla="*/ 2147483647 w 10000"/>
              <a:gd name="T23" fmla="*/ 2147483647 h 10000"/>
              <a:gd name="T24" fmla="*/ 2147483647 w 10000"/>
              <a:gd name="T25" fmla="*/ 2147483647 h 10000"/>
              <a:gd name="T26" fmla="*/ 2147483647 w 10000"/>
              <a:gd name="T27" fmla="*/ 2147483647 h 10000"/>
              <a:gd name="T28" fmla="*/ 2147483647 w 10000"/>
              <a:gd name="T29" fmla="*/ 2147483647 h 10000"/>
              <a:gd name="T30" fmla="*/ 2147483647 w 10000"/>
              <a:gd name="T31" fmla="*/ 621796755 h 10000"/>
              <a:gd name="T32" fmla="*/ 2147483647 w 10000"/>
              <a:gd name="T33" fmla="*/ 14385158 h 10000"/>
              <a:gd name="T34" fmla="*/ 2147483647 w 10000"/>
              <a:gd name="T35" fmla="*/ 362723237 h 1000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000" h="10000">
                <a:moveTo>
                  <a:pt x="6270" y="126"/>
                </a:moveTo>
                <a:cubicBezTo>
                  <a:pt x="5642" y="245"/>
                  <a:pt x="4469" y="528"/>
                  <a:pt x="3738" y="756"/>
                </a:cubicBezTo>
                <a:cubicBezTo>
                  <a:pt x="3007" y="984"/>
                  <a:pt x="2405" y="1322"/>
                  <a:pt x="1887" y="1495"/>
                </a:cubicBezTo>
                <a:cubicBezTo>
                  <a:pt x="1369" y="1668"/>
                  <a:pt x="1195" y="1105"/>
                  <a:pt x="629" y="1793"/>
                </a:cubicBezTo>
                <a:cubicBezTo>
                  <a:pt x="63" y="2481"/>
                  <a:pt x="218" y="3574"/>
                  <a:pt x="128" y="4417"/>
                </a:cubicBezTo>
                <a:cubicBezTo>
                  <a:pt x="39" y="5260"/>
                  <a:pt x="-87" y="6368"/>
                  <a:pt x="89" y="6848"/>
                </a:cubicBezTo>
                <a:cubicBezTo>
                  <a:pt x="265" y="7328"/>
                  <a:pt x="491" y="7223"/>
                  <a:pt x="1207" y="7298"/>
                </a:cubicBezTo>
                <a:cubicBezTo>
                  <a:pt x="1924" y="7374"/>
                  <a:pt x="3641" y="7133"/>
                  <a:pt x="4406" y="7298"/>
                </a:cubicBezTo>
                <a:cubicBezTo>
                  <a:pt x="5171" y="7463"/>
                  <a:pt x="5298" y="7868"/>
                  <a:pt x="5779" y="8288"/>
                </a:cubicBezTo>
                <a:cubicBezTo>
                  <a:pt x="6260" y="8709"/>
                  <a:pt x="6848" y="9549"/>
                  <a:pt x="7290" y="9819"/>
                </a:cubicBezTo>
                <a:cubicBezTo>
                  <a:pt x="7731" y="10089"/>
                  <a:pt x="8124" y="10014"/>
                  <a:pt x="8448" y="9879"/>
                </a:cubicBezTo>
                <a:cubicBezTo>
                  <a:pt x="8771" y="9744"/>
                  <a:pt x="9056" y="9549"/>
                  <a:pt x="9252" y="9008"/>
                </a:cubicBezTo>
                <a:cubicBezTo>
                  <a:pt x="9448" y="8469"/>
                  <a:pt x="9537" y="7418"/>
                  <a:pt x="9644" y="6639"/>
                </a:cubicBezTo>
                <a:cubicBezTo>
                  <a:pt x="9752" y="5858"/>
                  <a:pt x="9851" y="5168"/>
                  <a:pt x="9899" y="4327"/>
                </a:cubicBezTo>
                <a:cubicBezTo>
                  <a:pt x="9949" y="3486"/>
                  <a:pt x="10076" y="2256"/>
                  <a:pt x="9939" y="1566"/>
                </a:cubicBezTo>
                <a:cubicBezTo>
                  <a:pt x="9802" y="876"/>
                  <a:pt x="9478" y="471"/>
                  <a:pt x="9075" y="216"/>
                </a:cubicBezTo>
                <a:cubicBezTo>
                  <a:pt x="8674" y="-39"/>
                  <a:pt x="7997" y="20"/>
                  <a:pt x="7525" y="5"/>
                </a:cubicBezTo>
                <a:cubicBezTo>
                  <a:pt x="7055" y="-9"/>
                  <a:pt x="6898" y="5"/>
                  <a:pt x="6270" y="126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067" name="Rectangle 2">
            <a:extLst>
              <a:ext uri="{FF2B5EF4-FFF2-40B4-BE49-F238E27FC236}">
                <a16:creationId xmlns:a16="http://schemas.microsoft.com/office/drawing/2014/main" id="{66B03A7D-9C83-16FD-D4BA-C405CDB0704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4000">
                <a:ea typeface="ＭＳ Ｐゴシック" panose="020B0600070205080204" pitchFamily="34" charset="-128"/>
              </a:rPr>
              <a:t>CDN content access: a closer look</a:t>
            </a:r>
          </a:p>
        </p:txBody>
      </p:sp>
      <p:grpSp>
        <p:nvGrpSpPr>
          <p:cNvPr id="216068" name="Group 249">
            <a:extLst>
              <a:ext uri="{FF2B5EF4-FFF2-40B4-BE49-F238E27FC236}">
                <a16:creationId xmlns:a16="http://schemas.microsoft.com/office/drawing/2014/main" id="{CF9A085C-4DF0-41E5-786E-00CA559F2E32}"/>
              </a:ext>
            </a:extLst>
          </p:cNvPr>
          <p:cNvGrpSpPr>
            <a:grpSpLocks/>
          </p:cNvGrpSpPr>
          <p:nvPr/>
        </p:nvGrpSpPr>
        <p:grpSpPr bwMode="auto">
          <a:xfrm>
            <a:off x="2462214" y="4070351"/>
            <a:ext cx="460375" cy="638175"/>
            <a:chOff x="4140" y="429"/>
            <a:chExt cx="1425" cy="2396"/>
          </a:xfrm>
        </p:grpSpPr>
        <p:sp>
          <p:nvSpPr>
            <p:cNvPr id="216245" name="Freeform 250">
              <a:extLst>
                <a:ext uri="{FF2B5EF4-FFF2-40B4-BE49-F238E27FC236}">
                  <a16:creationId xmlns:a16="http://schemas.microsoft.com/office/drawing/2014/main" id="{84FDBAE2-2F0F-5DED-2E00-A5D179B78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" name="Rectangle 251">
              <a:extLst>
                <a:ext uri="{FF2B5EF4-FFF2-40B4-BE49-F238E27FC236}">
                  <a16:creationId xmlns:a16="http://schemas.microsoft.com/office/drawing/2014/main" id="{0BB1C6E2-70B0-831A-4204-3A4EB5D4E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7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6247" name="Freeform 252">
              <a:extLst>
                <a:ext uri="{FF2B5EF4-FFF2-40B4-BE49-F238E27FC236}">
                  <a16:creationId xmlns:a16="http://schemas.microsoft.com/office/drawing/2014/main" id="{43325A1A-06C6-9224-2DF0-74321BE50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48" name="Freeform 253">
              <a:extLst>
                <a:ext uri="{FF2B5EF4-FFF2-40B4-BE49-F238E27FC236}">
                  <a16:creationId xmlns:a16="http://schemas.microsoft.com/office/drawing/2014/main" id="{11E74CCA-4A33-4762-111E-7B036C6AD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" name="Rectangle 254">
              <a:extLst>
                <a:ext uri="{FF2B5EF4-FFF2-40B4-BE49-F238E27FC236}">
                  <a16:creationId xmlns:a16="http://schemas.microsoft.com/office/drawing/2014/main" id="{3778C517-8170-8C2F-06B1-B25B0D420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1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6250" name="Group 255">
              <a:extLst>
                <a:ext uri="{FF2B5EF4-FFF2-40B4-BE49-F238E27FC236}">
                  <a16:creationId xmlns:a16="http://schemas.microsoft.com/office/drawing/2014/main" id="{66136552-5BB5-6DCE-7D59-EDFE8AFB6A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1" name="AutoShape 256">
                <a:extLst>
                  <a:ext uri="{FF2B5EF4-FFF2-40B4-BE49-F238E27FC236}">
                    <a16:creationId xmlns:a16="http://schemas.microsoft.com/office/drawing/2014/main" id="{A3D44631-E887-FEC0-9128-DD1F85F42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7"/>
                <a:ext cx="724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" name="AutoShape 257">
                <a:extLst>
                  <a:ext uri="{FF2B5EF4-FFF2-40B4-BE49-F238E27FC236}">
                    <a16:creationId xmlns:a16="http://schemas.microsoft.com/office/drawing/2014/main" id="{686BB60C-5F50-9EF8-79B9-6D6016AF11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5"/>
                <a:ext cx="687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7" name="Rectangle 258">
              <a:extLst>
                <a:ext uri="{FF2B5EF4-FFF2-40B4-BE49-F238E27FC236}">
                  <a16:creationId xmlns:a16="http://schemas.microsoft.com/office/drawing/2014/main" id="{1CE1E1C9-D163-473B-5491-9F2E372A5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6252" name="Group 259">
              <a:extLst>
                <a:ext uri="{FF2B5EF4-FFF2-40B4-BE49-F238E27FC236}">
                  <a16:creationId xmlns:a16="http://schemas.microsoft.com/office/drawing/2014/main" id="{3243A2DC-BA65-201A-D2AB-FD16EF9921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9" name="AutoShape 260">
                <a:extLst>
                  <a:ext uri="{FF2B5EF4-FFF2-40B4-BE49-F238E27FC236}">
                    <a16:creationId xmlns:a16="http://schemas.microsoft.com/office/drawing/2014/main" id="{A3D6421D-614F-FEFF-34E1-9DC5D099C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9"/>
                <a:ext cx="724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0" name="AutoShape 261">
                <a:extLst>
                  <a:ext uri="{FF2B5EF4-FFF2-40B4-BE49-F238E27FC236}">
                    <a16:creationId xmlns:a16="http://schemas.microsoft.com/office/drawing/2014/main" id="{AB9D9EF8-5594-1D14-DBF3-8A9B6A6283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8"/>
                <a:ext cx="693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9" name="Rectangle 262">
              <a:extLst>
                <a:ext uri="{FF2B5EF4-FFF2-40B4-BE49-F238E27FC236}">
                  <a16:creationId xmlns:a16="http://schemas.microsoft.com/office/drawing/2014/main" id="{B60FEEFA-789F-5231-8E6D-E2AB069DC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0" name="Rectangle 263">
              <a:extLst>
                <a:ext uri="{FF2B5EF4-FFF2-40B4-BE49-F238E27FC236}">
                  <a16:creationId xmlns:a16="http://schemas.microsoft.com/office/drawing/2014/main" id="{8CB116E2-9881-E985-C5B8-801BE9F08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7"/>
              <a:ext cx="595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6255" name="Group 264">
              <a:extLst>
                <a:ext uri="{FF2B5EF4-FFF2-40B4-BE49-F238E27FC236}">
                  <a16:creationId xmlns:a16="http://schemas.microsoft.com/office/drawing/2014/main" id="{F7370EDE-A62D-0A55-157A-237C45FE2A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7" name="AutoShape 265">
                <a:extLst>
                  <a:ext uri="{FF2B5EF4-FFF2-40B4-BE49-F238E27FC236}">
                    <a16:creationId xmlns:a16="http://schemas.microsoft.com/office/drawing/2014/main" id="{61C6ABB1-3C23-7787-607E-A462EDD8E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8" name="AutoShape 266">
                <a:extLst>
                  <a:ext uri="{FF2B5EF4-FFF2-40B4-BE49-F238E27FC236}">
                    <a16:creationId xmlns:a16="http://schemas.microsoft.com/office/drawing/2014/main" id="{A4F7C9F3-11AE-4958-9274-687F94C83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8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16256" name="Freeform 267">
              <a:extLst>
                <a:ext uri="{FF2B5EF4-FFF2-40B4-BE49-F238E27FC236}">
                  <a16:creationId xmlns:a16="http://schemas.microsoft.com/office/drawing/2014/main" id="{0646F872-EFD6-5FB6-77B8-DD4EC7A9B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6257" name="Group 268">
              <a:extLst>
                <a:ext uri="{FF2B5EF4-FFF2-40B4-BE49-F238E27FC236}">
                  <a16:creationId xmlns:a16="http://schemas.microsoft.com/office/drawing/2014/main" id="{7A93D5D8-A470-D9CC-4104-AF01236050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5" name="AutoShape 269">
                <a:extLst>
                  <a:ext uri="{FF2B5EF4-FFF2-40B4-BE49-F238E27FC236}">
                    <a16:creationId xmlns:a16="http://schemas.microsoft.com/office/drawing/2014/main" id="{D01919BB-337D-8922-235B-9D77DA75ED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70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6" name="AutoShape 270">
                <a:extLst>
                  <a:ext uri="{FF2B5EF4-FFF2-40B4-BE49-F238E27FC236}">
                    <a16:creationId xmlns:a16="http://schemas.microsoft.com/office/drawing/2014/main" id="{653B55FA-28A3-029E-A30D-56A9012E8B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8"/>
                <a:ext cx="68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4" name="Rectangle 271">
              <a:extLst>
                <a:ext uri="{FF2B5EF4-FFF2-40B4-BE49-F238E27FC236}">
                  <a16:creationId xmlns:a16="http://schemas.microsoft.com/office/drawing/2014/main" id="{80F84D6A-C06B-15D1-DDEC-12B1EA988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69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6259" name="Freeform 272">
              <a:extLst>
                <a:ext uri="{FF2B5EF4-FFF2-40B4-BE49-F238E27FC236}">
                  <a16:creationId xmlns:a16="http://schemas.microsoft.com/office/drawing/2014/main" id="{2B9E223C-19F2-43E0-D9C8-0F74ADF80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60" name="Freeform 273">
              <a:extLst>
                <a:ext uri="{FF2B5EF4-FFF2-40B4-BE49-F238E27FC236}">
                  <a16:creationId xmlns:a16="http://schemas.microsoft.com/office/drawing/2014/main" id="{16D0C5AB-E32C-8C0A-6705-B26AD6258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Oval 274">
              <a:extLst>
                <a:ext uri="{FF2B5EF4-FFF2-40B4-BE49-F238E27FC236}">
                  <a16:creationId xmlns:a16="http://schemas.microsoft.com/office/drawing/2014/main" id="{88DE9D20-8329-9A52-A950-744D83E87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6262" name="Freeform 275">
              <a:extLst>
                <a:ext uri="{FF2B5EF4-FFF2-40B4-BE49-F238E27FC236}">
                  <a16:creationId xmlns:a16="http://schemas.microsoft.com/office/drawing/2014/main" id="{16A1230A-1075-CBA4-C92F-AE0BAD0AA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AutoShape 276">
              <a:extLst>
                <a:ext uri="{FF2B5EF4-FFF2-40B4-BE49-F238E27FC236}">
                  <a16:creationId xmlns:a16="http://schemas.microsoft.com/office/drawing/2014/main" id="{57751218-0822-FDF7-275F-C35293519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199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30" name="AutoShape 277">
              <a:extLst>
                <a:ext uri="{FF2B5EF4-FFF2-40B4-BE49-F238E27FC236}">
                  <a16:creationId xmlns:a16="http://schemas.microsoft.com/office/drawing/2014/main" id="{AB855519-4D6A-3816-6436-02234B39D7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1" cy="7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31" name="Oval 278">
              <a:extLst>
                <a:ext uri="{FF2B5EF4-FFF2-40B4-BE49-F238E27FC236}">
                  <a16:creationId xmlns:a16="http://schemas.microsoft.com/office/drawing/2014/main" id="{FAB84C3D-98BF-619F-0191-6AB287CC8D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4"/>
              <a:ext cx="162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32" name="Oval 279">
              <a:extLst>
                <a:ext uri="{FF2B5EF4-FFF2-40B4-BE49-F238E27FC236}">
                  <a16:creationId xmlns:a16="http://schemas.microsoft.com/office/drawing/2014/main" id="{35FAFA14-D3C1-598D-F01D-F349644B2B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4"/>
              <a:ext cx="162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buFont typeface="ZapfDingbats" charset="0"/>
                <a:buNone/>
                <a:defRPr/>
              </a:pPr>
              <a:endParaRPr lang="en-US" dirty="0">
                <a:solidFill>
                  <a:srgbClr val="FF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3" name="Oval 280">
              <a:extLst>
                <a:ext uri="{FF2B5EF4-FFF2-40B4-BE49-F238E27FC236}">
                  <a16:creationId xmlns:a16="http://schemas.microsoft.com/office/drawing/2014/main" id="{4EA7E190-EA99-0D89-83B2-51B819999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78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34" name="Rectangle 281">
              <a:extLst>
                <a:ext uri="{FF2B5EF4-FFF2-40B4-BE49-F238E27FC236}">
                  <a16:creationId xmlns:a16="http://schemas.microsoft.com/office/drawing/2014/main" id="{91290090-A85F-8009-F38D-ACB71EAAAD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6"/>
              <a:ext cx="84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8C008583-F336-92FF-3D72-7660A0879D67}"/>
              </a:ext>
            </a:extLst>
          </p:cNvPr>
          <p:cNvSpPr txBox="1"/>
          <p:nvPr/>
        </p:nvSpPr>
        <p:spPr>
          <a:xfrm>
            <a:off x="2033588" y="1252539"/>
            <a:ext cx="8183522" cy="800219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buFont typeface="ZapfDingbats" charset="0"/>
              <a:buNone/>
              <a:defRPr/>
            </a:pPr>
            <a:r>
              <a:rPr lang="en-US" sz="2800" dirty="0">
                <a:ea typeface="ＭＳ Ｐゴシック" charset="0"/>
              </a:rPr>
              <a:t>Bob (client) requests video </a:t>
            </a:r>
            <a:r>
              <a:rPr lang="en-US" sz="2400" dirty="0">
                <a:ea typeface="ＭＳ Ｐゴシック" charset="0"/>
              </a:rPr>
              <a:t>http://netcinema.com</a:t>
            </a:r>
            <a:r>
              <a:rPr lang="en-US" sz="2800" dirty="0">
                <a:ea typeface="ＭＳ Ｐゴシック" charset="0"/>
              </a:rPr>
              <a:t>/</a:t>
            </a:r>
            <a:r>
              <a:rPr lang="en-US" sz="2400" dirty="0">
                <a:ea typeface="ＭＳ Ｐゴシック" charset="0"/>
              </a:rPr>
              <a:t>6Y7B23V</a:t>
            </a:r>
          </a:p>
          <a:p>
            <a:pPr marL="457200" indent="-230188">
              <a:buClr>
                <a:schemeClr val="accent6"/>
              </a:buClr>
              <a:buFont typeface="Wingdings" charset="2"/>
              <a:buChar char="§"/>
              <a:defRPr/>
            </a:pPr>
            <a:r>
              <a:rPr lang="en-US" dirty="0">
                <a:ea typeface="ＭＳ Ｐゴシック" charset="0"/>
              </a:rPr>
              <a:t>video stored in CDN at http://KingCDN.com/NetC6y&amp;B23V</a:t>
            </a:r>
          </a:p>
        </p:txBody>
      </p:sp>
      <p:sp>
        <p:nvSpPr>
          <p:cNvPr id="216071" name="TextBox 4">
            <a:extLst>
              <a:ext uri="{FF2B5EF4-FFF2-40B4-BE49-F238E27FC236}">
                <a16:creationId xmlns:a16="http://schemas.microsoft.com/office/drawing/2014/main" id="{39479305-E1B5-0A52-33FD-7EEE33870E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7988" y="4645025"/>
            <a:ext cx="15049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>
                <a:latin typeface="Arial Narrow" panose="020B0604020202020204" pitchFamily="34" charset="0"/>
              </a:rPr>
              <a:t>netcinema.com</a:t>
            </a:r>
            <a:endParaRPr lang="en-US" altLang="en-US" sz="1800" i="1">
              <a:latin typeface="Arial Narrow" panose="020B0604020202020204" pitchFamily="34" charset="0"/>
            </a:endParaRPr>
          </a:p>
        </p:txBody>
      </p:sp>
      <p:grpSp>
        <p:nvGrpSpPr>
          <p:cNvPr id="216072" name="Group 542">
            <a:extLst>
              <a:ext uri="{FF2B5EF4-FFF2-40B4-BE49-F238E27FC236}">
                <a16:creationId xmlns:a16="http://schemas.microsoft.com/office/drawing/2014/main" id="{7EE100F7-8207-9895-B85B-93193BE50DF4}"/>
              </a:ext>
            </a:extLst>
          </p:cNvPr>
          <p:cNvGrpSpPr>
            <a:grpSpLocks/>
          </p:cNvGrpSpPr>
          <p:nvPr/>
        </p:nvGrpSpPr>
        <p:grpSpPr bwMode="auto">
          <a:xfrm>
            <a:off x="4533901" y="2457451"/>
            <a:ext cx="963613" cy="835025"/>
            <a:chOff x="-44" y="1473"/>
            <a:chExt cx="981" cy="1105"/>
          </a:xfrm>
        </p:grpSpPr>
        <p:pic>
          <p:nvPicPr>
            <p:cNvPr id="216243" name="Picture 529" descr="desktop_computer_stylized_medium">
              <a:extLst>
                <a:ext uri="{FF2B5EF4-FFF2-40B4-BE49-F238E27FC236}">
                  <a16:creationId xmlns:a16="http://schemas.microsoft.com/office/drawing/2014/main" id="{07BBCBF1-925F-CDDD-BFF5-3CEBFA044A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6244" name="Freeform 530">
              <a:extLst>
                <a:ext uri="{FF2B5EF4-FFF2-40B4-BE49-F238E27FC236}">
                  <a16:creationId xmlns:a16="http://schemas.microsoft.com/office/drawing/2014/main" id="{287EA614-386F-54F0-C075-209DD890853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216073" name="Group 249">
            <a:extLst>
              <a:ext uri="{FF2B5EF4-FFF2-40B4-BE49-F238E27FC236}">
                <a16:creationId xmlns:a16="http://schemas.microsoft.com/office/drawing/2014/main" id="{9E47A0D1-800E-4C5C-B21F-B2CC8C3BDD87}"/>
              </a:ext>
            </a:extLst>
          </p:cNvPr>
          <p:cNvGrpSpPr>
            <a:grpSpLocks/>
          </p:cNvGrpSpPr>
          <p:nvPr/>
        </p:nvGrpSpPr>
        <p:grpSpPr bwMode="auto">
          <a:xfrm>
            <a:off x="4759326" y="5616575"/>
            <a:ext cx="377825" cy="636588"/>
            <a:chOff x="4140" y="429"/>
            <a:chExt cx="1425" cy="2396"/>
          </a:xfrm>
        </p:grpSpPr>
        <p:sp>
          <p:nvSpPr>
            <p:cNvPr id="216211" name="Freeform 250">
              <a:extLst>
                <a:ext uri="{FF2B5EF4-FFF2-40B4-BE49-F238E27FC236}">
                  <a16:creationId xmlns:a16="http://schemas.microsoft.com/office/drawing/2014/main" id="{1677FF85-3E1A-5927-48C1-42B9924C8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Rectangle 251">
              <a:extLst>
                <a:ext uri="{FF2B5EF4-FFF2-40B4-BE49-F238E27FC236}">
                  <a16:creationId xmlns:a16="http://schemas.microsoft.com/office/drawing/2014/main" id="{DF533CEB-847D-071F-7687-634FAEC979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6213" name="Freeform 252">
              <a:extLst>
                <a:ext uri="{FF2B5EF4-FFF2-40B4-BE49-F238E27FC236}">
                  <a16:creationId xmlns:a16="http://schemas.microsoft.com/office/drawing/2014/main" id="{BEC2CF75-8844-42BC-BC2E-93456EFCE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14" name="Freeform 253">
              <a:extLst>
                <a:ext uri="{FF2B5EF4-FFF2-40B4-BE49-F238E27FC236}">
                  <a16:creationId xmlns:a16="http://schemas.microsoft.com/office/drawing/2014/main" id="{852EA313-2F57-B679-305D-BC2FC7B90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Rectangle 254">
              <a:extLst>
                <a:ext uri="{FF2B5EF4-FFF2-40B4-BE49-F238E27FC236}">
                  <a16:creationId xmlns:a16="http://schemas.microsoft.com/office/drawing/2014/main" id="{7C2393B8-F6C2-3D5D-205D-4462C22784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2"/>
              <a:ext cx="599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6216" name="Group 255">
              <a:extLst>
                <a:ext uri="{FF2B5EF4-FFF2-40B4-BE49-F238E27FC236}">
                  <a16:creationId xmlns:a16="http://schemas.microsoft.com/office/drawing/2014/main" id="{BCE626E8-0871-E084-FB51-8930927B3F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82" name="AutoShape 256">
                <a:extLst>
                  <a:ext uri="{FF2B5EF4-FFF2-40B4-BE49-F238E27FC236}">
                    <a16:creationId xmlns:a16="http://schemas.microsoft.com/office/drawing/2014/main" id="{B0EB5A48-A6DE-473A-F1DF-8CAEF91A7F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3" name="AutoShape 257">
                <a:extLst>
                  <a:ext uri="{FF2B5EF4-FFF2-40B4-BE49-F238E27FC236}">
                    <a16:creationId xmlns:a16="http://schemas.microsoft.com/office/drawing/2014/main" id="{11F15C0A-28AE-04C5-EA4E-8E0CFF0B3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9" y="2585"/>
                <a:ext cx="687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8" name="Rectangle 258">
              <a:extLst>
                <a:ext uri="{FF2B5EF4-FFF2-40B4-BE49-F238E27FC236}">
                  <a16:creationId xmlns:a16="http://schemas.microsoft.com/office/drawing/2014/main" id="{60372DAB-735C-3016-2912-8F5812E73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6218" name="Group 259">
              <a:extLst>
                <a:ext uri="{FF2B5EF4-FFF2-40B4-BE49-F238E27FC236}">
                  <a16:creationId xmlns:a16="http://schemas.microsoft.com/office/drawing/2014/main" id="{3F2E371E-7E57-FF0B-C337-1EB9E90A1A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80" name="AutoShape 260">
                <a:extLst>
                  <a:ext uri="{FF2B5EF4-FFF2-40B4-BE49-F238E27FC236}">
                    <a16:creationId xmlns:a16="http://schemas.microsoft.com/office/drawing/2014/main" id="{99BB7EE1-1C1F-28D1-91AA-40F9BB9CB9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1" name="AutoShape 261">
                <a:extLst>
                  <a:ext uri="{FF2B5EF4-FFF2-40B4-BE49-F238E27FC236}">
                    <a16:creationId xmlns:a16="http://schemas.microsoft.com/office/drawing/2014/main" id="{0BA0684E-EF50-2B97-48FE-34C30D8A6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9" y="2589"/>
                <a:ext cx="695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0" name="Rectangle 262">
              <a:extLst>
                <a:ext uri="{FF2B5EF4-FFF2-40B4-BE49-F238E27FC236}">
                  <a16:creationId xmlns:a16="http://schemas.microsoft.com/office/drawing/2014/main" id="{42F5396F-E74E-7620-25DF-78CC7836C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5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61" name="Rectangle 263">
              <a:extLst>
                <a:ext uri="{FF2B5EF4-FFF2-40B4-BE49-F238E27FC236}">
                  <a16:creationId xmlns:a16="http://schemas.microsoft.com/office/drawing/2014/main" id="{5940D594-E088-8BD9-0B24-D61C5566E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4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6221" name="Group 264">
              <a:extLst>
                <a:ext uri="{FF2B5EF4-FFF2-40B4-BE49-F238E27FC236}">
                  <a16:creationId xmlns:a16="http://schemas.microsoft.com/office/drawing/2014/main" id="{240D5264-DFCF-782B-06AD-41E78D49A3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8" name="AutoShape 265">
                <a:extLst>
                  <a:ext uri="{FF2B5EF4-FFF2-40B4-BE49-F238E27FC236}">
                    <a16:creationId xmlns:a16="http://schemas.microsoft.com/office/drawing/2014/main" id="{3D4DDC24-CFBA-3D25-B202-98C092A63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23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" name="AutoShape 266">
                <a:extLst>
                  <a:ext uri="{FF2B5EF4-FFF2-40B4-BE49-F238E27FC236}">
                    <a16:creationId xmlns:a16="http://schemas.microsoft.com/office/drawing/2014/main" id="{2A25C167-54B0-0561-1169-37B116029F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16222" name="Freeform 267">
              <a:extLst>
                <a:ext uri="{FF2B5EF4-FFF2-40B4-BE49-F238E27FC236}">
                  <a16:creationId xmlns:a16="http://schemas.microsoft.com/office/drawing/2014/main" id="{0D0530A8-D0DE-0742-E21C-C3D1CBAB7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6223" name="Group 268">
              <a:extLst>
                <a:ext uri="{FF2B5EF4-FFF2-40B4-BE49-F238E27FC236}">
                  <a16:creationId xmlns:a16="http://schemas.microsoft.com/office/drawing/2014/main" id="{BDE2718B-11B4-4B25-D71C-564C80AC8F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6" name="AutoShape 269">
                <a:extLst>
                  <a:ext uri="{FF2B5EF4-FFF2-40B4-BE49-F238E27FC236}">
                    <a16:creationId xmlns:a16="http://schemas.microsoft.com/office/drawing/2014/main" id="{B84312C3-1CDF-3D18-B5F3-5F629390FE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7" name="AutoShape 270">
                <a:extLst>
                  <a:ext uri="{FF2B5EF4-FFF2-40B4-BE49-F238E27FC236}">
                    <a16:creationId xmlns:a16="http://schemas.microsoft.com/office/drawing/2014/main" id="{79991EDE-E249-2C8B-20B9-79DDD3654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2584"/>
                <a:ext cx="68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5" name="Rectangle 271">
              <a:extLst>
                <a:ext uri="{FF2B5EF4-FFF2-40B4-BE49-F238E27FC236}">
                  <a16:creationId xmlns:a16="http://schemas.microsoft.com/office/drawing/2014/main" id="{31A2A973-3C39-9C88-3EC9-060A44177B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66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6225" name="Freeform 272">
              <a:extLst>
                <a:ext uri="{FF2B5EF4-FFF2-40B4-BE49-F238E27FC236}">
                  <a16:creationId xmlns:a16="http://schemas.microsoft.com/office/drawing/2014/main" id="{7B47C2A8-4AA0-89DF-5193-682BC826F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26" name="Freeform 273">
              <a:extLst>
                <a:ext uri="{FF2B5EF4-FFF2-40B4-BE49-F238E27FC236}">
                  <a16:creationId xmlns:a16="http://schemas.microsoft.com/office/drawing/2014/main" id="{099645CE-44D8-9701-D8B3-C42CB6B86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" name="Oval 274">
              <a:extLst>
                <a:ext uri="{FF2B5EF4-FFF2-40B4-BE49-F238E27FC236}">
                  <a16:creationId xmlns:a16="http://schemas.microsoft.com/office/drawing/2014/main" id="{4AB1A24E-79B4-7822-2EF0-FDD941BDBC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0"/>
              <a:ext cx="48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6228" name="Freeform 275">
              <a:extLst>
                <a:ext uri="{FF2B5EF4-FFF2-40B4-BE49-F238E27FC236}">
                  <a16:creationId xmlns:a16="http://schemas.microsoft.com/office/drawing/2014/main" id="{12D852F5-A216-662D-D1FF-306770EAE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" name="AutoShape 276">
              <a:extLst>
                <a:ext uri="{FF2B5EF4-FFF2-40B4-BE49-F238E27FC236}">
                  <a16:creationId xmlns:a16="http://schemas.microsoft.com/office/drawing/2014/main" id="{9FF28E8F-AE2E-C503-419A-70946962D1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3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71" name="AutoShape 277">
              <a:extLst>
                <a:ext uri="{FF2B5EF4-FFF2-40B4-BE49-F238E27FC236}">
                  <a16:creationId xmlns:a16="http://schemas.microsoft.com/office/drawing/2014/main" id="{E481492D-E5E1-4D63-03E3-FEE20E824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1"/>
              <a:ext cx="1072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72" name="Oval 278">
              <a:extLst>
                <a:ext uri="{FF2B5EF4-FFF2-40B4-BE49-F238E27FC236}">
                  <a16:creationId xmlns:a16="http://schemas.microsoft.com/office/drawing/2014/main" id="{9C588EB2-846E-9EA9-78FC-7BCD67D67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62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73" name="Oval 279">
              <a:extLst>
                <a:ext uri="{FF2B5EF4-FFF2-40B4-BE49-F238E27FC236}">
                  <a16:creationId xmlns:a16="http://schemas.microsoft.com/office/drawing/2014/main" id="{9D3B6C06-4A32-306A-05E2-378051EEAD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buFont typeface="ZapfDingbats" charset="0"/>
                <a:buNone/>
                <a:defRPr/>
              </a:pPr>
              <a:endParaRPr lang="en-US" dirty="0">
                <a:solidFill>
                  <a:srgbClr val="FF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74" name="Oval 280">
              <a:extLst>
                <a:ext uri="{FF2B5EF4-FFF2-40B4-BE49-F238E27FC236}">
                  <a16:creationId xmlns:a16="http://schemas.microsoft.com/office/drawing/2014/main" id="{707BDC43-66DF-1221-4F89-A547F08281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56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75" name="Rectangle 281">
              <a:extLst>
                <a:ext uri="{FF2B5EF4-FFF2-40B4-BE49-F238E27FC236}">
                  <a16:creationId xmlns:a16="http://schemas.microsoft.com/office/drawing/2014/main" id="{8260AE51-E1AD-2C36-FB3B-931BDD0D2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6074" name="Group 249">
            <a:extLst>
              <a:ext uri="{FF2B5EF4-FFF2-40B4-BE49-F238E27FC236}">
                <a16:creationId xmlns:a16="http://schemas.microsoft.com/office/drawing/2014/main" id="{D458885D-1927-A115-82DF-7912C498A34A}"/>
              </a:ext>
            </a:extLst>
          </p:cNvPr>
          <p:cNvGrpSpPr>
            <a:grpSpLocks/>
          </p:cNvGrpSpPr>
          <p:nvPr/>
        </p:nvGrpSpPr>
        <p:grpSpPr bwMode="auto">
          <a:xfrm>
            <a:off x="2566989" y="5335589"/>
            <a:ext cx="420687" cy="636587"/>
            <a:chOff x="4140" y="429"/>
            <a:chExt cx="1425" cy="2396"/>
          </a:xfrm>
        </p:grpSpPr>
        <p:sp>
          <p:nvSpPr>
            <p:cNvPr id="216179" name="Freeform 250">
              <a:extLst>
                <a:ext uri="{FF2B5EF4-FFF2-40B4-BE49-F238E27FC236}">
                  <a16:creationId xmlns:a16="http://schemas.microsoft.com/office/drawing/2014/main" id="{861F26A9-5968-B33D-762B-F4520F36C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" name="Rectangle 251">
              <a:extLst>
                <a:ext uri="{FF2B5EF4-FFF2-40B4-BE49-F238E27FC236}">
                  <a16:creationId xmlns:a16="http://schemas.microsoft.com/office/drawing/2014/main" id="{6CCEBA91-951F-ECF1-465E-BBB67A318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429"/>
              <a:ext cx="1049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6181" name="Freeform 252">
              <a:extLst>
                <a:ext uri="{FF2B5EF4-FFF2-40B4-BE49-F238E27FC236}">
                  <a16:creationId xmlns:a16="http://schemas.microsoft.com/office/drawing/2014/main" id="{4065C950-58B2-D6C0-EC29-76D1ECF72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82" name="Freeform 253">
              <a:extLst>
                <a:ext uri="{FF2B5EF4-FFF2-40B4-BE49-F238E27FC236}">
                  <a16:creationId xmlns:a16="http://schemas.microsoft.com/office/drawing/2014/main" id="{D71005B0-B169-5392-9162-2E3712B33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" name="Rectangle 254">
              <a:extLst>
                <a:ext uri="{FF2B5EF4-FFF2-40B4-BE49-F238E27FC236}">
                  <a16:creationId xmlns:a16="http://schemas.microsoft.com/office/drawing/2014/main" id="{2B46248E-F52D-1FF2-CCA3-7890CEC99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692"/>
              <a:ext cx="592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6184" name="Group 255">
              <a:extLst>
                <a:ext uri="{FF2B5EF4-FFF2-40B4-BE49-F238E27FC236}">
                  <a16:creationId xmlns:a16="http://schemas.microsoft.com/office/drawing/2014/main" id="{D4424711-E9B9-42CD-60A5-45979DB91E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5" name="AutoShape 256">
                <a:extLst>
                  <a:ext uri="{FF2B5EF4-FFF2-40B4-BE49-F238E27FC236}">
                    <a16:creationId xmlns:a16="http://schemas.microsoft.com/office/drawing/2014/main" id="{947A09A3-A15D-D9AC-E555-8E42FA9A9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8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6" name="AutoShape 257">
                <a:extLst>
                  <a:ext uri="{FF2B5EF4-FFF2-40B4-BE49-F238E27FC236}">
                    <a16:creationId xmlns:a16="http://schemas.microsoft.com/office/drawing/2014/main" id="{A272AAD2-FDEF-6FF5-D54D-B4FBC71922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5"/>
                <a:ext cx="684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91" name="Rectangle 258">
              <a:extLst>
                <a:ext uri="{FF2B5EF4-FFF2-40B4-BE49-F238E27FC236}">
                  <a16:creationId xmlns:a16="http://schemas.microsoft.com/office/drawing/2014/main" id="{0D9B36AA-4FC4-E38E-3076-228968900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021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6186" name="Group 259">
              <a:extLst>
                <a:ext uri="{FF2B5EF4-FFF2-40B4-BE49-F238E27FC236}">
                  <a16:creationId xmlns:a16="http://schemas.microsoft.com/office/drawing/2014/main" id="{4F822C50-29D2-1B84-A75A-08C67AC6C0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3" name="AutoShape 260">
                <a:extLst>
                  <a:ext uri="{FF2B5EF4-FFF2-40B4-BE49-F238E27FC236}">
                    <a16:creationId xmlns:a16="http://schemas.microsoft.com/office/drawing/2014/main" id="{35D5C872-3F7A-B9C7-EA63-7FB11C1A31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71"/>
                <a:ext cx="725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4" name="AutoShape 261">
                <a:extLst>
                  <a:ext uri="{FF2B5EF4-FFF2-40B4-BE49-F238E27FC236}">
                    <a16:creationId xmlns:a16="http://schemas.microsoft.com/office/drawing/2014/main" id="{D671D6B7-FE91-1849-D2C9-B8077AD5D7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9"/>
                <a:ext cx="698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93" name="Rectangle 262">
              <a:extLst>
                <a:ext uri="{FF2B5EF4-FFF2-40B4-BE49-F238E27FC236}">
                  <a16:creationId xmlns:a16="http://schemas.microsoft.com/office/drawing/2014/main" id="{39C7E1C2-8151-099E-808F-0C1A2A48F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355"/>
              <a:ext cx="592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94" name="Rectangle 263">
              <a:extLst>
                <a:ext uri="{FF2B5EF4-FFF2-40B4-BE49-F238E27FC236}">
                  <a16:creationId xmlns:a16="http://schemas.microsoft.com/office/drawing/2014/main" id="{77CC88FA-ABEC-B157-5156-1921C9201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4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6189" name="Group 264">
              <a:extLst>
                <a:ext uri="{FF2B5EF4-FFF2-40B4-BE49-F238E27FC236}">
                  <a16:creationId xmlns:a16="http://schemas.microsoft.com/office/drawing/2014/main" id="{C7AC8027-75CC-61B4-667E-A350B2E3A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1" name="AutoShape 265">
                <a:extLst>
                  <a:ext uri="{FF2B5EF4-FFF2-40B4-BE49-F238E27FC236}">
                    <a16:creationId xmlns:a16="http://schemas.microsoft.com/office/drawing/2014/main" id="{C103AA75-10A4-AEE6-A252-AC5929556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6"/>
                <a:ext cx="717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2" name="AutoShape 266">
                <a:extLst>
                  <a:ext uri="{FF2B5EF4-FFF2-40B4-BE49-F238E27FC236}">
                    <a16:creationId xmlns:a16="http://schemas.microsoft.com/office/drawing/2014/main" id="{C57A7D32-86B5-E543-25CE-19022CFEC0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7"/>
                <a:ext cx="683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16190" name="Freeform 267">
              <a:extLst>
                <a:ext uri="{FF2B5EF4-FFF2-40B4-BE49-F238E27FC236}">
                  <a16:creationId xmlns:a16="http://schemas.microsoft.com/office/drawing/2014/main" id="{085642E0-0F90-A97C-9728-BD3AE3199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6191" name="Group 268">
              <a:extLst>
                <a:ext uri="{FF2B5EF4-FFF2-40B4-BE49-F238E27FC236}">
                  <a16:creationId xmlns:a16="http://schemas.microsoft.com/office/drawing/2014/main" id="{83CA039D-E29C-E89D-49E4-F9C73702CC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9" name="AutoShape 269">
                <a:extLst>
                  <a:ext uri="{FF2B5EF4-FFF2-40B4-BE49-F238E27FC236}">
                    <a16:creationId xmlns:a16="http://schemas.microsoft.com/office/drawing/2014/main" id="{C51BBC48-7E1D-1FF0-7C6E-D39BF484CB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30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0" name="AutoShape 270">
                <a:extLst>
                  <a:ext uri="{FF2B5EF4-FFF2-40B4-BE49-F238E27FC236}">
                    <a16:creationId xmlns:a16="http://schemas.microsoft.com/office/drawing/2014/main" id="{685A0BC5-AB99-0449-8132-3506F7474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0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98" name="Rectangle 271">
              <a:extLst>
                <a:ext uri="{FF2B5EF4-FFF2-40B4-BE49-F238E27FC236}">
                  <a16:creationId xmlns:a16="http://schemas.microsoft.com/office/drawing/2014/main" id="{38E6ED6C-2555-06A4-5C0D-92B67E3B2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0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6193" name="Freeform 272">
              <a:extLst>
                <a:ext uri="{FF2B5EF4-FFF2-40B4-BE49-F238E27FC236}">
                  <a16:creationId xmlns:a16="http://schemas.microsoft.com/office/drawing/2014/main" id="{1E291B90-D44C-C8D8-6BD6-AB8ED4D62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94" name="Freeform 273">
              <a:extLst>
                <a:ext uri="{FF2B5EF4-FFF2-40B4-BE49-F238E27FC236}">
                  <a16:creationId xmlns:a16="http://schemas.microsoft.com/office/drawing/2014/main" id="{3B0FECBC-3762-1206-6ADE-7DD7B9A26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" name="Oval 274">
              <a:extLst>
                <a:ext uri="{FF2B5EF4-FFF2-40B4-BE49-F238E27FC236}">
                  <a16:creationId xmlns:a16="http://schemas.microsoft.com/office/drawing/2014/main" id="{43BF1A4D-5D5F-2F69-F9E8-2F577775E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0"/>
              <a:ext cx="48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6196" name="Freeform 275">
              <a:extLst>
                <a:ext uri="{FF2B5EF4-FFF2-40B4-BE49-F238E27FC236}">
                  <a16:creationId xmlns:a16="http://schemas.microsoft.com/office/drawing/2014/main" id="{BC09C940-92D9-5C3F-BE86-C297E6ECA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" name="AutoShape 276">
              <a:extLst>
                <a:ext uri="{FF2B5EF4-FFF2-40B4-BE49-F238E27FC236}">
                  <a16:creationId xmlns:a16="http://schemas.microsoft.com/office/drawing/2014/main" id="{9799FB5B-210B-BDFD-AFD8-4540253B6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199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04" name="AutoShape 277">
              <a:extLst>
                <a:ext uri="{FF2B5EF4-FFF2-40B4-BE49-F238E27FC236}">
                  <a16:creationId xmlns:a16="http://schemas.microsoft.com/office/drawing/2014/main" id="{ED6E4059-4B7B-94A0-91E9-7A4850D5F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711"/>
              <a:ext cx="1070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05" name="Oval 278">
              <a:extLst>
                <a:ext uri="{FF2B5EF4-FFF2-40B4-BE49-F238E27FC236}">
                  <a16:creationId xmlns:a16="http://schemas.microsoft.com/office/drawing/2014/main" id="{FEA68E83-F7D2-9DA9-6F65-AF0831640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06" name="Oval 279">
              <a:extLst>
                <a:ext uri="{FF2B5EF4-FFF2-40B4-BE49-F238E27FC236}">
                  <a16:creationId xmlns:a16="http://schemas.microsoft.com/office/drawing/2014/main" id="{B568658E-D105-F14F-3988-0BDCC4017D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3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buFont typeface="ZapfDingbats" charset="0"/>
                <a:buNone/>
                <a:defRPr/>
              </a:pPr>
              <a:endParaRPr lang="en-US" dirty="0">
                <a:solidFill>
                  <a:srgbClr val="FF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07" name="Oval 280">
              <a:extLst>
                <a:ext uri="{FF2B5EF4-FFF2-40B4-BE49-F238E27FC236}">
                  <a16:creationId xmlns:a16="http://schemas.microsoft.com/office/drawing/2014/main" id="{99E22755-4ACC-E4C8-8D93-7C32BB441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3"/>
              <a:ext cx="156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08" name="Rectangle 281">
              <a:extLst>
                <a:ext uri="{FF2B5EF4-FFF2-40B4-BE49-F238E27FC236}">
                  <a16:creationId xmlns:a16="http://schemas.microsoft.com/office/drawing/2014/main" id="{276667B7-A1C9-D04E-7774-42CF9FE1F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6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6075" name="Group 249">
            <a:extLst>
              <a:ext uri="{FF2B5EF4-FFF2-40B4-BE49-F238E27FC236}">
                <a16:creationId xmlns:a16="http://schemas.microsoft.com/office/drawing/2014/main" id="{697B86D2-CD04-3AFA-16CE-A0F8B1598057}"/>
              </a:ext>
            </a:extLst>
          </p:cNvPr>
          <p:cNvGrpSpPr>
            <a:grpSpLocks/>
          </p:cNvGrpSpPr>
          <p:nvPr/>
        </p:nvGrpSpPr>
        <p:grpSpPr bwMode="auto">
          <a:xfrm>
            <a:off x="6977064" y="5548314"/>
            <a:ext cx="344487" cy="638175"/>
            <a:chOff x="4140" y="429"/>
            <a:chExt cx="1425" cy="2396"/>
          </a:xfrm>
        </p:grpSpPr>
        <p:sp>
          <p:nvSpPr>
            <p:cNvPr id="216147" name="Freeform 250">
              <a:extLst>
                <a:ext uri="{FF2B5EF4-FFF2-40B4-BE49-F238E27FC236}">
                  <a16:creationId xmlns:a16="http://schemas.microsoft.com/office/drawing/2014/main" id="{8B6DECB8-2C8B-04DD-1F70-91AF1D077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" name="Rectangle 251">
              <a:extLst>
                <a:ext uri="{FF2B5EF4-FFF2-40B4-BE49-F238E27FC236}">
                  <a16:creationId xmlns:a16="http://schemas.microsoft.com/office/drawing/2014/main" id="{E4F04215-3A6E-A412-E1CE-C3921FAB5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6149" name="Freeform 252">
              <a:extLst>
                <a:ext uri="{FF2B5EF4-FFF2-40B4-BE49-F238E27FC236}">
                  <a16:creationId xmlns:a16="http://schemas.microsoft.com/office/drawing/2014/main" id="{3378253D-62D6-39EB-15D2-74CEF3C36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50" name="Freeform 253">
              <a:extLst>
                <a:ext uri="{FF2B5EF4-FFF2-40B4-BE49-F238E27FC236}">
                  <a16:creationId xmlns:a16="http://schemas.microsoft.com/office/drawing/2014/main" id="{FAF93161-7296-9516-C001-93A268D9B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" name="Rectangle 254">
              <a:extLst>
                <a:ext uri="{FF2B5EF4-FFF2-40B4-BE49-F238E27FC236}">
                  <a16:creationId xmlns:a16="http://schemas.microsoft.com/office/drawing/2014/main" id="{81FBC1BB-4D9A-CC86-2258-CB2D28DA7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1"/>
              <a:ext cx="598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6152" name="Group 255">
              <a:extLst>
                <a:ext uri="{FF2B5EF4-FFF2-40B4-BE49-F238E27FC236}">
                  <a16:creationId xmlns:a16="http://schemas.microsoft.com/office/drawing/2014/main" id="{0B159431-7192-02CD-AD49-7A0D394D8E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48" name="AutoShape 256">
                <a:extLst>
                  <a:ext uri="{FF2B5EF4-FFF2-40B4-BE49-F238E27FC236}">
                    <a16:creationId xmlns:a16="http://schemas.microsoft.com/office/drawing/2014/main" id="{6AFC4F86-C045-94B7-BD2B-0BD97A2DAF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1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AutoShape 257">
                <a:extLst>
                  <a:ext uri="{FF2B5EF4-FFF2-40B4-BE49-F238E27FC236}">
                    <a16:creationId xmlns:a16="http://schemas.microsoft.com/office/drawing/2014/main" id="{F549A47A-60D6-5CD8-5AD0-785EC7433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5"/>
                <a:ext cx="688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24" name="Rectangle 258">
              <a:extLst>
                <a:ext uri="{FF2B5EF4-FFF2-40B4-BE49-F238E27FC236}">
                  <a16:creationId xmlns:a16="http://schemas.microsoft.com/office/drawing/2014/main" id="{D9985A12-4915-DA93-FCA7-8108B9A6F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6154" name="Group 259">
              <a:extLst>
                <a:ext uri="{FF2B5EF4-FFF2-40B4-BE49-F238E27FC236}">
                  <a16:creationId xmlns:a16="http://schemas.microsoft.com/office/drawing/2014/main" id="{AA5DBBE2-2141-BEC5-1E43-3470CD3BF7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46" name="AutoShape 260">
                <a:extLst>
                  <a:ext uri="{FF2B5EF4-FFF2-40B4-BE49-F238E27FC236}">
                    <a16:creationId xmlns:a16="http://schemas.microsoft.com/office/drawing/2014/main" id="{CCB763DC-0846-B160-CA6B-061485C8E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0" y="2569"/>
                <a:ext cx="729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AutoShape 261">
                <a:extLst>
                  <a:ext uri="{FF2B5EF4-FFF2-40B4-BE49-F238E27FC236}">
                    <a16:creationId xmlns:a16="http://schemas.microsoft.com/office/drawing/2014/main" id="{00A01457-FC4C-24FC-4499-E8808B8B5C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9" y="2588"/>
                <a:ext cx="697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26" name="Rectangle 262">
              <a:extLst>
                <a:ext uri="{FF2B5EF4-FFF2-40B4-BE49-F238E27FC236}">
                  <a16:creationId xmlns:a16="http://schemas.microsoft.com/office/drawing/2014/main" id="{DCF1FE4F-E751-FDB9-920E-6A0D0BE59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9"/>
              <a:ext cx="59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27" name="Rectangle 263">
              <a:extLst>
                <a:ext uri="{FF2B5EF4-FFF2-40B4-BE49-F238E27FC236}">
                  <a16:creationId xmlns:a16="http://schemas.microsoft.com/office/drawing/2014/main" id="{D95F5950-C3CF-12EE-5CC6-97434BD54D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7"/>
              <a:ext cx="598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6157" name="Group 264">
              <a:extLst>
                <a:ext uri="{FF2B5EF4-FFF2-40B4-BE49-F238E27FC236}">
                  <a16:creationId xmlns:a16="http://schemas.microsoft.com/office/drawing/2014/main" id="{FFA23B4C-876D-85B8-5B73-9E687A1407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44" name="AutoShape 265">
                <a:extLst>
                  <a:ext uri="{FF2B5EF4-FFF2-40B4-BE49-F238E27FC236}">
                    <a16:creationId xmlns:a16="http://schemas.microsoft.com/office/drawing/2014/main" id="{3A795766-60D8-6B0A-FBB2-1749BD206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1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AutoShape 266">
                <a:extLst>
                  <a:ext uri="{FF2B5EF4-FFF2-40B4-BE49-F238E27FC236}">
                    <a16:creationId xmlns:a16="http://schemas.microsoft.com/office/drawing/2014/main" id="{0C993C4A-59F8-E8C3-130A-FFFA89C620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4"/>
                <a:ext cx="67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16158" name="Freeform 267">
              <a:extLst>
                <a:ext uri="{FF2B5EF4-FFF2-40B4-BE49-F238E27FC236}">
                  <a16:creationId xmlns:a16="http://schemas.microsoft.com/office/drawing/2014/main" id="{F413D68D-D3E4-DE94-F2F9-BA78DCF88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6159" name="Group 268">
              <a:extLst>
                <a:ext uri="{FF2B5EF4-FFF2-40B4-BE49-F238E27FC236}">
                  <a16:creationId xmlns:a16="http://schemas.microsoft.com/office/drawing/2014/main" id="{2E95F6BD-C9EC-14BA-59DD-32A7F680A3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42" name="AutoShape 269">
                <a:extLst>
                  <a:ext uri="{FF2B5EF4-FFF2-40B4-BE49-F238E27FC236}">
                    <a16:creationId xmlns:a16="http://schemas.microsoft.com/office/drawing/2014/main" id="{7F463B60-C38E-E187-5D21-8580C5431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" name="AutoShape 270">
                <a:extLst>
                  <a:ext uri="{FF2B5EF4-FFF2-40B4-BE49-F238E27FC236}">
                    <a16:creationId xmlns:a16="http://schemas.microsoft.com/office/drawing/2014/main" id="{0507369E-816D-4BE4-51D6-8716DADD05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8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31" name="Rectangle 271">
              <a:extLst>
                <a:ext uri="{FF2B5EF4-FFF2-40B4-BE49-F238E27FC236}">
                  <a16:creationId xmlns:a16="http://schemas.microsoft.com/office/drawing/2014/main" id="{DADB53CB-D9E4-3F1E-C382-3C86798B90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6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6161" name="Freeform 272">
              <a:extLst>
                <a:ext uri="{FF2B5EF4-FFF2-40B4-BE49-F238E27FC236}">
                  <a16:creationId xmlns:a16="http://schemas.microsoft.com/office/drawing/2014/main" id="{47E3F8D3-9326-5BF6-A6B1-6E12201E9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62" name="Freeform 273">
              <a:extLst>
                <a:ext uri="{FF2B5EF4-FFF2-40B4-BE49-F238E27FC236}">
                  <a16:creationId xmlns:a16="http://schemas.microsoft.com/office/drawing/2014/main" id="{DE9E6665-DBEE-E185-4606-849EF29A3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" name="Oval 274">
              <a:extLst>
                <a:ext uri="{FF2B5EF4-FFF2-40B4-BE49-F238E27FC236}">
                  <a16:creationId xmlns:a16="http://schemas.microsoft.com/office/drawing/2014/main" id="{9D833C76-624B-F141-6953-6CFFA7939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0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6164" name="Freeform 275">
              <a:extLst>
                <a:ext uri="{FF2B5EF4-FFF2-40B4-BE49-F238E27FC236}">
                  <a16:creationId xmlns:a16="http://schemas.microsoft.com/office/drawing/2014/main" id="{57812538-8474-C4E3-2BFA-391E43799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" name="AutoShape 276">
              <a:extLst>
                <a:ext uri="{FF2B5EF4-FFF2-40B4-BE49-F238E27FC236}">
                  <a16:creationId xmlns:a16="http://schemas.microsoft.com/office/drawing/2014/main" id="{E05A7EB2-DF06-7A96-E731-F87EE1AAC6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2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37" name="AutoShape 277">
              <a:extLst>
                <a:ext uri="{FF2B5EF4-FFF2-40B4-BE49-F238E27FC236}">
                  <a16:creationId xmlns:a16="http://schemas.microsoft.com/office/drawing/2014/main" id="{1AF6FB89-21D5-540A-18AE-EC2458393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2"/>
              <a:ext cx="1070" cy="7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38" name="Oval 278">
              <a:extLst>
                <a:ext uri="{FF2B5EF4-FFF2-40B4-BE49-F238E27FC236}">
                  <a16:creationId xmlns:a16="http://schemas.microsoft.com/office/drawing/2014/main" id="{5EBC7880-BC20-FB6A-9F2F-41F4A8AF3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" y="2384"/>
              <a:ext cx="164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39" name="Oval 279">
              <a:extLst>
                <a:ext uri="{FF2B5EF4-FFF2-40B4-BE49-F238E27FC236}">
                  <a16:creationId xmlns:a16="http://schemas.microsoft.com/office/drawing/2014/main" id="{D98DC5F9-E832-8397-3397-4EF852C1E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4"/>
              <a:ext cx="158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buFont typeface="ZapfDingbats" charset="0"/>
                <a:buNone/>
                <a:defRPr/>
              </a:pPr>
              <a:endParaRPr lang="en-US" dirty="0">
                <a:solidFill>
                  <a:srgbClr val="FF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40" name="Oval 280">
              <a:extLst>
                <a:ext uri="{FF2B5EF4-FFF2-40B4-BE49-F238E27FC236}">
                  <a16:creationId xmlns:a16="http://schemas.microsoft.com/office/drawing/2014/main" id="{4BAD1D61-8E57-26DC-C1A9-AF9ACB17A7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" y="2378"/>
              <a:ext cx="158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41" name="Rectangle 281">
              <a:extLst>
                <a:ext uri="{FF2B5EF4-FFF2-40B4-BE49-F238E27FC236}">
                  <a16:creationId xmlns:a16="http://schemas.microsoft.com/office/drawing/2014/main" id="{869F0699-A0AE-C9FF-1DFF-9155911F1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6"/>
              <a:ext cx="85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6076" name="Group 249">
            <a:extLst>
              <a:ext uri="{FF2B5EF4-FFF2-40B4-BE49-F238E27FC236}">
                <a16:creationId xmlns:a16="http://schemas.microsoft.com/office/drawing/2014/main" id="{FB83EA19-B627-BC32-58EF-B4C576B8ADDB}"/>
              </a:ext>
            </a:extLst>
          </p:cNvPr>
          <p:cNvGrpSpPr>
            <a:grpSpLocks/>
          </p:cNvGrpSpPr>
          <p:nvPr/>
        </p:nvGrpSpPr>
        <p:grpSpPr bwMode="auto">
          <a:xfrm>
            <a:off x="6246813" y="3789364"/>
            <a:ext cx="342900" cy="636587"/>
            <a:chOff x="4140" y="429"/>
            <a:chExt cx="1425" cy="2396"/>
          </a:xfrm>
        </p:grpSpPr>
        <p:sp>
          <p:nvSpPr>
            <p:cNvPr id="216115" name="Freeform 250">
              <a:extLst>
                <a:ext uri="{FF2B5EF4-FFF2-40B4-BE49-F238E27FC236}">
                  <a16:creationId xmlns:a16="http://schemas.microsoft.com/office/drawing/2014/main" id="{CDD6D25C-D2FC-DC47-ACE9-8BEDD3421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" name="Rectangle 251">
              <a:extLst>
                <a:ext uri="{FF2B5EF4-FFF2-40B4-BE49-F238E27FC236}">
                  <a16:creationId xmlns:a16="http://schemas.microsoft.com/office/drawing/2014/main" id="{15180652-74F7-FE7A-A8CA-468DCCE9F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9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6117" name="Freeform 252">
              <a:extLst>
                <a:ext uri="{FF2B5EF4-FFF2-40B4-BE49-F238E27FC236}">
                  <a16:creationId xmlns:a16="http://schemas.microsoft.com/office/drawing/2014/main" id="{6B0EFC82-9ACC-3FE8-821F-EBEBECF7C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18" name="Freeform 253">
              <a:extLst>
                <a:ext uri="{FF2B5EF4-FFF2-40B4-BE49-F238E27FC236}">
                  <a16:creationId xmlns:a16="http://schemas.microsoft.com/office/drawing/2014/main" id="{23A5A46B-97B8-BCA1-7289-F19FF0A21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" name="Rectangle 254">
              <a:extLst>
                <a:ext uri="{FF2B5EF4-FFF2-40B4-BE49-F238E27FC236}">
                  <a16:creationId xmlns:a16="http://schemas.microsoft.com/office/drawing/2014/main" id="{BBA24ABE-B3CE-5BF2-D20A-4394474A6E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2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6120" name="Group 255">
              <a:extLst>
                <a:ext uri="{FF2B5EF4-FFF2-40B4-BE49-F238E27FC236}">
                  <a16:creationId xmlns:a16="http://schemas.microsoft.com/office/drawing/2014/main" id="{B284D673-1682-168B-6909-4F1A786711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81" name="AutoShape 256">
                <a:extLst>
                  <a:ext uri="{FF2B5EF4-FFF2-40B4-BE49-F238E27FC236}">
                    <a16:creationId xmlns:a16="http://schemas.microsoft.com/office/drawing/2014/main" id="{946A1EB7-7421-1CCF-5169-3E8C9F57C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24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2" name="AutoShape 257">
                <a:extLst>
                  <a:ext uri="{FF2B5EF4-FFF2-40B4-BE49-F238E27FC236}">
                    <a16:creationId xmlns:a16="http://schemas.microsoft.com/office/drawing/2014/main" id="{ECA3F7B6-0F12-BCF3-A3E0-E87102B295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5"/>
                <a:ext cx="692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57" name="Rectangle 258">
              <a:extLst>
                <a:ext uri="{FF2B5EF4-FFF2-40B4-BE49-F238E27FC236}">
                  <a16:creationId xmlns:a16="http://schemas.microsoft.com/office/drawing/2014/main" id="{32942114-0C82-0D58-769B-15CDE5081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1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6122" name="Group 259">
              <a:extLst>
                <a:ext uri="{FF2B5EF4-FFF2-40B4-BE49-F238E27FC236}">
                  <a16:creationId xmlns:a16="http://schemas.microsoft.com/office/drawing/2014/main" id="{CACE6CE5-9007-FA7D-1971-7D2563DA8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79" name="AutoShape 260">
                <a:extLst>
                  <a:ext uri="{FF2B5EF4-FFF2-40B4-BE49-F238E27FC236}">
                    <a16:creationId xmlns:a16="http://schemas.microsoft.com/office/drawing/2014/main" id="{CF75C5F8-0152-50AA-4C54-B54A6C2D7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1"/>
                <a:ext cx="724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0" name="AutoShape 261">
                <a:extLst>
                  <a:ext uri="{FF2B5EF4-FFF2-40B4-BE49-F238E27FC236}">
                    <a16:creationId xmlns:a16="http://schemas.microsoft.com/office/drawing/2014/main" id="{BEF616AE-FE9E-4921-C4DE-2AFACF564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9"/>
                <a:ext cx="692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59" name="Rectangle 262">
              <a:extLst>
                <a:ext uri="{FF2B5EF4-FFF2-40B4-BE49-F238E27FC236}">
                  <a16:creationId xmlns:a16="http://schemas.microsoft.com/office/drawing/2014/main" id="{8D1D0CA0-0C72-5732-4D85-E1F7A0476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5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60" name="Rectangle 263">
              <a:extLst>
                <a:ext uri="{FF2B5EF4-FFF2-40B4-BE49-F238E27FC236}">
                  <a16:creationId xmlns:a16="http://schemas.microsoft.com/office/drawing/2014/main" id="{AEDCDD94-411A-183D-8588-583DAA979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4"/>
              <a:ext cx="600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6125" name="Group 264">
              <a:extLst>
                <a:ext uri="{FF2B5EF4-FFF2-40B4-BE49-F238E27FC236}">
                  <a16:creationId xmlns:a16="http://schemas.microsoft.com/office/drawing/2014/main" id="{09AD1759-4983-36F7-4FA1-38F1BEE6B7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77" name="AutoShape 265">
                <a:extLst>
                  <a:ext uri="{FF2B5EF4-FFF2-40B4-BE49-F238E27FC236}">
                    <a16:creationId xmlns:a16="http://schemas.microsoft.com/office/drawing/2014/main" id="{4749D11B-F696-C565-5306-3C8A789D9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15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AutoShape 266">
                <a:extLst>
                  <a:ext uri="{FF2B5EF4-FFF2-40B4-BE49-F238E27FC236}">
                    <a16:creationId xmlns:a16="http://schemas.microsoft.com/office/drawing/2014/main" id="{089CBDAD-1FE6-BCE4-0A92-1121B15DAD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8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16126" name="Freeform 267">
              <a:extLst>
                <a:ext uri="{FF2B5EF4-FFF2-40B4-BE49-F238E27FC236}">
                  <a16:creationId xmlns:a16="http://schemas.microsoft.com/office/drawing/2014/main" id="{5C050A07-3502-009A-5335-8E0B9105F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6127" name="Group 268">
              <a:extLst>
                <a:ext uri="{FF2B5EF4-FFF2-40B4-BE49-F238E27FC236}">
                  <a16:creationId xmlns:a16="http://schemas.microsoft.com/office/drawing/2014/main" id="{5DB25B91-A83C-E41C-C54D-B367112402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75" name="AutoShape 269">
                <a:extLst>
                  <a:ext uri="{FF2B5EF4-FFF2-40B4-BE49-F238E27FC236}">
                    <a16:creationId xmlns:a16="http://schemas.microsoft.com/office/drawing/2014/main" id="{9287C048-9DCC-DD02-DC3B-B42AD8259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AutoShape 270">
                <a:extLst>
                  <a:ext uri="{FF2B5EF4-FFF2-40B4-BE49-F238E27FC236}">
                    <a16:creationId xmlns:a16="http://schemas.microsoft.com/office/drawing/2014/main" id="{DC27A74B-F9D5-3494-410E-D87084720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0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64" name="Rectangle 271">
              <a:extLst>
                <a:ext uri="{FF2B5EF4-FFF2-40B4-BE49-F238E27FC236}">
                  <a16:creationId xmlns:a16="http://schemas.microsoft.com/office/drawing/2014/main" id="{8AA8DCC5-48D9-386E-2366-F5053454B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66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6129" name="Freeform 272">
              <a:extLst>
                <a:ext uri="{FF2B5EF4-FFF2-40B4-BE49-F238E27FC236}">
                  <a16:creationId xmlns:a16="http://schemas.microsoft.com/office/drawing/2014/main" id="{CD2A3E4B-C2E7-E6A5-24BC-05CFCD463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30" name="Freeform 273">
              <a:extLst>
                <a:ext uri="{FF2B5EF4-FFF2-40B4-BE49-F238E27FC236}">
                  <a16:creationId xmlns:a16="http://schemas.microsoft.com/office/drawing/2014/main" id="{0D941738-24A3-D0FB-4EB1-060555B5D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" name="Oval 274">
              <a:extLst>
                <a:ext uri="{FF2B5EF4-FFF2-40B4-BE49-F238E27FC236}">
                  <a16:creationId xmlns:a16="http://schemas.microsoft.com/office/drawing/2014/main" id="{D7861560-457F-B16A-D45D-ACED6E70A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0"/>
              <a:ext cx="46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6132" name="Freeform 275">
              <a:extLst>
                <a:ext uri="{FF2B5EF4-FFF2-40B4-BE49-F238E27FC236}">
                  <a16:creationId xmlns:a16="http://schemas.microsoft.com/office/drawing/2014/main" id="{68827BF7-8565-5D6A-A2B2-163F12DB2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" name="AutoShape 276">
              <a:extLst>
                <a:ext uri="{FF2B5EF4-FFF2-40B4-BE49-F238E27FC236}">
                  <a16:creationId xmlns:a16="http://schemas.microsoft.com/office/drawing/2014/main" id="{22798FB5-211A-69D2-1DFC-70DBB0AD6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1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70" name="AutoShape 277">
              <a:extLst>
                <a:ext uri="{FF2B5EF4-FFF2-40B4-BE49-F238E27FC236}">
                  <a16:creationId xmlns:a16="http://schemas.microsoft.com/office/drawing/2014/main" id="{4AA8B597-C8BB-324B-741D-C4BC2C00B2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1"/>
              <a:ext cx="1069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71" name="Oval 278">
              <a:extLst>
                <a:ext uri="{FF2B5EF4-FFF2-40B4-BE49-F238E27FC236}">
                  <a16:creationId xmlns:a16="http://schemas.microsoft.com/office/drawing/2014/main" id="{C49EB091-0406-DD46-0254-221582A8D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383"/>
              <a:ext cx="165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72" name="Oval 279">
              <a:extLst>
                <a:ext uri="{FF2B5EF4-FFF2-40B4-BE49-F238E27FC236}">
                  <a16:creationId xmlns:a16="http://schemas.microsoft.com/office/drawing/2014/main" id="{2971FC1E-9CD2-40BB-DEAF-8F87FBFEAB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" y="2383"/>
              <a:ext cx="165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buFont typeface="ZapfDingbats" charset="0"/>
                <a:buNone/>
                <a:defRPr/>
              </a:pPr>
              <a:endParaRPr lang="en-US" dirty="0">
                <a:solidFill>
                  <a:srgbClr val="FF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73" name="Oval 280">
              <a:extLst>
                <a:ext uri="{FF2B5EF4-FFF2-40B4-BE49-F238E27FC236}">
                  <a16:creationId xmlns:a16="http://schemas.microsoft.com/office/drawing/2014/main" id="{4E190EB3-3D0D-996D-56CC-B2DDCB333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58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74" name="Rectangle 281">
              <a:extLst>
                <a:ext uri="{FF2B5EF4-FFF2-40B4-BE49-F238E27FC236}">
                  <a16:creationId xmlns:a16="http://schemas.microsoft.com/office/drawing/2014/main" id="{DFE4A980-A6F1-7732-5625-B51DFAC80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3"/>
              <a:ext cx="79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16077" name="TextBox 182">
            <a:extLst>
              <a:ext uri="{FF2B5EF4-FFF2-40B4-BE49-F238E27FC236}">
                <a16:creationId xmlns:a16="http://schemas.microsoft.com/office/drawing/2014/main" id="{2FF8B3DE-F3F1-3F94-4A34-BD95B0C1DA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3713" y="6191250"/>
            <a:ext cx="1420812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>
                <a:latin typeface="Arial Narrow" panose="020B0604020202020204" pitchFamily="34" charset="0"/>
              </a:rPr>
              <a:t>KingCDN.com</a:t>
            </a:r>
            <a:endParaRPr lang="en-US" altLang="en-US" sz="1800" i="1">
              <a:latin typeface="Arial Narrow" panose="020B0604020202020204" pitchFamily="34" charset="0"/>
            </a:endParaRPr>
          </a:p>
        </p:txBody>
      </p:sp>
      <p:pic>
        <p:nvPicPr>
          <p:cNvPr id="216078" name="Picture 7" descr="Bob">
            <a:extLst>
              <a:ext uri="{FF2B5EF4-FFF2-40B4-BE49-F238E27FC236}">
                <a16:creationId xmlns:a16="http://schemas.microsoft.com/office/drawing/2014/main" id="{1D0F806E-C9DC-C37D-312E-21C7E1C6D3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3238" y="2392363"/>
            <a:ext cx="533400" cy="544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1445" name="Group 61444">
            <a:extLst>
              <a:ext uri="{FF2B5EF4-FFF2-40B4-BE49-F238E27FC236}">
                <a16:creationId xmlns:a16="http://schemas.microsoft.com/office/drawing/2014/main" id="{395F6FB4-BDE4-0B03-1054-BC5B15F34657}"/>
              </a:ext>
            </a:extLst>
          </p:cNvPr>
          <p:cNvGrpSpPr>
            <a:grpSpLocks/>
          </p:cNvGrpSpPr>
          <p:nvPr/>
        </p:nvGrpSpPr>
        <p:grpSpPr bwMode="auto">
          <a:xfrm>
            <a:off x="3014664" y="3036889"/>
            <a:ext cx="1628775" cy="1063625"/>
            <a:chOff x="1490926" y="3037262"/>
            <a:chExt cx="1628976" cy="1063042"/>
          </a:xfrm>
        </p:grpSpPr>
        <p:cxnSp>
          <p:nvCxnSpPr>
            <p:cNvPr id="216111" name="Straight Arrow Connector 44">
              <a:extLst>
                <a:ext uri="{FF2B5EF4-FFF2-40B4-BE49-F238E27FC236}">
                  <a16:creationId xmlns:a16="http://schemas.microsoft.com/office/drawing/2014/main" id="{25681533-95F2-CEC4-539B-05FCFDCF443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90926" y="3037262"/>
              <a:ext cx="1628976" cy="1063042"/>
            </a:xfrm>
            <a:prstGeom prst="straightConnector1">
              <a:avLst/>
            </a:prstGeom>
            <a:noFill/>
            <a:ln w="2540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16112" name="Group 61441">
              <a:extLst>
                <a:ext uri="{FF2B5EF4-FFF2-40B4-BE49-F238E27FC236}">
                  <a16:creationId xmlns:a16="http://schemas.microsoft.com/office/drawing/2014/main" id="{27CF7032-D09F-1C36-B7F2-B2E90D4093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6927" y="3410016"/>
              <a:ext cx="317511" cy="345125"/>
              <a:chOff x="7454630" y="3313376"/>
              <a:chExt cx="317511" cy="345125"/>
            </a:xfrm>
          </p:grpSpPr>
          <p:sp>
            <p:nvSpPr>
              <p:cNvPr id="216113" name="Oval 61440">
                <a:extLst>
                  <a:ext uri="{FF2B5EF4-FFF2-40B4-BE49-F238E27FC236}">
                    <a16:creationId xmlns:a16="http://schemas.microsoft.com/office/drawing/2014/main" id="{403C505F-6C4A-F1C3-327D-2BDBCC025C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68434" y="3354794"/>
                <a:ext cx="303707" cy="303707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16114" name="TextBox 61439">
                <a:extLst>
                  <a:ext uri="{FF2B5EF4-FFF2-40B4-BE49-F238E27FC236}">
                    <a16:creationId xmlns:a16="http://schemas.microsoft.com/office/drawing/2014/main" id="{40E13DBB-C6B5-E9B3-6343-DA831B5714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54630" y="3313376"/>
                <a:ext cx="298817" cy="3383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600"/>
                  <a:t>1</a:t>
                </a:r>
              </a:p>
            </p:txBody>
          </p:sp>
        </p:grpSp>
      </p:grpSp>
      <p:sp>
        <p:nvSpPr>
          <p:cNvPr id="61443" name="TextBox 61442">
            <a:extLst>
              <a:ext uri="{FF2B5EF4-FFF2-40B4-BE49-F238E27FC236}">
                <a16:creationId xmlns:a16="http://schemas.microsoft.com/office/drawing/2014/main" id="{D6208B6D-70B2-9B7C-1632-ACF93A4396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526" y="2462213"/>
            <a:ext cx="2862263" cy="85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ts val="200"/>
              </a:spcBef>
            </a:pPr>
            <a:r>
              <a:rPr lang="en-US" altLang="en-US" sz="1600">
                <a:latin typeface="Arial Narrow" panose="020B0604020202020204" pitchFamily="34" charset="0"/>
              </a:rPr>
              <a:t>1. Bob gets URL for video http://netcinema.com/6Y7B23V</a:t>
            </a:r>
          </a:p>
          <a:p>
            <a:pPr>
              <a:spcBef>
                <a:spcPts val="200"/>
              </a:spcBef>
            </a:pPr>
            <a:r>
              <a:rPr lang="en-US" altLang="en-US" sz="1600">
                <a:latin typeface="Arial Narrow" panose="020B0604020202020204" pitchFamily="34" charset="0"/>
              </a:rPr>
              <a:t>from netcinema.com web page</a:t>
            </a:r>
          </a:p>
        </p:txBody>
      </p:sp>
      <p:grpSp>
        <p:nvGrpSpPr>
          <p:cNvPr id="61448" name="Group 61447">
            <a:extLst>
              <a:ext uri="{FF2B5EF4-FFF2-40B4-BE49-F238E27FC236}">
                <a16:creationId xmlns:a16="http://schemas.microsoft.com/office/drawing/2014/main" id="{86924FFD-8F0E-9E5A-0E78-F833AD541492}"/>
              </a:ext>
            </a:extLst>
          </p:cNvPr>
          <p:cNvGrpSpPr>
            <a:grpSpLocks/>
          </p:cNvGrpSpPr>
          <p:nvPr/>
        </p:nvGrpSpPr>
        <p:grpSpPr bwMode="auto">
          <a:xfrm>
            <a:off x="5443539" y="3225801"/>
            <a:ext cx="714375" cy="684213"/>
            <a:chOff x="3924463" y="3239045"/>
            <a:chExt cx="713539" cy="684908"/>
          </a:xfrm>
        </p:grpSpPr>
        <p:cxnSp>
          <p:nvCxnSpPr>
            <p:cNvPr id="216107" name="Straight Arrow Connector 193">
              <a:extLst>
                <a:ext uri="{FF2B5EF4-FFF2-40B4-BE49-F238E27FC236}">
                  <a16:creationId xmlns:a16="http://schemas.microsoft.com/office/drawing/2014/main" id="{EFB9300E-D126-746F-30F6-27B23A28CA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924463" y="3239045"/>
              <a:ext cx="713539" cy="684908"/>
            </a:xfrm>
            <a:prstGeom prst="straightConnector1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16108" name="Group 194">
              <a:extLst>
                <a:ext uri="{FF2B5EF4-FFF2-40B4-BE49-F238E27FC236}">
                  <a16:creationId xmlns:a16="http://schemas.microsoft.com/office/drawing/2014/main" id="{0F8B87E4-D9A6-E510-1C51-39BC07DEE5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61324" y="3293627"/>
              <a:ext cx="322117" cy="358925"/>
              <a:chOff x="7408615" y="3244352"/>
              <a:chExt cx="322117" cy="358925"/>
            </a:xfrm>
          </p:grpSpPr>
          <p:sp>
            <p:nvSpPr>
              <p:cNvPr id="216109" name="Oval 195">
                <a:extLst>
                  <a:ext uri="{FF2B5EF4-FFF2-40B4-BE49-F238E27FC236}">
                    <a16:creationId xmlns:a16="http://schemas.microsoft.com/office/drawing/2014/main" id="{84FA2A2F-834A-446F-1958-9287A2EC5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27025" y="3299570"/>
                <a:ext cx="303707" cy="303707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16110" name="TextBox 196">
                <a:extLst>
                  <a:ext uri="{FF2B5EF4-FFF2-40B4-BE49-F238E27FC236}">
                    <a16:creationId xmlns:a16="http://schemas.microsoft.com/office/drawing/2014/main" id="{034EA5C7-0B19-6069-0568-A743615C54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8615" y="3244352"/>
                <a:ext cx="298431" cy="3388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600"/>
                  <a:t>2</a:t>
                </a:r>
              </a:p>
            </p:txBody>
          </p:sp>
        </p:grpSp>
      </p:grpSp>
      <p:sp>
        <p:nvSpPr>
          <p:cNvPr id="201" name="TextBox 200">
            <a:extLst>
              <a:ext uri="{FF2B5EF4-FFF2-40B4-BE49-F238E27FC236}">
                <a16:creationId xmlns:a16="http://schemas.microsoft.com/office/drawing/2014/main" id="{F139D69C-6D93-2DD2-5694-2EED1E547D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5975" y="2981325"/>
            <a:ext cx="3849688" cy="5027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ts val="1600"/>
              </a:lnSpc>
            </a:pPr>
            <a:r>
              <a:rPr lang="en-US" altLang="en-US" sz="1600">
                <a:latin typeface="Arial Narrow" panose="020B0604020202020204" pitchFamily="34" charset="0"/>
              </a:rPr>
              <a:t>2. resolve http://netcinema.com/6Y7B23V</a:t>
            </a:r>
          </a:p>
          <a:p>
            <a:pPr>
              <a:lnSpc>
                <a:spcPts val="1600"/>
              </a:lnSpc>
            </a:pPr>
            <a:r>
              <a:rPr lang="en-US" altLang="en-US" sz="1600">
                <a:latin typeface="Arial Narrow" panose="020B0604020202020204" pitchFamily="34" charset="0"/>
              </a:rPr>
              <a:t>via Bob’s local DNS</a:t>
            </a:r>
          </a:p>
        </p:txBody>
      </p:sp>
      <p:sp>
        <p:nvSpPr>
          <p:cNvPr id="216083" name="TextBox 201">
            <a:extLst>
              <a:ext uri="{FF2B5EF4-FFF2-40B4-BE49-F238E27FC236}">
                <a16:creationId xmlns:a16="http://schemas.microsoft.com/office/drawing/2014/main" id="{E5934057-BC6E-6A91-67FB-3B44359D06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6454" y="5927726"/>
            <a:ext cx="1734769" cy="5032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ts val="1600"/>
              </a:lnSpc>
            </a:pPr>
            <a:r>
              <a:rPr lang="en-US" altLang="en-US" sz="1800">
                <a:latin typeface="Arial Narrow" panose="020B0604020202020204" pitchFamily="34" charset="0"/>
              </a:rPr>
              <a:t>netcinema’s</a:t>
            </a:r>
          </a:p>
          <a:p>
            <a:pPr algn="ctr">
              <a:lnSpc>
                <a:spcPts val="1600"/>
              </a:lnSpc>
            </a:pPr>
            <a:r>
              <a:rPr lang="en-US" altLang="en-US" sz="1800">
                <a:latin typeface="Arial Narrow" panose="020B0604020202020204" pitchFamily="34" charset="0"/>
              </a:rPr>
              <a:t>authoratative DNS</a:t>
            </a:r>
            <a:endParaRPr lang="en-US" altLang="en-US" sz="1800" i="1">
              <a:latin typeface="Arial Narrow" panose="020B0604020202020204" pitchFamily="34" charset="0"/>
            </a:endParaRPr>
          </a:p>
        </p:txBody>
      </p:sp>
      <p:cxnSp>
        <p:nvCxnSpPr>
          <p:cNvPr id="204" name="Straight Arrow Connector 203">
            <a:extLst>
              <a:ext uri="{FF2B5EF4-FFF2-40B4-BE49-F238E27FC236}">
                <a16:creationId xmlns:a16="http://schemas.microsoft.com/office/drawing/2014/main" id="{5241F605-F680-0E92-518F-623C88C99CF7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3136900" y="4159251"/>
            <a:ext cx="3100388" cy="1376363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09" name="Straight Arrow Connector 208">
            <a:extLst>
              <a:ext uri="{FF2B5EF4-FFF2-40B4-BE49-F238E27FC236}">
                <a16:creationId xmlns:a16="http://schemas.microsoft.com/office/drawing/2014/main" id="{D73FCBA8-093D-1B77-F84C-7D3AD4A0133C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3117850" y="4268788"/>
            <a:ext cx="3100388" cy="1376362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6E83A8DA-3437-3606-F7ED-80ABCBB7DC3F}"/>
              </a:ext>
            </a:extLst>
          </p:cNvPr>
          <p:cNvGrpSpPr>
            <a:grpSpLocks/>
          </p:cNvGrpSpPr>
          <p:nvPr/>
        </p:nvGrpSpPr>
        <p:grpSpPr bwMode="auto">
          <a:xfrm>
            <a:off x="3362325" y="5218114"/>
            <a:ext cx="317500" cy="344487"/>
            <a:chOff x="7454630" y="3313376"/>
            <a:chExt cx="317511" cy="345125"/>
          </a:xfrm>
        </p:grpSpPr>
        <p:sp>
          <p:nvSpPr>
            <p:cNvPr id="216105" name="Oval 205">
              <a:extLst>
                <a:ext uri="{FF2B5EF4-FFF2-40B4-BE49-F238E27FC236}">
                  <a16:creationId xmlns:a16="http://schemas.microsoft.com/office/drawing/2014/main" id="{2EA7C464-C5D7-AAED-C1C5-9311001E4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68434" y="3354794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16106" name="TextBox 206">
              <a:extLst>
                <a:ext uri="{FF2B5EF4-FFF2-40B4-BE49-F238E27FC236}">
                  <a16:creationId xmlns:a16="http://schemas.microsoft.com/office/drawing/2014/main" id="{9A8C4110-59F3-F711-CA4A-7AC5AC234F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54630" y="3313376"/>
              <a:ext cx="298790" cy="3395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3</a:t>
              </a:r>
            </a:p>
          </p:txBody>
        </p:sp>
      </p:grpSp>
      <p:sp>
        <p:nvSpPr>
          <p:cNvPr id="210" name="TextBox 209">
            <a:extLst>
              <a:ext uri="{FF2B5EF4-FFF2-40B4-BE49-F238E27FC236}">
                <a16:creationId xmlns:a16="http://schemas.microsoft.com/office/drawing/2014/main" id="{CAE878B1-2E7A-2146-B926-EFE859887D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32163" y="4592639"/>
            <a:ext cx="3200400" cy="50289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ts val="1600"/>
              </a:lnSpc>
            </a:pPr>
            <a:r>
              <a:rPr lang="en-US" altLang="en-US" sz="1600">
                <a:latin typeface="Arial Narrow" panose="020B0604020202020204" pitchFamily="34" charset="0"/>
              </a:rPr>
              <a:t>3. netcinema’s DNS returns URL </a:t>
            </a:r>
          </a:p>
          <a:p>
            <a:pPr>
              <a:lnSpc>
                <a:spcPts val="1600"/>
              </a:lnSpc>
            </a:pPr>
            <a:r>
              <a:rPr lang="en-US" altLang="en-US" sz="1600">
                <a:latin typeface="Arial Narrow" panose="020B0604020202020204" pitchFamily="34" charset="0"/>
              </a:rPr>
              <a:t>http://KingCDN.com/NetC6y&amp;B</a:t>
            </a:r>
            <a:r>
              <a:rPr lang="en-US" altLang="en-US" sz="1800">
                <a:latin typeface="Arial Narrow" panose="020B0604020202020204" pitchFamily="34" charset="0"/>
              </a:rPr>
              <a:t>23V</a:t>
            </a:r>
          </a:p>
        </p:txBody>
      </p:sp>
      <p:cxnSp>
        <p:nvCxnSpPr>
          <p:cNvPr id="212" name="Straight Arrow Connector 211">
            <a:extLst>
              <a:ext uri="{FF2B5EF4-FFF2-40B4-BE49-F238E27FC236}">
                <a16:creationId xmlns:a16="http://schemas.microsoft.com/office/drawing/2014/main" id="{9C018F27-FB12-102F-6FC2-391DFB0DD69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556376" y="4475164"/>
            <a:ext cx="447675" cy="962025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17" name="Straight Arrow Connector 216">
            <a:extLst>
              <a:ext uri="{FF2B5EF4-FFF2-40B4-BE49-F238E27FC236}">
                <a16:creationId xmlns:a16="http://schemas.microsoft.com/office/drawing/2014/main" id="{27FB4027-8010-7B9F-E3A5-1BFB2416B390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651626" y="4486275"/>
            <a:ext cx="447675" cy="960438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3B45E404-8B4F-6AA7-D001-B9084175E72A}"/>
              </a:ext>
            </a:extLst>
          </p:cNvPr>
          <p:cNvGrpSpPr>
            <a:grpSpLocks/>
          </p:cNvGrpSpPr>
          <p:nvPr/>
        </p:nvGrpSpPr>
        <p:grpSpPr bwMode="auto">
          <a:xfrm>
            <a:off x="6640513" y="4727576"/>
            <a:ext cx="317500" cy="346075"/>
            <a:chOff x="7454630" y="3313376"/>
            <a:chExt cx="317511" cy="345125"/>
          </a:xfrm>
        </p:grpSpPr>
        <p:sp>
          <p:nvSpPr>
            <p:cNvPr id="216103" name="Oval 213">
              <a:extLst>
                <a:ext uri="{FF2B5EF4-FFF2-40B4-BE49-F238E27FC236}">
                  <a16:creationId xmlns:a16="http://schemas.microsoft.com/office/drawing/2014/main" id="{7CDA50FF-DD9A-05FF-4BF2-D5D5799824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68434" y="3354794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16104" name="TextBox 214">
              <a:extLst>
                <a:ext uri="{FF2B5EF4-FFF2-40B4-BE49-F238E27FC236}">
                  <a16:creationId xmlns:a16="http://schemas.microsoft.com/office/drawing/2014/main" id="{F0AAF2C6-CEEE-6261-5972-771145CB8D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54630" y="3313376"/>
              <a:ext cx="298790" cy="3380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4</a:t>
              </a:r>
            </a:p>
          </p:txBody>
        </p:sp>
      </p:grpSp>
      <p:sp>
        <p:nvSpPr>
          <p:cNvPr id="219" name="TextBox 218">
            <a:extLst>
              <a:ext uri="{FF2B5EF4-FFF2-40B4-BE49-F238E27FC236}">
                <a16:creationId xmlns:a16="http://schemas.microsoft.com/office/drawing/2014/main" id="{C90D9470-09EC-FE23-8DA9-53A98E741E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72338" y="4554539"/>
            <a:ext cx="3592512" cy="11182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ts val="1600"/>
              </a:lnSpc>
            </a:pPr>
            <a:r>
              <a:rPr lang="en-US" altLang="en-US" sz="1600">
                <a:latin typeface="Arial Narrow" panose="020B0604020202020204" pitchFamily="34" charset="0"/>
              </a:rPr>
              <a:t>4&amp;5. Resolve </a:t>
            </a:r>
          </a:p>
          <a:p>
            <a:pPr>
              <a:lnSpc>
                <a:spcPts val="1600"/>
              </a:lnSpc>
            </a:pPr>
            <a:r>
              <a:rPr lang="en-US" altLang="en-US" sz="1600">
                <a:latin typeface="Arial Narrow" panose="020B0604020202020204" pitchFamily="34" charset="0"/>
              </a:rPr>
              <a:t>http://KingCDN.com/NetC6y&amp;B23</a:t>
            </a:r>
          </a:p>
          <a:p>
            <a:pPr>
              <a:lnSpc>
                <a:spcPts val="1600"/>
              </a:lnSpc>
            </a:pPr>
            <a:r>
              <a:rPr lang="en-US" altLang="en-US" sz="1600">
                <a:latin typeface="Arial Narrow" panose="020B0604020202020204" pitchFamily="34" charset="0"/>
              </a:rPr>
              <a:t>via KingCDN’s authoritative DNS, </a:t>
            </a:r>
          </a:p>
          <a:p>
            <a:pPr>
              <a:lnSpc>
                <a:spcPts val="1600"/>
              </a:lnSpc>
            </a:pPr>
            <a:r>
              <a:rPr lang="en-US" altLang="en-US" sz="1600">
                <a:latin typeface="Arial Narrow" panose="020B0604020202020204" pitchFamily="34" charset="0"/>
              </a:rPr>
              <a:t>which returns IP address of KingCDN </a:t>
            </a:r>
          </a:p>
          <a:p>
            <a:pPr>
              <a:lnSpc>
                <a:spcPts val="1600"/>
              </a:lnSpc>
            </a:pPr>
            <a:r>
              <a:rPr lang="en-US" altLang="en-US" sz="1600">
                <a:latin typeface="Arial Narrow" panose="020B0604020202020204" pitchFamily="34" charset="0"/>
              </a:rPr>
              <a:t>server  with video</a:t>
            </a:r>
          </a:p>
        </p:txBody>
      </p:sp>
      <p:cxnSp>
        <p:nvCxnSpPr>
          <p:cNvPr id="220" name="Straight Arrow Connector 219">
            <a:extLst>
              <a:ext uri="{FF2B5EF4-FFF2-40B4-BE49-F238E27FC236}">
                <a16:creationId xmlns:a16="http://schemas.microsoft.com/office/drawing/2014/main" id="{242D6430-06F6-120B-F7AE-E31B295003F2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307013" y="3322639"/>
            <a:ext cx="812800" cy="822325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47CE4D47-91D9-8D9A-C478-B4973BB488DE}"/>
              </a:ext>
            </a:extLst>
          </p:cNvPr>
          <p:cNvGrpSpPr>
            <a:grpSpLocks/>
          </p:cNvGrpSpPr>
          <p:nvPr/>
        </p:nvGrpSpPr>
        <p:grpSpPr bwMode="auto">
          <a:xfrm>
            <a:off x="5678488" y="3667126"/>
            <a:ext cx="317500" cy="346075"/>
            <a:chOff x="7454630" y="3313376"/>
            <a:chExt cx="317511" cy="345125"/>
          </a:xfrm>
        </p:grpSpPr>
        <p:sp>
          <p:nvSpPr>
            <p:cNvPr id="216101" name="Oval 223">
              <a:extLst>
                <a:ext uri="{FF2B5EF4-FFF2-40B4-BE49-F238E27FC236}">
                  <a16:creationId xmlns:a16="http://schemas.microsoft.com/office/drawing/2014/main" id="{572E13A3-A866-3512-D48E-D2946DFE7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68434" y="3354794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16102" name="TextBox 224">
              <a:extLst>
                <a:ext uri="{FF2B5EF4-FFF2-40B4-BE49-F238E27FC236}">
                  <a16:creationId xmlns:a16="http://schemas.microsoft.com/office/drawing/2014/main" id="{EC86BA2A-39EE-A325-EFA4-E633901582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54630" y="3313376"/>
              <a:ext cx="298790" cy="3380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5</a:t>
              </a:r>
            </a:p>
          </p:txBody>
        </p:sp>
      </p:grpSp>
      <p:cxnSp>
        <p:nvCxnSpPr>
          <p:cNvPr id="226" name="Straight Arrow Connector 225">
            <a:extLst>
              <a:ext uri="{FF2B5EF4-FFF2-40B4-BE49-F238E27FC236}">
                <a16:creationId xmlns:a16="http://schemas.microsoft.com/office/drawing/2014/main" id="{3B3C6F35-60DF-824F-E1AD-5C6D55149955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835526" y="3201988"/>
            <a:ext cx="4763" cy="2362200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1457" name="Up Arrow 61456">
            <a:extLst>
              <a:ext uri="{FF2B5EF4-FFF2-40B4-BE49-F238E27FC236}">
                <a16:creationId xmlns:a16="http://schemas.microsoft.com/office/drawing/2014/main" id="{8635AA56-EC28-5194-2FB5-AF5AEB3E7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4100" y="3195638"/>
            <a:ext cx="298450" cy="2284412"/>
          </a:xfrm>
          <a:prstGeom prst="upArrow">
            <a:avLst>
              <a:gd name="adj1" fmla="val 50000"/>
              <a:gd name="adj2" fmla="val 50249"/>
            </a:avLst>
          </a:prstGeom>
          <a:gradFill rotWithShape="1">
            <a:gsLst>
              <a:gs pos="0">
                <a:srgbClr val="000090"/>
              </a:gs>
              <a:gs pos="64000">
                <a:srgbClr val="000090"/>
              </a:gs>
              <a:gs pos="100000">
                <a:srgbClr val="FFFFFF"/>
              </a:gs>
            </a:gsLst>
            <a:lin ang="5400000"/>
          </a:gra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FEBB7AEF-A032-D7E4-78A6-EB9FAB2B30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78250" y="3732213"/>
            <a:ext cx="2027238" cy="707886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ts val="1600"/>
              </a:lnSpc>
            </a:pPr>
            <a:r>
              <a:rPr lang="en-US" altLang="en-US" sz="1600">
                <a:latin typeface="Arial Narrow" panose="020B0604020202020204" pitchFamily="34" charset="0"/>
              </a:rPr>
              <a:t>6. request video from</a:t>
            </a:r>
          </a:p>
          <a:p>
            <a:pPr>
              <a:lnSpc>
                <a:spcPts val="1600"/>
              </a:lnSpc>
            </a:pPr>
            <a:r>
              <a:rPr lang="en-US" altLang="en-US" sz="1600">
                <a:latin typeface="Arial Narrow" panose="020B0604020202020204" pitchFamily="34" charset="0"/>
              </a:rPr>
              <a:t>KINGCDN server,</a:t>
            </a:r>
          </a:p>
          <a:p>
            <a:pPr>
              <a:lnSpc>
                <a:spcPts val="1600"/>
              </a:lnSpc>
            </a:pPr>
            <a:r>
              <a:rPr lang="en-US" altLang="en-US" sz="1600">
                <a:latin typeface="Arial Narrow" panose="020B0604020202020204" pitchFamily="34" charset="0"/>
              </a:rPr>
              <a:t>streamed via HTTP</a:t>
            </a:r>
          </a:p>
        </p:txBody>
      </p:sp>
      <p:sp>
        <p:nvSpPr>
          <p:cNvPr id="216097" name="TextBox 232">
            <a:extLst>
              <a:ext uri="{FF2B5EF4-FFF2-40B4-BE49-F238E27FC236}">
                <a16:creationId xmlns:a16="http://schemas.microsoft.com/office/drawing/2014/main" id="{7D0F5DBA-D41A-2A80-4A58-C1D837004F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5731" y="6153151"/>
            <a:ext cx="1670650" cy="5032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ts val="1600"/>
              </a:lnSpc>
            </a:pPr>
            <a:r>
              <a:rPr lang="en-US" altLang="en-US" sz="1800">
                <a:latin typeface="Arial Narrow" panose="020B0604020202020204" pitchFamily="34" charset="0"/>
              </a:rPr>
              <a:t>KingCDN</a:t>
            </a:r>
          </a:p>
          <a:p>
            <a:pPr algn="ctr">
              <a:lnSpc>
                <a:spcPts val="1600"/>
              </a:lnSpc>
            </a:pPr>
            <a:r>
              <a:rPr lang="en-US" altLang="en-US" sz="1800">
                <a:latin typeface="Arial Narrow" panose="020B0604020202020204" pitchFamily="34" charset="0"/>
              </a:rPr>
              <a:t>authoritative DNS</a:t>
            </a:r>
            <a:endParaRPr lang="en-US" altLang="en-US" sz="1800" i="1">
              <a:latin typeface="Arial Narrow" panose="020B0604020202020204" pitchFamily="34" charset="0"/>
            </a:endParaRPr>
          </a:p>
        </p:txBody>
      </p:sp>
      <p:sp>
        <p:nvSpPr>
          <p:cNvPr id="216098" name="TextBox 182">
            <a:extLst>
              <a:ext uri="{FF2B5EF4-FFF2-40B4-BE49-F238E27FC236}">
                <a16:creationId xmlns:a16="http://schemas.microsoft.com/office/drawing/2014/main" id="{4524A430-5693-56C4-9BF7-E642A9FCC2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7964" y="3713164"/>
            <a:ext cx="1026243" cy="7083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ts val="1600"/>
              </a:lnSpc>
            </a:pPr>
            <a:r>
              <a:rPr lang="en-US" altLang="en-US" sz="1800">
                <a:latin typeface="Arial Narrow" panose="020B0604020202020204" pitchFamily="34" charset="0"/>
              </a:rPr>
              <a:t>Bob’s </a:t>
            </a:r>
          </a:p>
          <a:p>
            <a:pPr>
              <a:lnSpc>
                <a:spcPts val="1600"/>
              </a:lnSpc>
            </a:pPr>
            <a:r>
              <a:rPr lang="en-US" altLang="en-US" sz="1800">
                <a:latin typeface="Arial Narrow" panose="020B0604020202020204" pitchFamily="34" charset="0"/>
              </a:rPr>
              <a:t>local DNS</a:t>
            </a:r>
          </a:p>
          <a:p>
            <a:pPr>
              <a:lnSpc>
                <a:spcPts val="1600"/>
              </a:lnSpc>
            </a:pPr>
            <a:r>
              <a:rPr lang="en-US" altLang="en-US" sz="1800">
                <a:latin typeface="Arial Narrow" panose="020B0604020202020204" pitchFamily="34" charset="0"/>
              </a:rPr>
              <a:t>server</a:t>
            </a:r>
            <a:endParaRPr lang="en-US" altLang="en-US" sz="1800" i="1">
              <a:latin typeface="Arial Narrow" panose="020B060402020202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1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1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614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61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5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3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4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5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5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6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6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2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7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7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1" dur="500"/>
                                        <p:tgtEl>
                                          <p:spTgt spid="61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4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443" grpId="0"/>
      <p:bldP spid="61443" grpId="1"/>
      <p:bldP spid="201" grpId="0"/>
      <p:bldP spid="201" grpId="1"/>
      <p:bldP spid="210" grpId="0" animBg="1"/>
      <p:bldP spid="210" grpId="1" animBg="1"/>
      <p:bldP spid="219" grpId="0"/>
      <p:bldP spid="219" grpId="1"/>
      <p:bldP spid="61457" grpId="0" animBg="1"/>
      <p:bldP spid="231" grpId="0" animBg="1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114" name="Rectangle 2">
            <a:extLst>
              <a:ext uri="{FF2B5EF4-FFF2-40B4-BE49-F238E27FC236}">
                <a16:creationId xmlns:a16="http://schemas.microsoft.com/office/drawing/2014/main" id="{5447C30D-8374-8EC9-7BE3-423A06CD629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Case study: Netflix</a:t>
            </a:r>
          </a:p>
        </p:txBody>
      </p:sp>
      <p:grpSp>
        <p:nvGrpSpPr>
          <p:cNvPr id="218115" name="Group 249">
            <a:extLst>
              <a:ext uri="{FF2B5EF4-FFF2-40B4-BE49-F238E27FC236}">
                <a16:creationId xmlns:a16="http://schemas.microsoft.com/office/drawing/2014/main" id="{35C7C784-BC1F-B16A-C48A-C70AB86828DB}"/>
              </a:ext>
            </a:extLst>
          </p:cNvPr>
          <p:cNvGrpSpPr>
            <a:grpSpLocks/>
          </p:cNvGrpSpPr>
          <p:nvPr/>
        </p:nvGrpSpPr>
        <p:grpSpPr bwMode="auto">
          <a:xfrm>
            <a:off x="2230438" y="3257551"/>
            <a:ext cx="463550" cy="638175"/>
            <a:chOff x="4140" y="429"/>
            <a:chExt cx="1425" cy="2396"/>
          </a:xfrm>
        </p:grpSpPr>
        <p:sp>
          <p:nvSpPr>
            <p:cNvPr id="218356" name="Freeform 250">
              <a:extLst>
                <a:ext uri="{FF2B5EF4-FFF2-40B4-BE49-F238E27FC236}">
                  <a16:creationId xmlns:a16="http://schemas.microsoft.com/office/drawing/2014/main" id="{5020DB1E-2CCB-07AF-1CDC-256AB8A8D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" name="Rectangle 251">
              <a:extLst>
                <a:ext uri="{FF2B5EF4-FFF2-40B4-BE49-F238E27FC236}">
                  <a16:creationId xmlns:a16="http://schemas.microsoft.com/office/drawing/2014/main" id="{BD10B2C1-4D55-49BF-B11A-6300AB4EDA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49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8358" name="Freeform 252">
              <a:extLst>
                <a:ext uri="{FF2B5EF4-FFF2-40B4-BE49-F238E27FC236}">
                  <a16:creationId xmlns:a16="http://schemas.microsoft.com/office/drawing/2014/main" id="{2227CC85-4841-C09B-2820-A62BFC0B0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59" name="Freeform 253">
              <a:extLst>
                <a:ext uri="{FF2B5EF4-FFF2-40B4-BE49-F238E27FC236}">
                  <a16:creationId xmlns:a16="http://schemas.microsoft.com/office/drawing/2014/main" id="{7D28BBB8-D27C-B9EF-623D-788F6E41B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" name="Rectangle 254">
              <a:extLst>
                <a:ext uri="{FF2B5EF4-FFF2-40B4-BE49-F238E27FC236}">
                  <a16:creationId xmlns:a16="http://schemas.microsoft.com/office/drawing/2014/main" id="{DEBB403E-2DF2-853E-7D0B-D826A5E89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8361" name="Group 255">
              <a:extLst>
                <a:ext uri="{FF2B5EF4-FFF2-40B4-BE49-F238E27FC236}">
                  <a16:creationId xmlns:a16="http://schemas.microsoft.com/office/drawing/2014/main" id="{6730B3AA-99BF-E3C0-83EF-D43E5BA9B8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9" name="AutoShape 256">
                <a:extLst>
                  <a:ext uri="{FF2B5EF4-FFF2-40B4-BE49-F238E27FC236}">
                    <a16:creationId xmlns:a16="http://schemas.microsoft.com/office/drawing/2014/main" id="{0F965302-74C1-8576-602E-B27794D75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5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0" name="AutoShape 257">
                <a:extLst>
                  <a:ext uri="{FF2B5EF4-FFF2-40B4-BE49-F238E27FC236}">
                    <a16:creationId xmlns:a16="http://schemas.microsoft.com/office/drawing/2014/main" id="{BB9648C2-B17A-9869-99B5-C8682DBE19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8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5" name="Rectangle 258">
              <a:extLst>
                <a:ext uri="{FF2B5EF4-FFF2-40B4-BE49-F238E27FC236}">
                  <a16:creationId xmlns:a16="http://schemas.microsoft.com/office/drawing/2014/main" id="{23970574-F407-A4C3-7B51-3A26E1510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8363" name="Group 259">
              <a:extLst>
                <a:ext uri="{FF2B5EF4-FFF2-40B4-BE49-F238E27FC236}">
                  <a16:creationId xmlns:a16="http://schemas.microsoft.com/office/drawing/2014/main" id="{587FB78E-2A80-7E99-7EE5-2EE650910B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7" name="AutoShape 260">
                <a:extLst>
                  <a:ext uri="{FF2B5EF4-FFF2-40B4-BE49-F238E27FC236}">
                    <a16:creationId xmlns:a16="http://schemas.microsoft.com/office/drawing/2014/main" id="{DB6FE866-68AA-3136-BDEF-AA2C3D3C7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5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8" name="AutoShape 261">
                <a:extLst>
                  <a:ext uri="{FF2B5EF4-FFF2-40B4-BE49-F238E27FC236}">
                    <a16:creationId xmlns:a16="http://schemas.microsoft.com/office/drawing/2014/main" id="{637623FB-9236-4FC5-9EED-8093CB402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88"/>
                <a:ext cx="694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7" name="Rectangle 262">
              <a:extLst>
                <a:ext uri="{FF2B5EF4-FFF2-40B4-BE49-F238E27FC236}">
                  <a16:creationId xmlns:a16="http://schemas.microsoft.com/office/drawing/2014/main" id="{63484D59-F56B-67BB-F534-55626A53F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8" name="Rectangle 263">
              <a:extLst>
                <a:ext uri="{FF2B5EF4-FFF2-40B4-BE49-F238E27FC236}">
                  <a16:creationId xmlns:a16="http://schemas.microsoft.com/office/drawing/2014/main" id="{050D71A8-7EE4-3B5F-436D-B66FFB152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7"/>
              <a:ext cx="595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8366" name="Group 264">
              <a:extLst>
                <a:ext uri="{FF2B5EF4-FFF2-40B4-BE49-F238E27FC236}">
                  <a16:creationId xmlns:a16="http://schemas.microsoft.com/office/drawing/2014/main" id="{59F92DC0-0384-81E8-1068-4A12BB23D0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5" name="AutoShape 265">
                <a:extLst>
                  <a:ext uri="{FF2B5EF4-FFF2-40B4-BE49-F238E27FC236}">
                    <a16:creationId xmlns:a16="http://schemas.microsoft.com/office/drawing/2014/main" id="{908EC707-3F74-0778-D254-4632509C8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17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6" name="AutoShape 266">
                <a:extLst>
                  <a:ext uri="{FF2B5EF4-FFF2-40B4-BE49-F238E27FC236}">
                    <a16:creationId xmlns:a16="http://schemas.microsoft.com/office/drawing/2014/main" id="{3E6BDC89-0BC2-7B86-8F00-7A4E0E156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87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18367" name="Freeform 267">
              <a:extLst>
                <a:ext uri="{FF2B5EF4-FFF2-40B4-BE49-F238E27FC236}">
                  <a16:creationId xmlns:a16="http://schemas.microsoft.com/office/drawing/2014/main" id="{732FBD89-E64B-4935-8A9B-CE70C0049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8368" name="Group 268">
              <a:extLst>
                <a:ext uri="{FF2B5EF4-FFF2-40B4-BE49-F238E27FC236}">
                  <a16:creationId xmlns:a16="http://schemas.microsoft.com/office/drawing/2014/main" id="{3E86774A-224A-C658-771E-7B50E0607D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3" name="AutoShape 269">
                <a:extLst>
                  <a:ext uri="{FF2B5EF4-FFF2-40B4-BE49-F238E27FC236}">
                    <a16:creationId xmlns:a16="http://schemas.microsoft.com/office/drawing/2014/main" id="{4C28315F-2092-6ED7-E739-DD7D28B2A0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" name="AutoShape 270">
                <a:extLst>
                  <a:ext uri="{FF2B5EF4-FFF2-40B4-BE49-F238E27FC236}">
                    <a16:creationId xmlns:a16="http://schemas.microsoft.com/office/drawing/2014/main" id="{CE41ADDC-3F77-2CF7-EDF4-8DBBF37882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0" y="2588"/>
                <a:ext cx="681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" name="Rectangle 271">
              <a:extLst>
                <a:ext uri="{FF2B5EF4-FFF2-40B4-BE49-F238E27FC236}">
                  <a16:creationId xmlns:a16="http://schemas.microsoft.com/office/drawing/2014/main" id="{8DEE6D7B-F953-7FC0-C61C-76863B136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8370" name="Freeform 272">
              <a:extLst>
                <a:ext uri="{FF2B5EF4-FFF2-40B4-BE49-F238E27FC236}">
                  <a16:creationId xmlns:a16="http://schemas.microsoft.com/office/drawing/2014/main" id="{197AC90B-DCB7-9D0A-2BC7-81587C004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71" name="Freeform 273">
              <a:extLst>
                <a:ext uri="{FF2B5EF4-FFF2-40B4-BE49-F238E27FC236}">
                  <a16:creationId xmlns:a16="http://schemas.microsoft.com/office/drawing/2014/main" id="{68747799-C737-327A-20EA-C79EDA4DB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Oval 274">
              <a:extLst>
                <a:ext uri="{FF2B5EF4-FFF2-40B4-BE49-F238E27FC236}">
                  <a16:creationId xmlns:a16="http://schemas.microsoft.com/office/drawing/2014/main" id="{DFA237D3-B3C8-5122-66AF-ABE36A131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8373" name="Freeform 275">
              <a:extLst>
                <a:ext uri="{FF2B5EF4-FFF2-40B4-BE49-F238E27FC236}">
                  <a16:creationId xmlns:a16="http://schemas.microsoft.com/office/drawing/2014/main" id="{7C34B263-7A69-AB90-95C8-46E819150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AutoShape 276">
              <a:extLst>
                <a:ext uri="{FF2B5EF4-FFF2-40B4-BE49-F238E27FC236}">
                  <a16:creationId xmlns:a16="http://schemas.microsoft.com/office/drawing/2014/main" id="{26721CC9-42A2-8408-7155-7DF8DB2B83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1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8" name="AutoShape 277">
              <a:extLst>
                <a:ext uri="{FF2B5EF4-FFF2-40B4-BE49-F238E27FC236}">
                  <a16:creationId xmlns:a16="http://schemas.microsoft.com/office/drawing/2014/main" id="{A7883B57-FC0D-1DEC-1A52-E8627B324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12"/>
              <a:ext cx="1074" cy="7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9" name="Oval 278">
              <a:extLst>
                <a:ext uri="{FF2B5EF4-FFF2-40B4-BE49-F238E27FC236}">
                  <a16:creationId xmlns:a16="http://schemas.microsoft.com/office/drawing/2014/main" id="{E60638A2-BF94-BC1E-A85D-F18B45646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30" name="Oval 279">
              <a:extLst>
                <a:ext uri="{FF2B5EF4-FFF2-40B4-BE49-F238E27FC236}">
                  <a16:creationId xmlns:a16="http://schemas.microsoft.com/office/drawing/2014/main" id="{071A79B2-79CE-BA71-B7D2-C651DF950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buFont typeface="ZapfDingbats" charset="0"/>
                <a:buNone/>
                <a:defRPr/>
              </a:pPr>
              <a:endParaRPr lang="en-US" dirty="0">
                <a:solidFill>
                  <a:srgbClr val="FF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" name="Oval 280">
              <a:extLst>
                <a:ext uri="{FF2B5EF4-FFF2-40B4-BE49-F238E27FC236}">
                  <a16:creationId xmlns:a16="http://schemas.microsoft.com/office/drawing/2014/main" id="{536C775B-71BD-7AE0-54A4-26FF5A32F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78"/>
              <a:ext cx="156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32" name="Rectangle 281">
              <a:extLst>
                <a:ext uri="{FF2B5EF4-FFF2-40B4-BE49-F238E27FC236}">
                  <a16:creationId xmlns:a16="http://schemas.microsoft.com/office/drawing/2014/main" id="{DCE17B61-F38F-03E9-8B5B-E79191774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6"/>
              <a:ext cx="83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8116" name="Group 542">
            <a:extLst>
              <a:ext uri="{FF2B5EF4-FFF2-40B4-BE49-F238E27FC236}">
                <a16:creationId xmlns:a16="http://schemas.microsoft.com/office/drawing/2014/main" id="{A5F906E8-CEED-EA2B-DD42-00159E99D4B8}"/>
              </a:ext>
            </a:extLst>
          </p:cNvPr>
          <p:cNvGrpSpPr>
            <a:grpSpLocks/>
          </p:cNvGrpSpPr>
          <p:nvPr/>
        </p:nvGrpSpPr>
        <p:grpSpPr bwMode="auto">
          <a:xfrm>
            <a:off x="4262438" y="5097464"/>
            <a:ext cx="963612" cy="835025"/>
            <a:chOff x="-44" y="1473"/>
            <a:chExt cx="981" cy="1105"/>
          </a:xfrm>
        </p:grpSpPr>
        <p:pic>
          <p:nvPicPr>
            <p:cNvPr id="218354" name="Picture 529" descr="desktop_computer_stylized_medium">
              <a:extLst>
                <a:ext uri="{FF2B5EF4-FFF2-40B4-BE49-F238E27FC236}">
                  <a16:creationId xmlns:a16="http://schemas.microsoft.com/office/drawing/2014/main" id="{B8408592-34B9-F9BC-14B6-CE328D5F5D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8355" name="Freeform 530">
              <a:extLst>
                <a:ext uri="{FF2B5EF4-FFF2-40B4-BE49-F238E27FC236}">
                  <a16:creationId xmlns:a16="http://schemas.microsoft.com/office/drawing/2014/main" id="{829F8E67-9FF8-82BE-E0A9-3F2347F7603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218117" name="Picture 7" descr="Bob">
            <a:extLst>
              <a:ext uri="{FF2B5EF4-FFF2-40B4-BE49-F238E27FC236}">
                <a16:creationId xmlns:a16="http://schemas.microsoft.com/office/drawing/2014/main" id="{067A545E-DDD8-0012-9F62-AAF114879A2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25988" y="5902326"/>
            <a:ext cx="533400" cy="544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18118" name="Straight Arrow Connector 484">
            <a:extLst>
              <a:ext uri="{FF2B5EF4-FFF2-40B4-BE49-F238E27FC236}">
                <a16:creationId xmlns:a16="http://schemas.microsoft.com/office/drawing/2014/main" id="{F2623D2E-DE86-B750-1C27-191E9997A5A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608264" y="3910014"/>
            <a:ext cx="1804987" cy="1489075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18119" name="Group 61440">
            <a:extLst>
              <a:ext uri="{FF2B5EF4-FFF2-40B4-BE49-F238E27FC236}">
                <a16:creationId xmlns:a16="http://schemas.microsoft.com/office/drawing/2014/main" id="{5C479C80-4D9A-0B59-324B-7DC50CD59B5A}"/>
              </a:ext>
            </a:extLst>
          </p:cNvPr>
          <p:cNvGrpSpPr>
            <a:grpSpLocks/>
          </p:cNvGrpSpPr>
          <p:nvPr/>
        </p:nvGrpSpPr>
        <p:grpSpPr bwMode="auto">
          <a:xfrm>
            <a:off x="2995613" y="4152900"/>
            <a:ext cx="317500" cy="368300"/>
            <a:chOff x="1614533" y="4280420"/>
            <a:chExt cx="317511" cy="369332"/>
          </a:xfrm>
        </p:grpSpPr>
        <p:sp>
          <p:nvSpPr>
            <p:cNvPr id="218352" name="Oval 486">
              <a:extLst>
                <a:ext uri="{FF2B5EF4-FFF2-40B4-BE49-F238E27FC236}">
                  <a16:creationId xmlns:a16="http://schemas.microsoft.com/office/drawing/2014/main" id="{6230FC3A-064C-7079-2FC7-536127BF5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8337" y="4321838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18353" name="TextBox 487">
              <a:extLst>
                <a:ext uri="{FF2B5EF4-FFF2-40B4-BE49-F238E27FC236}">
                  <a16:creationId xmlns:a16="http://schemas.microsoft.com/office/drawing/2014/main" id="{92D29835-CA8B-DE27-06B1-EE098498C6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4533" y="4280420"/>
              <a:ext cx="31304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/>
                <a:t>1</a:t>
              </a:r>
            </a:p>
          </p:txBody>
        </p:sp>
      </p:grpSp>
      <p:sp>
        <p:nvSpPr>
          <p:cNvPr id="218120" name="TextBox 488">
            <a:extLst>
              <a:ext uri="{FF2B5EF4-FFF2-40B4-BE49-F238E27FC236}">
                <a16:creationId xmlns:a16="http://schemas.microsoft.com/office/drawing/2014/main" id="{BE73BB4F-6134-300C-53DF-15662F2AC1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30414" y="4630738"/>
            <a:ext cx="2033587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>
                <a:latin typeface="Arial Narrow" panose="020B0604020202020204" pitchFamily="34" charset="0"/>
              </a:rPr>
              <a:t>1. Bob manages      Netflix account</a:t>
            </a:r>
          </a:p>
        </p:txBody>
      </p:sp>
      <p:sp>
        <p:nvSpPr>
          <p:cNvPr id="218121" name="TextBox 490">
            <a:extLst>
              <a:ext uri="{FF2B5EF4-FFF2-40B4-BE49-F238E27FC236}">
                <a16:creationId xmlns:a16="http://schemas.microsoft.com/office/drawing/2014/main" id="{FD9A94F1-E7B4-3237-4E3D-4474326856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2705101"/>
            <a:ext cx="2033588" cy="5028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ts val="1600"/>
              </a:lnSpc>
            </a:pPr>
            <a:r>
              <a:rPr lang="en-US" altLang="en-US" sz="1800">
                <a:latin typeface="Arial Narrow" panose="020B0604020202020204" pitchFamily="34" charset="0"/>
              </a:rPr>
              <a:t>Netflix registration,</a:t>
            </a:r>
          </a:p>
          <a:p>
            <a:pPr algn="ctr">
              <a:lnSpc>
                <a:spcPts val="1600"/>
              </a:lnSpc>
            </a:pPr>
            <a:r>
              <a:rPr lang="en-US" altLang="en-US" sz="1800">
                <a:latin typeface="Arial Narrow" panose="020B0604020202020204" pitchFamily="34" charset="0"/>
              </a:rPr>
              <a:t>accounting servers</a:t>
            </a:r>
          </a:p>
        </p:txBody>
      </p:sp>
      <p:sp>
        <p:nvSpPr>
          <p:cNvPr id="218122" name="Freeform 1287">
            <a:extLst>
              <a:ext uri="{FF2B5EF4-FFF2-40B4-BE49-F238E27FC236}">
                <a16:creationId xmlns:a16="http://schemas.microsoft.com/office/drawing/2014/main" id="{692B55CC-8B44-9575-A676-5F8B348442F3}"/>
              </a:ext>
            </a:extLst>
          </p:cNvPr>
          <p:cNvSpPr>
            <a:spLocks/>
          </p:cNvSpPr>
          <p:nvPr/>
        </p:nvSpPr>
        <p:spPr bwMode="auto">
          <a:xfrm>
            <a:off x="3789364" y="1574801"/>
            <a:ext cx="3133725" cy="1508125"/>
          </a:xfrm>
          <a:custGeom>
            <a:avLst/>
            <a:gdLst>
              <a:gd name="T0" fmla="*/ 2147483647 w 10000"/>
              <a:gd name="T1" fmla="*/ 431447115 h 10000"/>
              <a:gd name="T2" fmla="*/ 2147483647 w 10000"/>
              <a:gd name="T3" fmla="*/ 2147483647 h 10000"/>
              <a:gd name="T4" fmla="*/ 2147483647 w 10000"/>
              <a:gd name="T5" fmla="*/ 2147483647 h 10000"/>
              <a:gd name="T6" fmla="*/ 2147483647 w 10000"/>
              <a:gd name="T7" fmla="*/ 2147483647 h 10000"/>
              <a:gd name="T8" fmla="*/ 2147483647 w 10000"/>
              <a:gd name="T9" fmla="*/ 2147483647 h 10000"/>
              <a:gd name="T10" fmla="*/ 2147483647 w 10000"/>
              <a:gd name="T11" fmla="*/ 2147483647 h 10000"/>
              <a:gd name="T12" fmla="*/ 2147483647 w 10000"/>
              <a:gd name="T13" fmla="*/ 2147483647 h 10000"/>
              <a:gd name="T14" fmla="*/ 2147483647 w 10000"/>
              <a:gd name="T15" fmla="*/ 2147483647 h 10000"/>
              <a:gd name="T16" fmla="*/ 2147483647 w 10000"/>
              <a:gd name="T17" fmla="*/ 2147483647 h 10000"/>
              <a:gd name="T18" fmla="*/ 2147483647 w 10000"/>
              <a:gd name="T19" fmla="*/ 2147483647 h 10000"/>
              <a:gd name="T20" fmla="*/ 2147483647 w 10000"/>
              <a:gd name="T21" fmla="*/ 2147483647 h 10000"/>
              <a:gd name="T22" fmla="*/ 2147483647 w 10000"/>
              <a:gd name="T23" fmla="*/ 2147483647 h 10000"/>
              <a:gd name="T24" fmla="*/ 2147483647 w 10000"/>
              <a:gd name="T25" fmla="*/ 2147483647 h 10000"/>
              <a:gd name="T26" fmla="*/ 2147483647 w 10000"/>
              <a:gd name="T27" fmla="*/ 2147483647 h 10000"/>
              <a:gd name="T28" fmla="*/ 2147483647 w 10000"/>
              <a:gd name="T29" fmla="*/ 2147483647 h 10000"/>
              <a:gd name="T30" fmla="*/ 2147483647 w 10000"/>
              <a:gd name="T31" fmla="*/ 739636681 h 10000"/>
              <a:gd name="T32" fmla="*/ 2147483647 w 10000"/>
              <a:gd name="T33" fmla="*/ 17111488 h 10000"/>
              <a:gd name="T34" fmla="*/ 2147483647 w 10000"/>
              <a:gd name="T35" fmla="*/ 431447115 h 1000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000" h="10000">
                <a:moveTo>
                  <a:pt x="6270" y="126"/>
                </a:moveTo>
                <a:cubicBezTo>
                  <a:pt x="5642" y="245"/>
                  <a:pt x="4469" y="528"/>
                  <a:pt x="3738" y="756"/>
                </a:cubicBezTo>
                <a:cubicBezTo>
                  <a:pt x="3007" y="984"/>
                  <a:pt x="2405" y="1322"/>
                  <a:pt x="1887" y="1495"/>
                </a:cubicBezTo>
                <a:cubicBezTo>
                  <a:pt x="1369" y="1668"/>
                  <a:pt x="1195" y="1105"/>
                  <a:pt x="629" y="1793"/>
                </a:cubicBezTo>
                <a:cubicBezTo>
                  <a:pt x="63" y="2481"/>
                  <a:pt x="218" y="3574"/>
                  <a:pt x="128" y="4417"/>
                </a:cubicBezTo>
                <a:cubicBezTo>
                  <a:pt x="39" y="5260"/>
                  <a:pt x="-87" y="6368"/>
                  <a:pt x="89" y="6848"/>
                </a:cubicBezTo>
                <a:cubicBezTo>
                  <a:pt x="265" y="7328"/>
                  <a:pt x="491" y="7223"/>
                  <a:pt x="1207" y="7298"/>
                </a:cubicBezTo>
                <a:cubicBezTo>
                  <a:pt x="1924" y="7374"/>
                  <a:pt x="3641" y="7133"/>
                  <a:pt x="4406" y="7298"/>
                </a:cubicBezTo>
                <a:cubicBezTo>
                  <a:pt x="5171" y="7463"/>
                  <a:pt x="5298" y="7868"/>
                  <a:pt x="5779" y="8288"/>
                </a:cubicBezTo>
                <a:cubicBezTo>
                  <a:pt x="6260" y="8709"/>
                  <a:pt x="6848" y="9549"/>
                  <a:pt x="7290" y="9819"/>
                </a:cubicBezTo>
                <a:cubicBezTo>
                  <a:pt x="7731" y="10089"/>
                  <a:pt x="8124" y="10014"/>
                  <a:pt x="8448" y="9879"/>
                </a:cubicBezTo>
                <a:cubicBezTo>
                  <a:pt x="8771" y="9744"/>
                  <a:pt x="9056" y="9549"/>
                  <a:pt x="9252" y="9008"/>
                </a:cubicBezTo>
                <a:cubicBezTo>
                  <a:pt x="9448" y="8469"/>
                  <a:pt x="9537" y="7418"/>
                  <a:pt x="9644" y="6639"/>
                </a:cubicBezTo>
                <a:cubicBezTo>
                  <a:pt x="9752" y="5858"/>
                  <a:pt x="9851" y="5168"/>
                  <a:pt x="9899" y="4327"/>
                </a:cubicBezTo>
                <a:cubicBezTo>
                  <a:pt x="9949" y="3486"/>
                  <a:pt x="10076" y="2256"/>
                  <a:pt x="9939" y="1566"/>
                </a:cubicBezTo>
                <a:cubicBezTo>
                  <a:pt x="9802" y="876"/>
                  <a:pt x="9478" y="471"/>
                  <a:pt x="9075" y="216"/>
                </a:cubicBezTo>
                <a:cubicBezTo>
                  <a:pt x="8674" y="-39"/>
                  <a:pt x="7997" y="20"/>
                  <a:pt x="7525" y="5"/>
                </a:cubicBezTo>
                <a:cubicBezTo>
                  <a:pt x="7055" y="-9"/>
                  <a:pt x="6898" y="5"/>
                  <a:pt x="6270" y="126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18123" name="Group 249">
            <a:extLst>
              <a:ext uri="{FF2B5EF4-FFF2-40B4-BE49-F238E27FC236}">
                <a16:creationId xmlns:a16="http://schemas.microsoft.com/office/drawing/2014/main" id="{FC7C83BE-8945-50D7-4444-BD24C463AFA7}"/>
              </a:ext>
            </a:extLst>
          </p:cNvPr>
          <p:cNvGrpSpPr>
            <a:grpSpLocks/>
          </p:cNvGrpSpPr>
          <p:nvPr/>
        </p:nvGrpSpPr>
        <p:grpSpPr bwMode="auto">
          <a:xfrm>
            <a:off x="4035426" y="1939925"/>
            <a:ext cx="365125" cy="636588"/>
            <a:chOff x="4140" y="429"/>
            <a:chExt cx="1425" cy="2396"/>
          </a:xfrm>
        </p:grpSpPr>
        <p:sp>
          <p:nvSpPr>
            <p:cNvPr id="218320" name="Freeform 250">
              <a:extLst>
                <a:ext uri="{FF2B5EF4-FFF2-40B4-BE49-F238E27FC236}">
                  <a16:creationId xmlns:a16="http://schemas.microsoft.com/office/drawing/2014/main" id="{3591EB32-FFBF-2308-0A2F-8A4F7E5E1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Rectangle 251">
              <a:extLst>
                <a:ext uri="{FF2B5EF4-FFF2-40B4-BE49-F238E27FC236}">
                  <a16:creationId xmlns:a16="http://schemas.microsoft.com/office/drawing/2014/main" id="{78388C20-D862-ED5C-90E5-A41267BED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435"/>
              <a:ext cx="1053" cy="227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8322" name="Freeform 252">
              <a:extLst>
                <a:ext uri="{FF2B5EF4-FFF2-40B4-BE49-F238E27FC236}">
                  <a16:creationId xmlns:a16="http://schemas.microsoft.com/office/drawing/2014/main" id="{F34DFCDC-1073-47D6-4469-A22D727F1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23" name="Freeform 253">
              <a:extLst>
                <a:ext uri="{FF2B5EF4-FFF2-40B4-BE49-F238E27FC236}">
                  <a16:creationId xmlns:a16="http://schemas.microsoft.com/office/drawing/2014/main" id="{DAB1856F-7215-126B-CDA1-4F3FC4B51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" name="Rectangle 254">
              <a:extLst>
                <a:ext uri="{FF2B5EF4-FFF2-40B4-BE49-F238E27FC236}">
                  <a16:creationId xmlns:a16="http://schemas.microsoft.com/office/drawing/2014/main" id="{6C18A610-D2C2-27F6-B8AC-C40989F94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8325" name="Group 255">
              <a:extLst>
                <a:ext uri="{FF2B5EF4-FFF2-40B4-BE49-F238E27FC236}">
                  <a16:creationId xmlns:a16="http://schemas.microsoft.com/office/drawing/2014/main" id="{E0FFF1A0-8B0F-D83B-5A0D-7E555EA1B2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9" name="AutoShape 256">
                <a:extLst>
                  <a:ext uri="{FF2B5EF4-FFF2-40B4-BE49-F238E27FC236}">
                    <a16:creationId xmlns:a16="http://schemas.microsoft.com/office/drawing/2014/main" id="{94B42D91-606E-2ADF-3131-319AEF70B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8"/>
                <a:ext cx="727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0" name="AutoShape 257">
                <a:extLst>
                  <a:ext uri="{FF2B5EF4-FFF2-40B4-BE49-F238E27FC236}">
                    <a16:creationId xmlns:a16="http://schemas.microsoft.com/office/drawing/2014/main" id="{1FA8A8BA-CEF4-CDB1-1F38-196B1C844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6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85" name="Rectangle 258">
              <a:extLst>
                <a:ext uri="{FF2B5EF4-FFF2-40B4-BE49-F238E27FC236}">
                  <a16:creationId xmlns:a16="http://schemas.microsoft.com/office/drawing/2014/main" id="{817ACEE8-1CA6-FCA2-2B4F-78CA8856D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8327" name="Group 259">
              <a:extLst>
                <a:ext uri="{FF2B5EF4-FFF2-40B4-BE49-F238E27FC236}">
                  <a16:creationId xmlns:a16="http://schemas.microsoft.com/office/drawing/2014/main" id="{BA2C8349-3BA8-65D9-C94F-F87D81C3C4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7" name="AutoShape 260">
                <a:extLst>
                  <a:ext uri="{FF2B5EF4-FFF2-40B4-BE49-F238E27FC236}">
                    <a16:creationId xmlns:a16="http://schemas.microsoft.com/office/drawing/2014/main" id="{B0666164-6798-90E3-BE34-8E10FE5EF8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7"/>
                <a:ext cx="727" cy="13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8" name="AutoShape 261">
                <a:extLst>
                  <a:ext uri="{FF2B5EF4-FFF2-40B4-BE49-F238E27FC236}">
                    <a16:creationId xmlns:a16="http://schemas.microsoft.com/office/drawing/2014/main" id="{129D47A4-D70D-563B-88EA-3813B7994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96"/>
                <a:ext cx="696" cy="9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87" name="Rectangle 262">
              <a:extLst>
                <a:ext uri="{FF2B5EF4-FFF2-40B4-BE49-F238E27FC236}">
                  <a16:creationId xmlns:a16="http://schemas.microsoft.com/office/drawing/2014/main" id="{4D09DD3C-19F9-D3C7-4D77-C344A4B07B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5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88" name="Rectangle 263">
              <a:extLst>
                <a:ext uri="{FF2B5EF4-FFF2-40B4-BE49-F238E27FC236}">
                  <a16:creationId xmlns:a16="http://schemas.microsoft.com/office/drawing/2014/main" id="{26AEC4A9-515F-B71A-6146-763F2CFDE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8330" name="Group 264">
              <a:extLst>
                <a:ext uri="{FF2B5EF4-FFF2-40B4-BE49-F238E27FC236}">
                  <a16:creationId xmlns:a16="http://schemas.microsoft.com/office/drawing/2014/main" id="{2208E296-D830-57F5-19A7-B606516F7A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5" name="AutoShape 265">
                <a:extLst>
                  <a:ext uri="{FF2B5EF4-FFF2-40B4-BE49-F238E27FC236}">
                    <a16:creationId xmlns:a16="http://schemas.microsoft.com/office/drawing/2014/main" id="{86D1EB97-1009-8CA3-E319-237589BE5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6"/>
                <a:ext cx="718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6" name="AutoShape 266">
                <a:extLst>
                  <a:ext uri="{FF2B5EF4-FFF2-40B4-BE49-F238E27FC236}">
                    <a16:creationId xmlns:a16="http://schemas.microsoft.com/office/drawing/2014/main" id="{6D25C624-9402-B6CD-F072-534FE910A2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93"/>
                <a:ext cx="687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18331" name="Freeform 267">
              <a:extLst>
                <a:ext uri="{FF2B5EF4-FFF2-40B4-BE49-F238E27FC236}">
                  <a16:creationId xmlns:a16="http://schemas.microsoft.com/office/drawing/2014/main" id="{70FA27EA-D14D-849A-9FC0-D9E6FC8F5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8332" name="Group 268">
              <a:extLst>
                <a:ext uri="{FF2B5EF4-FFF2-40B4-BE49-F238E27FC236}">
                  <a16:creationId xmlns:a16="http://schemas.microsoft.com/office/drawing/2014/main" id="{B9F22451-5574-4E0E-8F07-0E798FE243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3" name="AutoShape 269">
                <a:extLst>
                  <a:ext uri="{FF2B5EF4-FFF2-40B4-BE49-F238E27FC236}">
                    <a16:creationId xmlns:a16="http://schemas.microsoft.com/office/drawing/2014/main" id="{159F3D53-E225-1DFB-AB50-A1B1A944D3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4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4" name="AutoShape 270">
                <a:extLst>
                  <a:ext uri="{FF2B5EF4-FFF2-40B4-BE49-F238E27FC236}">
                    <a16:creationId xmlns:a16="http://schemas.microsoft.com/office/drawing/2014/main" id="{3E4898B0-DD26-D440-8E9B-B914015510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5" cy="11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92" name="Rectangle 271">
              <a:extLst>
                <a:ext uri="{FF2B5EF4-FFF2-40B4-BE49-F238E27FC236}">
                  <a16:creationId xmlns:a16="http://schemas.microsoft.com/office/drawing/2014/main" id="{653FD969-4007-4024-F9F1-6D9DA8F277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35"/>
              <a:ext cx="68" cy="2282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8334" name="Freeform 272">
              <a:extLst>
                <a:ext uri="{FF2B5EF4-FFF2-40B4-BE49-F238E27FC236}">
                  <a16:creationId xmlns:a16="http://schemas.microsoft.com/office/drawing/2014/main" id="{8CCD776E-D414-1004-1160-BB234D5E5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35" name="Freeform 273">
              <a:extLst>
                <a:ext uri="{FF2B5EF4-FFF2-40B4-BE49-F238E27FC236}">
                  <a16:creationId xmlns:a16="http://schemas.microsoft.com/office/drawing/2014/main" id="{21EDDD94-78FB-75AE-34BA-8207F2A7F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" name="Oval 274">
              <a:extLst>
                <a:ext uri="{FF2B5EF4-FFF2-40B4-BE49-F238E27FC236}">
                  <a16:creationId xmlns:a16="http://schemas.microsoft.com/office/drawing/2014/main" id="{0438FA6C-EFB3-B098-5481-091A2F6114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0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8337" name="Freeform 275">
              <a:extLst>
                <a:ext uri="{FF2B5EF4-FFF2-40B4-BE49-F238E27FC236}">
                  <a16:creationId xmlns:a16="http://schemas.microsoft.com/office/drawing/2014/main" id="{2CA64CC2-5C9C-4220-1AEB-60C34DD9F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" name="AutoShape 276">
              <a:extLst>
                <a:ext uri="{FF2B5EF4-FFF2-40B4-BE49-F238E27FC236}">
                  <a16:creationId xmlns:a16="http://schemas.microsoft.com/office/drawing/2014/main" id="{41ADE875-1A1F-D175-6F6B-8B6440D5DF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2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98" name="AutoShape 277">
              <a:extLst>
                <a:ext uri="{FF2B5EF4-FFF2-40B4-BE49-F238E27FC236}">
                  <a16:creationId xmlns:a16="http://schemas.microsoft.com/office/drawing/2014/main" id="{F91B6413-C027-4B6B-A0B4-000F0B814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711"/>
              <a:ext cx="1078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99" name="Oval 278">
              <a:extLst>
                <a:ext uri="{FF2B5EF4-FFF2-40B4-BE49-F238E27FC236}">
                  <a16:creationId xmlns:a16="http://schemas.microsoft.com/office/drawing/2014/main" id="{7DEF0A7A-1F8A-7EFF-0FA8-F2B0841E0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00" name="Oval 279">
              <a:extLst>
                <a:ext uri="{FF2B5EF4-FFF2-40B4-BE49-F238E27FC236}">
                  <a16:creationId xmlns:a16="http://schemas.microsoft.com/office/drawing/2014/main" id="{6E37B9BD-CCE1-44AB-E543-BFAB3854D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buFont typeface="ZapfDingbats" charset="0"/>
                <a:buNone/>
                <a:defRPr/>
              </a:pPr>
              <a:endParaRPr lang="en-US" dirty="0">
                <a:solidFill>
                  <a:srgbClr val="FF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01" name="Oval 280">
              <a:extLst>
                <a:ext uri="{FF2B5EF4-FFF2-40B4-BE49-F238E27FC236}">
                  <a16:creationId xmlns:a16="http://schemas.microsoft.com/office/drawing/2014/main" id="{D4BCFADC-6CA1-FF69-214A-E8D93BD24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3"/>
              <a:ext cx="161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02" name="Rectangle 281">
              <a:extLst>
                <a:ext uri="{FF2B5EF4-FFF2-40B4-BE49-F238E27FC236}">
                  <a16:creationId xmlns:a16="http://schemas.microsoft.com/office/drawing/2014/main" id="{CEE51A65-45D9-2482-4D2E-0CCE63BEC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8124" name="Group 249">
            <a:extLst>
              <a:ext uri="{FF2B5EF4-FFF2-40B4-BE49-F238E27FC236}">
                <a16:creationId xmlns:a16="http://schemas.microsoft.com/office/drawing/2014/main" id="{98BE51D8-8B6E-E5B1-61C6-3CFC8F37AA60}"/>
              </a:ext>
            </a:extLst>
          </p:cNvPr>
          <p:cNvGrpSpPr>
            <a:grpSpLocks/>
          </p:cNvGrpSpPr>
          <p:nvPr/>
        </p:nvGrpSpPr>
        <p:grpSpPr bwMode="auto">
          <a:xfrm>
            <a:off x="5472114" y="2106614"/>
            <a:ext cx="365125" cy="636587"/>
            <a:chOff x="4140" y="429"/>
            <a:chExt cx="1425" cy="2396"/>
          </a:xfrm>
        </p:grpSpPr>
        <p:sp>
          <p:nvSpPr>
            <p:cNvPr id="218288" name="Freeform 250">
              <a:extLst>
                <a:ext uri="{FF2B5EF4-FFF2-40B4-BE49-F238E27FC236}">
                  <a16:creationId xmlns:a16="http://schemas.microsoft.com/office/drawing/2014/main" id="{2057B104-FB02-03F8-7EA3-D8CC97F02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" name="Rectangle 251">
              <a:extLst>
                <a:ext uri="{FF2B5EF4-FFF2-40B4-BE49-F238E27FC236}">
                  <a16:creationId xmlns:a16="http://schemas.microsoft.com/office/drawing/2014/main" id="{AC89D01A-9BCF-17B1-6377-3FE8F1A37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435"/>
              <a:ext cx="1053" cy="2277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8290" name="Freeform 252">
              <a:extLst>
                <a:ext uri="{FF2B5EF4-FFF2-40B4-BE49-F238E27FC236}">
                  <a16:creationId xmlns:a16="http://schemas.microsoft.com/office/drawing/2014/main" id="{A35FA1B0-FF88-DE7B-2718-0CD8880F8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91" name="Freeform 253">
              <a:extLst>
                <a:ext uri="{FF2B5EF4-FFF2-40B4-BE49-F238E27FC236}">
                  <a16:creationId xmlns:a16="http://schemas.microsoft.com/office/drawing/2014/main" id="{B6D3605C-280F-C711-7766-482C15F17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" name="Rectangle 254">
              <a:extLst>
                <a:ext uri="{FF2B5EF4-FFF2-40B4-BE49-F238E27FC236}">
                  <a16:creationId xmlns:a16="http://schemas.microsoft.com/office/drawing/2014/main" id="{4DECD830-3A45-D40D-E1EA-DE0AD96196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8293" name="Group 255">
              <a:extLst>
                <a:ext uri="{FF2B5EF4-FFF2-40B4-BE49-F238E27FC236}">
                  <a16:creationId xmlns:a16="http://schemas.microsoft.com/office/drawing/2014/main" id="{539394D4-39B9-0C62-A572-288639D887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44" name="AutoShape 256">
                <a:extLst>
                  <a:ext uri="{FF2B5EF4-FFF2-40B4-BE49-F238E27FC236}">
                    <a16:creationId xmlns:a16="http://schemas.microsoft.com/office/drawing/2014/main" id="{023BF49E-83C1-47D6-B668-0EC023702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2574"/>
                <a:ext cx="734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AutoShape 257">
                <a:extLst>
                  <a:ext uri="{FF2B5EF4-FFF2-40B4-BE49-F238E27FC236}">
                    <a16:creationId xmlns:a16="http://schemas.microsoft.com/office/drawing/2014/main" id="{5A39D8E5-4B8F-AAF8-5985-68AFECCF3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6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0" name="Rectangle 258">
              <a:extLst>
                <a:ext uri="{FF2B5EF4-FFF2-40B4-BE49-F238E27FC236}">
                  <a16:creationId xmlns:a16="http://schemas.microsoft.com/office/drawing/2014/main" id="{2A7E8B9B-F89D-4F83-D776-144247052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8295" name="Group 259">
              <a:extLst>
                <a:ext uri="{FF2B5EF4-FFF2-40B4-BE49-F238E27FC236}">
                  <a16:creationId xmlns:a16="http://schemas.microsoft.com/office/drawing/2014/main" id="{38CE178E-E28F-E789-64FB-65BA77B09A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42" name="AutoShape 260">
                <a:extLst>
                  <a:ext uri="{FF2B5EF4-FFF2-40B4-BE49-F238E27FC236}">
                    <a16:creationId xmlns:a16="http://schemas.microsoft.com/office/drawing/2014/main" id="{3E6FCC32-A7D7-4AE7-89F6-603A56F9B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7"/>
                <a:ext cx="727" cy="13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AutoShape 261">
                <a:extLst>
                  <a:ext uri="{FF2B5EF4-FFF2-40B4-BE49-F238E27FC236}">
                    <a16:creationId xmlns:a16="http://schemas.microsoft.com/office/drawing/2014/main" id="{5F05A02E-5F98-1EC6-3DA0-AD17872F5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96"/>
                <a:ext cx="696" cy="9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2" name="Rectangle 262">
              <a:extLst>
                <a:ext uri="{FF2B5EF4-FFF2-40B4-BE49-F238E27FC236}">
                  <a16:creationId xmlns:a16="http://schemas.microsoft.com/office/drawing/2014/main" id="{930DE58B-A315-5BA2-01AA-A20E6ACD2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5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23" name="Rectangle 263">
              <a:extLst>
                <a:ext uri="{FF2B5EF4-FFF2-40B4-BE49-F238E27FC236}">
                  <a16:creationId xmlns:a16="http://schemas.microsoft.com/office/drawing/2014/main" id="{DD033EC2-6ECB-E697-AAB5-0838B640F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8298" name="Group 264">
              <a:extLst>
                <a:ext uri="{FF2B5EF4-FFF2-40B4-BE49-F238E27FC236}">
                  <a16:creationId xmlns:a16="http://schemas.microsoft.com/office/drawing/2014/main" id="{062E6D54-6FFC-23DB-96A8-2AA882D2CC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40" name="AutoShape 265">
                <a:extLst>
                  <a:ext uri="{FF2B5EF4-FFF2-40B4-BE49-F238E27FC236}">
                    <a16:creationId xmlns:a16="http://schemas.microsoft.com/office/drawing/2014/main" id="{AB5F8F60-7A88-8091-87B5-B0E604A43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6"/>
                <a:ext cx="718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AutoShape 266">
                <a:extLst>
                  <a:ext uri="{FF2B5EF4-FFF2-40B4-BE49-F238E27FC236}">
                    <a16:creationId xmlns:a16="http://schemas.microsoft.com/office/drawing/2014/main" id="{E0CFCE72-8ABF-35DD-B7B1-1F0C2582B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93"/>
                <a:ext cx="687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18299" name="Freeform 267">
              <a:extLst>
                <a:ext uri="{FF2B5EF4-FFF2-40B4-BE49-F238E27FC236}">
                  <a16:creationId xmlns:a16="http://schemas.microsoft.com/office/drawing/2014/main" id="{E5319EBE-32AF-7C8A-B0C8-F56722343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8300" name="Group 268">
              <a:extLst>
                <a:ext uri="{FF2B5EF4-FFF2-40B4-BE49-F238E27FC236}">
                  <a16:creationId xmlns:a16="http://schemas.microsoft.com/office/drawing/2014/main" id="{381D58AC-0922-0098-03E4-E65E0A1ABD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8" name="AutoShape 269">
                <a:extLst>
                  <a:ext uri="{FF2B5EF4-FFF2-40B4-BE49-F238E27FC236}">
                    <a16:creationId xmlns:a16="http://schemas.microsoft.com/office/drawing/2014/main" id="{4A1F77C9-EBF2-525E-E0C0-4AF4CDA4C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4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AutoShape 270">
                <a:extLst>
                  <a:ext uri="{FF2B5EF4-FFF2-40B4-BE49-F238E27FC236}">
                    <a16:creationId xmlns:a16="http://schemas.microsoft.com/office/drawing/2014/main" id="{64E1138D-299D-7800-9EE3-17509375B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5" cy="11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7" name="Rectangle 271">
              <a:extLst>
                <a:ext uri="{FF2B5EF4-FFF2-40B4-BE49-F238E27FC236}">
                  <a16:creationId xmlns:a16="http://schemas.microsoft.com/office/drawing/2014/main" id="{275D66E6-3AF5-F689-FD64-EA0A97899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35"/>
              <a:ext cx="68" cy="2282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8302" name="Freeform 272">
              <a:extLst>
                <a:ext uri="{FF2B5EF4-FFF2-40B4-BE49-F238E27FC236}">
                  <a16:creationId xmlns:a16="http://schemas.microsoft.com/office/drawing/2014/main" id="{D499F984-F943-4A79-DA7D-125E6C2FB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03" name="Freeform 273">
              <a:extLst>
                <a:ext uri="{FF2B5EF4-FFF2-40B4-BE49-F238E27FC236}">
                  <a16:creationId xmlns:a16="http://schemas.microsoft.com/office/drawing/2014/main" id="{AAD44D9E-7A0E-823C-41CA-829870613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" name="Oval 274">
              <a:extLst>
                <a:ext uri="{FF2B5EF4-FFF2-40B4-BE49-F238E27FC236}">
                  <a16:creationId xmlns:a16="http://schemas.microsoft.com/office/drawing/2014/main" id="{A09A182E-C6EE-D3E6-5E8B-F75757010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0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8305" name="Freeform 275">
              <a:extLst>
                <a:ext uri="{FF2B5EF4-FFF2-40B4-BE49-F238E27FC236}">
                  <a16:creationId xmlns:a16="http://schemas.microsoft.com/office/drawing/2014/main" id="{C72AB922-5E15-CCE2-5995-57F53CA1B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" name="AutoShape 276">
              <a:extLst>
                <a:ext uri="{FF2B5EF4-FFF2-40B4-BE49-F238E27FC236}">
                  <a16:creationId xmlns:a16="http://schemas.microsoft.com/office/drawing/2014/main" id="{67B6C343-2D23-311B-2E7D-30CA9ABEC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2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33" name="AutoShape 277">
              <a:extLst>
                <a:ext uri="{FF2B5EF4-FFF2-40B4-BE49-F238E27FC236}">
                  <a16:creationId xmlns:a16="http://schemas.microsoft.com/office/drawing/2014/main" id="{2C72F96E-544A-BA97-F4B8-8725C64F45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711"/>
              <a:ext cx="1078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34" name="Oval 278">
              <a:extLst>
                <a:ext uri="{FF2B5EF4-FFF2-40B4-BE49-F238E27FC236}">
                  <a16:creationId xmlns:a16="http://schemas.microsoft.com/office/drawing/2014/main" id="{A29137E4-35D9-45B6-B6CD-455EE4A59F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35" name="Oval 279">
              <a:extLst>
                <a:ext uri="{FF2B5EF4-FFF2-40B4-BE49-F238E27FC236}">
                  <a16:creationId xmlns:a16="http://schemas.microsoft.com/office/drawing/2014/main" id="{B70B60A5-42C4-B59C-8E68-CB2113D85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buFont typeface="ZapfDingbats" charset="0"/>
                <a:buNone/>
                <a:defRPr/>
              </a:pPr>
              <a:endParaRPr lang="en-US" dirty="0">
                <a:solidFill>
                  <a:srgbClr val="FF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Oval 280">
              <a:extLst>
                <a:ext uri="{FF2B5EF4-FFF2-40B4-BE49-F238E27FC236}">
                  <a16:creationId xmlns:a16="http://schemas.microsoft.com/office/drawing/2014/main" id="{00D7591A-5C88-4D50-A8C1-71949DF2A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3"/>
              <a:ext cx="161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Rectangle 281">
              <a:extLst>
                <a:ext uri="{FF2B5EF4-FFF2-40B4-BE49-F238E27FC236}">
                  <a16:creationId xmlns:a16="http://schemas.microsoft.com/office/drawing/2014/main" id="{890DD35F-2DBE-8E75-E8A3-8F25C7A63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8125" name="Group 249">
            <a:extLst>
              <a:ext uri="{FF2B5EF4-FFF2-40B4-BE49-F238E27FC236}">
                <a16:creationId xmlns:a16="http://schemas.microsoft.com/office/drawing/2014/main" id="{6C0921CF-E5A8-6E9F-BC99-8D9795E1E786}"/>
              </a:ext>
            </a:extLst>
          </p:cNvPr>
          <p:cNvGrpSpPr>
            <a:grpSpLocks/>
          </p:cNvGrpSpPr>
          <p:nvPr/>
        </p:nvGrpSpPr>
        <p:grpSpPr bwMode="auto">
          <a:xfrm>
            <a:off x="6010276" y="2371726"/>
            <a:ext cx="365125" cy="638175"/>
            <a:chOff x="4140" y="429"/>
            <a:chExt cx="1425" cy="2396"/>
          </a:xfrm>
        </p:grpSpPr>
        <p:sp>
          <p:nvSpPr>
            <p:cNvPr id="218256" name="Freeform 250">
              <a:extLst>
                <a:ext uri="{FF2B5EF4-FFF2-40B4-BE49-F238E27FC236}">
                  <a16:creationId xmlns:a16="http://schemas.microsoft.com/office/drawing/2014/main" id="{2D6BAF17-61D1-1873-D182-3CEA0D254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" name="Rectangle 251">
              <a:extLst>
                <a:ext uri="{FF2B5EF4-FFF2-40B4-BE49-F238E27FC236}">
                  <a16:creationId xmlns:a16="http://schemas.microsoft.com/office/drawing/2014/main" id="{EB9D61FF-6DAF-51AA-C186-FFC456169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429"/>
              <a:ext cx="1053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8258" name="Freeform 252">
              <a:extLst>
                <a:ext uri="{FF2B5EF4-FFF2-40B4-BE49-F238E27FC236}">
                  <a16:creationId xmlns:a16="http://schemas.microsoft.com/office/drawing/2014/main" id="{6BCE26D5-D77D-0647-D897-040BFECDC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59" name="Freeform 253">
              <a:extLst>
                <a:ext uri="{FF2B5EF4-FFF2-40B4-BE49-F238E27FC236}">
                  <a16:creationId xmlns:a16="http://schemas.microsoft.com/office/drawing/2014/main" id="{8DEFA1BE-F214-79A5-0EFA-F5AA8680D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" name="Rectangle 254">
              <a:extLst>
                <a:ext uri="{FF2B5EF4-FFF2-40B4-BE49-F238E27FC236}">
                  <a16:creationId xmlns:a16="http://schemas.microsoft.com/office/drawing/2014/main" id="{181DC4D6-55CB-0991-F71C-9D43EE0A5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1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8261" name="Group 255">
              <a:extLst>
                <a:ext uri="{FF2B5EF4-FFF2-40B4-BE49-F238E27FC236}">
                  <a16:creationId xmlns:a16="http://schemas.microsoft.com/office/drawing/2014/main" id="{4A077DCB-2A53-C954-1B02-7D338A5CF1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77" name="AutoShape 256">
                <a:extLst>
                  <a:ext uri="{FF2B5EF4-FFF2-40B4-BE49-F238E27FC236}">
                    <a16:creationId xmlns:a16="http://schemas.microsoft.com/office/drawing/2014/main" id="{DD265658-669A-38B6-529D-90208491DC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2"/>
                <a:ext cx="727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78" name="AutoShape 257">
                <a:extLst>
                  <a:ext uri="{FF2B5EF4-FFF2-40B4-BE49-F238E27FC236}">
                    <a16:creationId xmlns:a16="http://schemas.microsoft.com/office/drawing/2014/main" id="{9B7079B3-28AE-CAFB-154B-061153A5F2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6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53" name="Rectangle 258">
              <a:extLst>
                <a:ext uri="{FF2B5EF4-FFF2-40B4-BE49-F238E27FC236}">
                  <a16:creationId xmlns:a16="http://schemas.microsoft.com/office/drawing/2014/main" id="{43BB01EC-FF32-3FFC-3708-3C37D470D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8263" name="Group 259">
              <a:extLst>
                <a:ext uri="{FF2B5EF4-FFF2-40B4-BE49-F238E27FC236}">
                  <a16:creationId xmlns:a16="http://schemas.microsoft.com/office/drawing/2014/main" id="{550945C2-2F1C-2936-606B-82BE13215D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75" name="AutoShape 260">
                <a:extLst>
                  <a:ext uri="{FF2B5EF4-FFF2-40B4-BE49-F238E27FC236}">
                    <a16:creationId xmlns:a16="http://schemas.microsoft.com/office/drawing/2014/main" id="{4D6D547F-3234-5E2B-5F1D-DCC0AB90A8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76" name="AutoShape 261">
                <a:extLst>
                  <a:ext uri="{FF2B5EF4-FFF2-40B4-BE49-F238E27FC236}">
                    <a16:creationId xmlns:a16="http://schemas.microsoft.com/office/drawing/2014/main" id="{46A846C2-19D9-3D3F-7463-314903B491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8"/>
                <a:ext cx="696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55" name="Rectangle 262">
              <a:extLst>
                <a:ext uri="{FF2B5EF4-FFF2-40B4-BE49-F238E27FC236}">
                  <a16:creationId xmlns:a16="http://schemas.microsoft.com/office/drawing/2014/main" id="{C7C3A3BE-6156-1BEA-6255-4ED480C45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56" name="Rectangle 263">
              <a:extLst>
                <a:ext uri="{FF2B5EF4-FFF2-40B4-BE49-F238E27FC236}">
                  <a16:creationId xmlns:a16="http://schemas.microsoft.com/office/drawing/2014/main" id="{6AC13D69-43FB-6D40-3B9A-7F6AFD48E6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601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8266" name="Group 264">
              <a:extLst>
                <a:ext uri="{FF2B5EF4-FFF2-40B4-BE49-F238E27FC236}">
                  <a16:creationId xmlns:a16="http://schemas.microsoft.com/office/drawing/2014/main" id="{E5E1C2F7-0AAF-52AE-CB6B-0F82E81905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73" name="AutoShape 265">
                <a:extLst>
                  <a:ext uri="{FF2B5EF4-FFF2-40B4-BE49-F238E27FC236}">
                    <a16:creationId xmlns:a16="http://schemas.microsoft.com/office/drawing/2014/main" id="{E131FDCC-E46B-84EA-CD5B-543F6B6B37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18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74" name="AutoShape 266">
                <a:extLst>
                  <a:ext uri="{FF2B5EF4-FFF2-40B4-BE49-F238E27FC236}">
                    <a16:creationId xmlns:a16="http://schemas.microsoft.com/office/drawing/2014/main" id="{84E4559E-2C40-556D-6711-CC80A7B9E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87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18267" name="Freeform 267">
              <a:extLst>
                <a:ext uri="{FF2B5EF4-FFF2-40B4-BE49-F238E27FC236}">
                  <a16:creationId xmlns:a16="http://schemas.microsoft.com/office/drawing/2014/main" id="{E6B4ECA5-D090-08CD-274D-360EABC32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8268" name="Group 268">
              <a:extLst>
                <a:ext uri="{FF2B5EF4-FFF2-40B4-BE49-F238E27FC236}">
                  <a16:creationId xmlns:a16="http://schemas.microsoft.com/office/drawing/2014/main" id="{76856783-4C12-81E1-C2F1-A54A4EED6E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71" name="AutoShape 269">
                <a:extLst>
                  <a:ext uri="{FF2B5EF4-FFF2-40B4-BE49-F238E27FC236}">
                    <a16:creationId xmlns:a16="http://schemas.microsoft.com/office/drawing/2014/main" id="{E6CECBBB-31D4-9574-C2CA-8A5F32DC9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72" name="AutoShape 270">
                <a:extLst>
                  <a:ext uri="{FF2B5EF4-FFF2-40B4-BE49-F238E27FC236}">
                    <a16:creationId xmlns:a16="http://schemas.microsoft.com/office/drawing/2014/main" id="{80A642B9-0C36-A6E9-70B9-98BB48767E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8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60" name="Rectangle 271">
              <a:extLst>
                <a:ext uri="{FF2B5EF4-FFF2-40B4-BE49-F238E27FC236}">
                  <a16:creationId xmlns:a16="http://schemas.microsoft.com/office/drawing/2014/main" id="{BD9E2116-E746-EC44-8398-7AF7761FB4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8270" name="Freeform 272">
              <a:extLst>
                <a:ext uri="{FF2B5EF4-FFF2-40B4-BE49-F238E27FC236}">
                  <a16:creationId xmlns:a16="http://schemas.microsoft.com/office/drawing/2014/main" id="{10047402-3905-0BA9-14D7-7A1CA5138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71" name="Freeform 273">
              <a:extLst>
                <a:ext uri="{FF2B5EF4-FFF2-40B4-BE49-F238E27FC236}">
                  <a16:creationId xmlns:a16="http://schemas.microsoft.com/office/drawing/2014/main" id="{2C9D3284-A662-FBDB-1753-0A7645A6E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" name="Oval 274">
              <a:extLst>
                <a:ext uri="{FF2B5EF4-FFF2-40B4-BE49-F238E27FC236}">
                  <a16:creationId xmlns:a16="http://schemas.microsoft.com/office/drawing/2014/main" id="{AA011E59-6465-038C-66A7-37DAA28DD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0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8273" name="Freeform 275">
              <a:extLst>
                <a:ext uri="{FF2B5EF4-FFF2-40B4-BE49-F238E27FC236}">
                  <a16:creationId xmlns:a16="http://schemas.microsoft.com/office/drawing/2014/main" id="{759982F0-689C-22A8-8FF2-A93DE387B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" name="AutoShape 276">
              <a:extLst>
                <a:ext uri="{FF2B5EF4-FFF2-40B4-BE49-F238E27FC236}">
                  <a16:creationId xmlns:a16="http://schemas.microsoft.com/office/drawing/2014/main" id="{D43F7705-8738-8149-6F42-5C799F606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2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66" name="AutoShape 277">
              <a:extLst>
                <a:ext uri="{FF2B5EF4-FFF2-40B4-BE49-F238E27FC236}">
                  <a16:creationId xmlns:a16="http://schemas.microsoft.com/office/drawing/2014/main" id="{5CA74F05-F9F6-EFE4-0BDE-7CE256823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712"/>
              <a:ext cx="1078" cy="7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67" name="Oval 278">
              <a:extLst>
                <a:ext uri="{FF2B5EF4-FFF2-40B4-BE49-F238E27FC236}">
                  <a16:creationId xmlns:a16="http://schemas.microsoft.com/office/drawing/2014/main" id="{30F73D31-CB54-9E1D-DC8F-EEF4AB9877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68" name="Oval 279">
              <a:extLst>
                <a:ext uri="{FF2B5EF4-FFF2-40B4-BE49-F238E27FC236}">
                  <a16:creationId xmlns:a16="http://schemas.microsoft.com/office/drawing/2014/main" id="{95046903-B786-C7EE-0EF5-B4E8273B89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buFont typeface="ZapfDingbats" charset="0"/>
                <a:buNone/>
                <a:defRPr/>
              </a:pPr>
              <a:endParaRPr lang="en-US" dirty="0">
                <a:solidFill>
                  <a:srgbClr val="FF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69" name="Oval 280">
              <a:extLst>
                <a:ext uri="{FF2B5EF4-FFF2-40B4-BE49-F238E27FC236}">
                  <a16:creationId xmlns:a16="http://schemas.microsoft.com/office/drawing/2014/main" id="{94E004B1-706D-0EC0-2ED9-6C453F74D1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8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70" name="Rectangle 281">
              <a:extLst>
                <a:ext uri="{FF2B5EF4-FFF2-40B4-BE49-F238E27FC236}">
                  <a16:creationId xmlns:a16="http://schemas.microsoft.com/office/drawing/2014/main" id="{3EA504E1-A0A8-E3E4-B2C4-D2E86DFD6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6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18126" name="TextBox 491">
            <a:extLst>
              <a:ext uri="{FF2B5EF4-FFF2-40B4-BE49-F238E27FC236}">
                <a16:creationId xmlns:a16="http://schemas.microsoft.com/office/drawing/2014/main" id="{5CA25416-0AAB-3F1D-1D1B-19226BF3CB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8039" y="1711325"/>
            <a:ext cx="15017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>
                <a:latin typeface="Arial Narrow" panose="020B0604020202020204" pitchFamily="34" charset="0"/>
              </a:rPr>
              <a:t>Amazon cloud</a:t>
            </a:r>
          </a:p>
        </p:txBody>
      </p:sp>
      <p:grpSp>
        <p:nvGrpSpPr>
          <p:cNvPr id="218127" name="Group 1">
            <a:extLst>
              <a:ext uri="{FF2B5EF4-FFF2-40B4-BE49-F238E27FC236}">
                <a16:creationId xmlns:a16="http://schemas.microsoft.com/office/drawing/2014/main" id="{16AC91CB-E4CD-09B9-19C6-2DC0D2BF3184}"/>
              </a:ext>
            </a:extLst>
          </p:cNvPr>
          <p:cNvGrpSpPr>
            <a:grpSpLocks/>
          </p:cNvGrpSpPr>
          <p:nvPr/>
        </p:nvGrpSpPr>
        <p:grpSpPr bwMode="auto">
          <a:xfrm>
            <a:off x="8448676" y="1803401"/>
            <a:ext cx="1376363" cy="1355725"/>
            <a:chOff x="7030938" y="1184076"/>
            <a:chExt cx="1375947" cy="1355492"/>
          </a:xfrm>
        </p:grpSpPr>
        <p:sp>
          <p:nvSpPr>
            <p:cNvPr id="218221" name="Freeform 1287">
              <a:extLst>
                <a:ext uri="{FF2B5EF4-FFF2-40B4-BE49-F238E27FC236}">
                  <a16:creationId xmlns:a16="http://schemas.microsoft.com/office/drawing/2014/main" id="{84B5BC96-47F0-F0CE-CD65-1EE296017786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7030938" y="1184076"/>
              <a:ext cx="1300345" cy="1355492"/>
            </a:xfrm>
            <a:custGeom>
              <a:avLst/>
              <a:gdLst>
                <a:gd name="T0" fmla="*/ 2147483647 w 10000"/>
                <a:gd name="T1" fmla="*/ 313820797 h 10000"/>
                <a:gd name="T2" fmla="*/ 2147483647 w 10000"/>
                <a:gd name="T3" fmla="*/ 1882906618 h 10000"/>
                <a:gd name="T4" fmla="*/ 2147483647 w 10000"/>
                <a:gd name="T5" fmla="*/ 2147483647 h 10000"/>
                <a:gd name="T6" fmla="*/ 1806182456 w 10000"/>
                <a:gd name="T7" fmla="*/ 2147483647 h 10000"/>
                <a:gd name="T8" fmla="*/ 367550316 w 10000"/>
                <a:gd name="T9" fmla="*/ 2147483647 h 10000"/>
                <a:gd name="T10" fmla="*/ 255562134 w 10000"/>
                <a:gd name="T11" fmla="*/ 2147483647 h 10000"/>
                <a:gd name="T12" fmla="*/ 2147483647 w 10000"/>
                <a:gd name="T13" fmla="*/ 2147483647 h 10000"/>
                <a:gd name="T14" fmla="*/ 2147483647 w 10000"/>
                <a:gd name="T15" fmla="*/ 2147483647 h 10000"/>
                <a:gd name="T16" fmla="*/ 2147483647 w 10000"/>
                <a:gd name="T17" fmla="*/ 2147483647 h 10000"/>
                <a:gd name="T18" fmla="*/ 2147483647 w 10000"/>
                <a:gd name="T19" fmla="*/ 2147483647 h 10000"/>
                <a:gd name="T20" fmla="*/ 2147483647 w 10000"/>
                <a:gd name="T21" fmla="*/ 2147483647 h 10000"/>
                <a:gd name="T22" fmla="*/ 2147483647 w 10000"/>
                <a:gd name="T23" fmla="*/ 2147483647 h 10000"/>
                <a:gd name="T24" fmla="*/ 2147483647 w 10000"/>
                <a:gd name="T25" fmla="*/ 2147483647 h 10000"/>
                <a:gd name="T26" fmla="*/ 2147483647 w 10000"/>
                <a:gd name="T27" fmla="*/ 2147483647 h 10000"/>
                <a:gd name="T28" fmla="*/ 2147483647 w 10000"/>
                <a:gd name="T29" fmla="*/ 2147483647 h 10000"/>
                <a:gd name="T30" fmla="*/ 2147483647 w 10000"/>
                <a:gd name="T31" fmla="*/ 537978644 h 10000"/>
                <a:gd name="T32" fmla="*/ 2147483647 w 10000"/>
                <a:gd name="T33" fmla="*/ 12457243 h 10000"/>
                <a:gd name="T34" fmla="*/ 2147483647 w 10000"/>
                <a:gd name="T35" fmla="*/ 313820797 h 100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000" h="10000">
                  <a:moveTo>
                    <a:pt x="6270" y="126"/>
                  </a:moveTo>
                  <a:cubicBezTo>
                    <a:pt x="5642" y="245"/>
                    <a:pt x="4469" y="528"/>
                    <a:pt x="3738" y="756"/>
                  </a:cubicBezTo>
                  <a:cubicBezTo>
                    <a:pt x="3007" y="984"/>
                    <a:pt x="2405" y="1322"/>
                    <a:pt x="1887" y="1495"/>
                  </a:cubicBezTo>
                  <a:cubicBezTo>
                    <a:pt x="1369" y="1668"/>
                    <a:pt x="1195" y="1105"/>
                    <a:pt x="629" y="1793"/>
                  </a:cubicBezTo>
                  <a:cubicBezTo>
                    <a:pt x="63" y="2481"/>
                    <a:pt x="218" y="3574"/>
                    <a:pt x="128" y="4417"/>
                  </a:cubicBezTo>
                  <a:cubicBezTo>
                    <a:pt x="39" y="5260"/>
                    <a:pt x="-87" y="6368"/>
                    <a:pt x="89" y="6848"/>
                  </a:cubicBezTo>
                  <a:cubicBezTo>
                    <a:pt x="265" y="7328"/>
                    <a:pt x="491" y="7223"/>
                    <a:pt x="1207" y="7298"/>
                  </a:cubicBezTo>
                  <a:cubicBezTo>
                    <a:pt x="1924" y="7374"/>
                    <a:pt x="3641" y="7133"/>
                    <a:pt x="4406" y="7298"/>
                  </a:cubicBezTo>
                  <a:cubicBezTo>
                    <a:pt x="5171" y="7463"/>
                    <a:pt x="5298" y="7868"/>
                    <a:pt x="5779" y="8288"/>
                  </a:cubicBezTo>
                  <a:cubicBezTo>
                    <a:pt x="6260" y="8709"/>
                    <a:pt x="6848" y="9549"/>
                    <a:pt x="7290" y="9819"/>
                  </a:cubicBezTo>
                  <a:cubicBezTo>
                    <a:pt x="7731" y="10089"/>
                    <a:pt x="8124" y="10014"/>
                    <a:pt x="8448" y="9879"/>
                  </a:cubicBezTo>
                  <a:cubicBezTo>
                    <a:pt x="8771" y="9744"/>
                    <a:pt x="9056" y="9549"/>
                    <a:pt x="9252" y="9008"/>
                  </a:cubicBezTo>
                  <a:cubicBezTo>
                    <a:pt x="9448" y="8469"/>
                    <a:pt x="9537" y="7418"/>
                    <a:pt x="9644" y="6639"/>
                  </a:cubicBezTo>
                  <a:cubicBezTo>
                    <a:pt x="9752" y="5858"/>
                    <a:pt x="9851" y="5168"/>
                    <a:pt x="9899" y="4327"/>
                  </a:cubicBezTo>
                  <a:cubicBezTo>
                    <a:pt x="9949" y="3486"/>
                    <a:pt x="10076" y="2256"/>
                    <a:pt x="9939" y="1566"/>
                  </a:cubicBezTo>
                  <a:cubicBezTo>
                    <a:pt x="9802" y="876"/>
                    <a:pt x="9478" y="471"/>
                    <a:pt x="9075" y="216"/>
                  </a:cubicBezTo>
                  <a:cubicBezTo>
                    <a:pt x="8674" y="-39"/>
                    <a:pt x="7997" y="20"/>
                    <a:pt x="7525" y="5"/>
                  </a:cubicBezTo>
                  <a:cubicBezTo>
                    <a:pt x="7055" y="-9"/>
                    <a:pt x="6898" y="5"/>
                    <a:pt x="6270" y="126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8222" name="Group 249">
              <a:extLst>
                <a:ext uri="{FF2B5EF4-FFF2-40B4-BE49-F238E27FC236}">
                  <a16:creationId xmlns:a16="http://schemas.microsoft.com/office/drawing/2014/main" id="{A69520B3-80F4-3B83-49A7-905F1F2441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1141" y="1665569"/>
              <a:ext cx="365533" cy="637551"/>
              <a:chOff x="4140" y="429"/>
              <a:chExt cx="1425" cy="2396"/>
            </a:xfrm>
          </p:grpSpPr>
          <p:sp>
            <p:nvSpPr>
              <p:cNvPr id="218224" name="Freeform 250">
                <a:extLst>
                  <a:ext uri="{FF2B5EF4-FFF2-40B4-BE49-F238E27FC236}">
                    <a16:creationId xmlns:a16="http://schemas.microsoft.com/office/drawing/2014/main" id="{8DFB2243-0A6B-182E-4BEE-3D7833B49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7 w 354"/>
                  <a:gd name="T1" fmla="*/ 0 h 2742"/>
                  <a:gd name="T2" fmla="*/ 93 w 354"/>
                  <a:gd name="T3" fmla="*/ 114 h 2742"/>
                  <a:gd name="T4" fmla="*/ 91 w 354"/>
                  <a:gd name="T5" fmla="*/ 881 h 2742"/>
                  <a:gd name="T6" fmla="*/ 0 w 354"/>
                  <a:gd name="T7" fmla="*/ 921 h 2742"/>
                  <a:gd name="T8" fmla="*/ 1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" name="Rectangle 251">
                <a:extLst>
                  <a:ext uri="{FF2B5EF4-FFF2-40B4-BE49-F238E27FC236}">
                    <a16:creationId xmlns:a16="http://schemas.microsoft.com/office/drawing/2014/main" id="{D56C54DD-BB5E-7580-6F65-A2D525785B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433"/>
                <a:ext cx="1052" cy="2279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226" name="Freeform 252">
                <a:extLst>
                  <a:ext uri="{FF2B5EF4-FFF2-40B4-BE49-F238E27FC236}">
                    <a16:creationId xmlns:a16="http://schemas.microsoft.com/office/drawing/2014/main" id="{191B92E9-ED84-786F-3A4D-670281EDE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6 w 211"/>
                  <a:gd name="T3" fmla="*/ 73 h 2537"/>
                  <a:gd name="T4" fmla="*/ 2 w 211"/>
                  <a:gd name="T5" fmla="*/ 83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27" name="Freeform 253">
                <a:extLst>
                  <a:ext uri="{FF2B5EF4-FFF2-40B4-BE49-F238E27FC236}">
                    <a16:creationId xmlns:a16="http://schemas.microsoft.com/office/drawing/2014/main" id="{A8A76AFA-AE67-BD99-9D50-2A9F6F916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3 h 226"/>
                  <a:gd name="T4" fmla="*/ 87 w 328"/>
                  <a:gd name="T5" fmla="*/ 77 h 226"/>
                  <a:gd name="T6" fmla="*/ 0 w 328"/>
                  <a:gd name="T7" fmla="*/ 3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" name="Rectangle 254">
                <a:extLst>
                  <a:ext uri="{FF2B5EF4-FFF2-40B4-BE49-F238E27FC236}">
                    <a16:creationId xmlns:a16="http://schemas.microsoft.com/office/drawing/2014/main" id="{EC4F213E-2DC4-046B-FA60-238BBF0C0D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695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18229" name="Group 255">
                <a:extLst>
                  <a:ext uri="{FF2B5EF4-FFF2-40B4-BE49-F238E27FC236}">
                    <a16:creationId xmlns:a16="http://schemas.microsoft.com/office/drawing/2014/main" id="{36908CCD-4938-0759-D512-167B04326E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44" name="AutoShape 256">
                  <a:extLst>
                    <a:ext uri="{FF2B5EF4-FFF2-40B4-BE49-F238E27FC236}">
                      <a16:creationId xmlns:a16="http://schemas.microsoft.com/office/drawing/2014/main" id="{7627D1F8-3EA3-6090-6C6B-AEC456E300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26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5" name="AutoShape 257">
                  <a:extLst>
                    <a:ext uri="{FF2B5EF4-FFF2-40B4-BE49-F238E27FC236}">
                      <a16:creationId xmlns:a16="http://schemas.microsoft.com/office/drawing/2014/main" id="{828ECC4F-CA76-9C4D-75AC-639819463F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5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320" name="Rectangle 258">
                <a:extLst>
                  <a:ext uri="{FF2B5EF4-FFF2-40B4-BE49-F238E27FC236}">
                    <a16:creationId xmlns:a16="http://schemas.microsoft.com/office/drawing/2014/main" id="{0834FA95-C8E2-6DAA-D395-AFE062E5B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23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18231" name="Group 259">
                <a:extLst>
                  <a:ext uri="{FF2B5EF4-FFF2-40B4-BE49-F238E27FC236}">
                    <a16:creationId xmlns:a16="http://schemas.microsoft.com/office/drawing/2014/main" id="{BAF4FC81-6BC9-FF35-F04F-BD6FBE87B9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42" name="AutoShape 260">
                  <a:extLst>
                    <a:ext uri="{FF2B5EF4-FFF2-40B4-BE49-F238E27FC236}">
                      <a16:creationId xmlns:a16="http://schemas.microsoft.com/office/drawing/2014/main" id="{5735FD8D-571D-F9D6-289C-A67FFAB6A5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4"/>
                  <a:ext cx="726" cy="13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AutoShape 261">
                  <a:extLst>
                    <a:ext uri="{FF2B5EF4-FFF2-40B4-BE49-F238E27FC236}">
                      <a16:creationId xmlns:a16="http://schemas.microsoft.com/office/drawing/2014/main" id="{89026528-095E-5327-1829-DC4655F138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92"/>
                  <a:ext cx="695" cy="9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322" name="Rectangle 262">
                <a:extLst>
                  <a:ext uri="{FF2B5EF4-FFF2-40B4-BE49-F238E27FC236}">
                    <a16:creationId xmlns:a16="http://schemas.microsoft.com/office/drawing/2014/main" id="{EAF8495C-F07A-29D2-06EC-75F607EBE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57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3" name="Rectangle 263">
                <a:extLst>
                  <a:ext uri="{FF2B5EF4-FFF2-40B4-BE49-F238E27FC236}">
                    <a16:creationId xmlns:a16="http://schemas.microsoft.com/office/drawing/2014/main" id="{85F7F378-E9DB-D942-EA4E-4F30409F9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6"/>
                <a:ext cx="600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18234" name="Group 264">
                <a:extLst>
                  <a:ext uri="{FF2B5EF4-FFF2-40B4-BE49-F238E27FC236}">
                    <a16:creationId xmlns:a16="http://schemas.microsoft.com/office/drawing/2014/main" id="{D3736B8B-5A2A-7D48-3988-1B52B7B4C2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40" name="AutoShape 265">
                  <a:extLst>
                    <a:ext uri="{FF2B5EF4-FFF2-40B4-BE49-F238E27FC236}">
                      <a16:creationId xmlns:a16="http://schemas.microsoft.com/office/drawing/2014/main" id="{F2529A50-5CEE-43BC-F5FA-D80883EF14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2"/>
                  <a:ext cx="717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AutoShape 266">
                  <a:extLst>
                    <a:ext uri="{FF2B5EF4-FFF2-40B4-BE49-F238E27FC236}">
                      <a16:creationId xmlns:a16="http://schemas.microsoft.com/office/drawing/2014/main" id="{2E77804F-EA22-19CC-BFF4-322CCFA31A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9"/>
                  <a:ext cx="686" cy="9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18235" name="Freeform 267">
                <a:extLst>
                  <a:ext uri="{FF2B5EF4-FFF2-40B4-BE49-F238E27FC236}">
                    <a16:creationId xmlns:a16="http://schemas.microsoft.com/office/drawing/2014/main" id="{534548BB-6BB1-8A6F-D01E-D6AFE9001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2 h 226"/>
                  <a:gd name="T4" fmla="*/ 87 w 328"/>
                  <a:gd name="T5" fmla="*/ 75 h 226"/>
                  <a:gd name="T6" fmla="*/ 0 w 328"/>
                  <a:gd name="T7" fmla="*/ 3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18236" name="Group 268">
                <a:extLst>
                  <a:ext uri="{FF2B5EF4-FFF2-40B4-BE49-F238E27FC236}">
                    <a16:creationId xmlns:a16="http://schemas.microsoft.com/office/drawing/2014/main" id="{42A89954-A857-B875-5DD5-474AB40E901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38" name="AutoShape 269">
                  <a:extLst>
                    <a:ext uri="{FF2B5EF4-FFF2-40B4-BE49-F238E27FC236}">
                      <a16:creationId xmlns:a16="http://schemas.microsoft.com/office/drawing/2014/main" id="{08F862B5-98C0-211F-8D55-3810CA842F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9"/>
                  <a:ext cx="724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AutoShape 270">
                  <a:extLst>
                    <a:ext uri="{FF2B5EF4-FFF2-40B4-BE49-F238E27FC236}">
                      <a16:creationId xmlns:a16="http://schemas.microsoft.com/office/drawing/2014/main" id="{EC46FD8A-448F-BB56-2FF2-E3C10B0284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6"/>
                  <a:ext cx="694" cy="11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327" name="Rectangle 271">
                <a:extLst>
                  <a:ext uri="{FF2B5EF4-FFF2-40B4-BE49-F238E27FC236}">
                    <a16:creationId xmlns:a16="http://schemas.microsoft.com/office/drawing/2014/main" id="{A2A3DB58-BA4C-3544-E804-42CEDFF4AD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33"/>
                <a:ext cx="68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238" name="Freeform 272">
                <a:extLst>
                  <a:ext uri="{FF2B5EF4-FFF2-40B4-BE49-F238E27FC236}">
                    <a16:creationId xmlns:a16="http://schemas.microsoft.com/office/drawing/2014/main" id="{CDC9A353-4495-0BFB-E762-53040EED9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7 w 296"/>
                  <a:gd name="T3" fmla="*/ 47 h 256"/>
                  <a:gd name="T4" fmla="*/ 78 w 296"/>
                  <a:gd name="T5" fmla="*/ 85 h 256"/>
                  <a:gd name="T6" fmla="*/ 0 w 296"/>
                  <a:gd name="T7" fmla="*/ 3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39" name="Freeform 273">
                <a:extLst>
                  <a:ext uri="{FF2B5EF4-FFF2-40B4-BE49-F238E27FC236}">
                    <a16:creationId xmlns:a16="http://schemas.microsoft.com/office/drawing/2014/main" id="{C153E2FC-4B18-D7C7-C701-64C722F59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81 w 304"/>
                  <a:gd name="T3" fmla="*/ 55 h 288"/>
                  <a:gd name="T4" fmla="*/ 76 w 304"/>
                  <a:gd name="T5" fmla="*/ 97 h 288"/>
                  <a:gd name="T6" fmla="*/ 2 w 304"/>
                  <a:gd name="T7" fmla="*/ 4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" name="Oval 274">
                <a:extLst>
                  <a:ext uri="{FF2B5EF4-FFF2-40B4-BE49-F238E27FC236}">
                    <a16:creationId xmlns:a16="http://schemas.microsoft.com/office/drawing/2014/main" id="{8E43F9CE-F7D1-B7D6-CCD6-4BF02E599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4" y="2610"/>
                <a:ext cx="49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241" name="Freeform 275">
                <a:extLst>
                  <a:ext uri="{FF2B5EF4-FFF2-40B4-BE49-F238E27FC236}">
                    <a16:creationId xmlns:a16="http://schemas.microsoft.com/office/drawing/2014/main" id="{E83AB237-24BC-DA30-B1DE-AFEFD5C6A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6 h 240"/>
                  <a:gd name="T2" fmla="*/ 2 w 306"/>
                  <a:gd name="T3" fmla="*/ 81 h 240"/>
                  <a:gd name="T4" fmla="*/ 81 w 306"/>
                  <a:gd name="T5" fmla="*/ 37 h 240"/>
                  <a:gd name="T6" fmla="*/ 78 w 306"/>
                  <a:gd name="T7" fmla="*/ 0 h 240"/>
                  <a:gd name="T8" fmla="*/ 0 w 306"/>
                  <a:gd name="T9" fmla="*/ 3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" name="AutoShape 276">
                <a:extLst>
                  <a:ext uri="{FF2B5EF4-FFF2-40B4-BE49-F238E27FC236}">
                    <a16:creationId xmlns:a16="http://schemas.microsoft.com/office/drawing/2014/main" id="{24BC0A91-8C18-273B-D648-2BCB434BE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2"/>
                <a:ext cx="1200" cy="143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3" name="AutoShape 277">
                <a:extLst>
                  <a:ext uri="{FF2B5EF4-FFF2-40B4-BE49-F238E27FC236}">
                    <a16:creationId xmlns:a16="http://schemas.microsoft.com/office/drawing/2014/main" id="{D8FF9377-0528-79BE-78F8-A164BFD88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711"/>
                <a:ext cx="1077" cy="7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4" name="Oval 278">
                <a:extLst>
                  <a:ext uri="{FF2B5EF4-FFF2-40B4-BE49-F238E27FC236}">
                    <a16:creationId xmlns:a16="http://schemas.microsoft.com/office/drawing/2014/main" id="{4D4B1D61-F0AC-1412-1709-67AB40D3F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3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5" name="Oval 279">
                <a:extLst>
                  <a:ext uri="{FF2B5EF4-FFF2-40B4-BE49-F238E27FC236}">
                    <a16:creationId xmlns:a16="http://schemas.microsoft.com/office/drawing/2014/main" id="{74E2C854-C3F3-E9FB-6D56-321FD10411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3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buFont typeface="ZapfDingbats" charset="0"/>
                  <a:buNone/>
                  <a:defRPr/>
                </a:pPr>
                <a:endParaRPr lang="en-US" dirty="0">
                  <a:solidFill>
                    <a:srgbClr val="FF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6" name="Oval 280">
                <a:extLst>
                  <a:ext uri="{FF2B5EF4-FFF2-40B4-BE49-F238E27FC236}">
                    <a16:creationId xmlns:a16="http://schemas.microsoft.com/office/drawing/2014/main" id="{C5C2A7F7-BCE9-9997-FFE0-2C0C2A1FF8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3"/>
                <a:ext cx="161" cy="137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7" name="Rectangle 281">
                <a:extLst>
                  <a:ext uri="{FF2B5EF4-FFF2-40B4-BE49-F238E27FC236}">
                    <a16:creationId xmlns:a16="http://schemas.microsoft.com/office/drawing/2014/main" id="{7394CFE4-60D8-E0BF-E8B9-60D7096AB4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5"/>
                <a:ext cx="87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18223" name="TextBox 492">
              <a:extLst>
                <a:ext uri="{FF2B5EF4-FFF2-40B4-BE49-F238E27FC236}">
                  <a16:creationId xmlns:a16="http://schemas.microsoft.com/office/drawing/2014/main" id="{59846116-5AB0-402E-4671-1B534DAD4C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0043" y="1655943"/>
              <a:ext cx="806842" cy="5539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800"/>
                </a:lnSpc>
              </a:pPr>
              <a:r>
                <a:rPr lang="en-US" altLang="en-US" sz="1800">
                  <a:latin typeface="Arial Narrow" panose="020B0604020202020204" pitchFamily="34" charset="0"/>
                </a:rPr>
                <a:t>CDN</a:t>
              </a:r>
            </a:p>
            <a:p>
              <a:pPr>
                <a:lnSpc>
                  <a:spcPts val="1800"/>
                </a:lnSpc>
              </a:pPr>
              <a:r>
                <a:rPr lang="en-US" altLang="en-US" sz="1800">
                  <a:latin typeface="Arial Narrow" panose="020B0604020202020204" pitchFamily="34" charset="0"/>
                </a:rPr>
                <a:t>server </a:t>
              </a:r>
            </a:p>
          </p:txBody>
        </p:sp>
      </p:grpSp>
      <p:cxnSp>
        <p:nvCxnSpPr>
          <p:cNvPr id="218128" name="Straight Arrow Connector 495">
            <a:extLst>
              <a:ext uri="{FF2B5EF4-FFF2-40B4-BE49-F238E27FC236}">
                <a16:creationId xmlns:a16="http://schemas.microsoft.com/office/drawing/2014/main" id="{8F519DBE-62B9-0D7C-389E-669B9FA6001B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762500" y="2732089"/>
            <a:ext cx="7938" cy="2376487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18129" name="Group 500">
            <a:extLst>
              <a:ext uri="{FF2B5EF4-FFF2-40B4-BE49-F238E27FC236}">
                <a16:creationId xmlns:a16="http://schemas.microsoft.com/office/drawing/2014/main" id="{D4F49E56-6ACA-B93D-B6ED-D387C16836C2}"/>
              </a:ext>
            </a:extLst>
          </p:cNvPr>
          <p:cNvGrpSpPr>
            <a:grpSpLocks/>
          </p:cNvGrpSpPr>
          <p:nvPr/>
        </p:nvGrpSpPr>
        <p:grpSpPr bwMode="auto">
          <a:xfrm>
            <a:off x="4603750" y="3705225"/>
            <a:ext cx="317500" cy="369888"/>
            <a:chOff x="1614533" y="4280420"/>
            <a:chExt cx="317511" cy="369332"/>
          </a:xfrm>
        </p:grpSpPr>
        <p:sp>
          <p:nvSpPr>
            <p:cNvPr id="218219" name="Oval 501">
              <a:extLst>
                <a:ext uri="{FF2B5EF4-FFF2-40B4-BE49-F238E27FC236}">
                  <a16:creationId xmlns:a16="http://schemas.microsoft.com/office/drawing/2014/main" id="{4C153A41-19C6-A957-0152-CC86EC9ED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8337" y="4321838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18220" name="TextBox 502">
              <a:extLst>
                <a:ext uri="{FF2B5EF4-FFF2-40B4-BE49-F238E27FC236}">
                  <a16:creationId xmlns:a16="http://schemas.microsoft.com/office/drawing/2014/main" id="{E48851D8-F762-AEDE-FC95-4C8EEFA66D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4533" y="4280420"/>
              <a:ext cx="31304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/>
                <a:t>2</a:t>
              </a:r>
            </a:p>
          </p:txBody>
        </p:sp>
      </p:grpSp>
      <p:sp>
        <p:nvSpPr>
          <p:cNvPr id="218130" name="TextBox 503">
            <a:extLst>
              <a:ext uri="{FF2B5EF4-FFF2-40B4-BE49-F238E27FC236}">
                <a16:creationId xmlns:a16="http://schemas.microsoft.com/office/drawing/2014/main" id="{9841A89C-AF53-7CBD-4B6D-EA29171CC3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38514" y="3398838"/>
            <a:ext cx="2033587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>
                <a:latin typeface="Arial Narrow" panose="020B0604020202020204" pitchFamily="34" charset="0"/>
              </a:rPr>
              <a:t>2. Bob browses</a:t>
            </a:r>
          </a:p>
          <a:p>
            <a:r>
              <a:rPr lang="en-US" altLang="en-US" sz="1800">
                <a:latin typeface="Arial Narrow" panose="020B0604020202020204" pitchFamily="34" charset="0"/>
              </a:rPr>
              <a:t>Netflix video</a:t>
            </a:r>
          </a:p>
        </p:txBody>
      </p:sp>
      <p:cxnSp>
        <p:nvCxnSpPr>
          <p:cNvPr id="218131" name="Straight Arrow Connector 504">
            <a:extLst>
              <a:ext uri="{FF2B5EF4-FFF2-40B4-BE49-F238E27FC236}">
                <a16:creationId xmlns:a16="http://schemas.microsoft.com/office/drawing/2014/main" id="{EACDC3F9-2178-BB98-1233-31E3312E0520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076826" y="2827339"/>
            <a:ext cx="3175" cy="2352675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18132" name="Group 506">
            <a:extLst>
              <a:ext uri="{FF2B5EF4-FFF2-40B4-BE49-F238E27FC236}">
                <a16:creationId xmlns:a16="http://schemas.microsoft.com/office/drawing/2014/main" id="{8593DD34-61B0-6EF9-84C3-A3DB7F7B4A84}"/>
              </a:ext>
            </a:extLst>
          </p:cNvPr>
          <p:cNvGrpSpPr>
            <a:grpSpLocks/>
          </p:cNvGrpSpPr>
          <p:nvPr/>
        </p:nvGrpSpPr>
        <p:grpSpPr bwMode="auto">
          <a:xfrm>
            <a:off x="4903788" y="3862389"/>
            <a:ext cx="317500" cy="369887"/>
            <a:chOff x="1614533" y="4280420"/>
            <a:chExt cx="317511" cy="369332"/>
          </a:xfrm>
        </p:grpSpPr>
        <p:sp>
          <p:nvSpPr>
            <p:cNvPr id="218217" name="Oval 507">
              <a:extLst>
                <a:ext uri="{FF2B5EF4-FFF2-40B4-BE49-F238E27FC236}">
                  <a16:creationId xmlns:a16="http://schemas.microsoft.com/office/drawing/2014/main" id="{B966FB9C-A829-ADB0-257C-0B5DD31D0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8337" y="4321838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18218" name="TextBox 508">
              <a:extLst>
                <a:ext uri="{FF2B5EF4-FFF2-40B4-BE49-F238E27FC236}">
                  <a16:creationId xmlns:a16="http://schemas.microsoft.com/office/drawing/2014/main" id="{796861E8-B23B-67CF-31CB-537DD1E11F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4533" y="4280420"/>
              <a:ext cx="31304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/>
                <a:t>3</a:t>
              </a:r>
            </a:p>
          </p:txBody>
        </p:sp>
      </p:grpSp>
      <p:sp>
        <p:nvSpPr>
          <p:cNvPr id="218133" name="TextBox 509">
            <a:extLst>
              <a:ext uri="{FF2B5EF4-FFF2-40B4-BE49-F238E27FC236}">
                <a16:creationId xmlns:a16="http://schemas.microsoft.com/office/drawing/2014/main" id="{A8D41EA5-DB84-9D51-CBC5-BC3C3EC9C4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89525" y="3038475"/>
            <a:ext cx="1785938" cy="922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>
                <a:latin typeface="Arial Narrow" panose="020B0604020202020204" pitchFamily="34" charset="0"/>
              </a:rPr>
              <a:t>3. Manifest file</a:t>
            </a:r>
          </a:p>
          <a:p>
            <a:r>
              <a:rPr lang="en-US" altLang="en-US" sz="1800">
                <a:latin typeface="Arial Narrow" panose="020B0604020202020204" pitchFamily="34" charset="0"/>
              </a:rPr>
              <a:t>returned for </a:t>
            </a:r>
          </a:p>
          <a:p>
            <a:r>
              <a:rPr lang="en-US" altLang="en-US" sz="1800">
                <a:latin typeface="Arial Narrow" panose="020B0604020202020204" pitchFamily="34" charset="0"/>
              </a:rPr>
              <a:t>requested video</a:t>
            </a:r>
          </a:p>
        </p:txBody>
      </p:sp>
      <p:sp>
        <p:nvSpPr>
          <p:cNvPr id="61446" name="Right Arrow 61445">
            <a:extLst>
              <a:ext uri="{FF2B5EF4-FFF2-40B4-BE49-F238E27FC236}">
                <a16:creationId xmlns:a16="http://schemas.microsoft.com/office/drawing/2014/main" id="{FBB1A2C3-134F-F374-9C38-5F13FA910FAC}"/>
              </a:ext>
            </a:extLst>
          </p:cNvPr>
          <p:cNvSpPr/>
          <p:nvPr/>
        </p:nvSpPr>
        <p:spPr bwMode="auto">
          <a:xfrm rot="10543217">
            <a:off x="5239373" y="5249206"/>
            <a:ext cx="2215511" cy="391437"/>
          </a:xfrm>
          <a:prstGeom prst="rightArrow">
            <a:avLst/>
          </a:prstGeom>
          <a:gradFill flip="none" rotWithShape="1">
            <a:gsLst>
              <a:gs pos="0">
                <a:srgbClr val="000090"/>
              </a:gs>
              <a:gs pos="100000">
                <a:srgbClr val="FFFFFF"/>
              </a:gs>
            </a:gsLst>
            <a:lin ang="10260000" scaled="0"/>
            <a:tileRect/>
          </a:gradFill>
          <a:ln w="15875">
            <a:gradFill flip="none" rotWithShape="1">
              <a:gsLst>
                <a:gs pos="0">
                  <a:srgbClr val="000090"/>
                </a:gs>
                <a:gs pos="100000">
                  <a:srgbClr val="FFFFFF"/>
                </a:gs>
              </a:gsLst>
              <a:lin ang="0" scaled="1"/>
              <a:tileRect/>
            </a:gradFill>
          </a:ln>
        </p:spPr>
        <p:txBody>
          <a:bodyPr wrap="none"/>
          <a:lstStyle/>
          <a:p>
            <a:pPr>
              <a:buFont typeface="ZapfDingbats" charset="0"/>
              <a:buNone/>
              <a:defRPr/>
            </a:pPr>
            <a:endParaRPr lang="en-US" dirty="0">
              <a:latin typeface="Comic Sans MS" pitchFamily="66" charset="0"/>
              <a:ea typeface="ＭＳ Ｐゴシック" charset="0"/>
              <a:cs typeface="ＭＳ Ｐゴシック" charset="0"/>
            </a:endParaRPr>
          </a:p>
        </p:txBody>
      </p:sp>
      <p:cxnSp>
        <p:nvCxnSpPr>
          <p:cNvPr id="218137" name="Straight Arrow Connector 513">
            <a:extLst>
              <a:ext uri="{FF2B5EF4-FFF2-40B4-BE49-F238E27FC236}">
                <a16:creationId xmlns:a16="http://schemas.microsoft.com/office/drawing/2014/main" id="{282F396C-BE13-CC32-C6D4-F9D45DB7108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422900" y="5110164"/>
            <a:ext cx="1892300" cy="147637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18138" name="TextBox 516">
            <a:extLst>
              <a:ext uri="{FF2B5EF4-FFF2-40B4-BE49-F238E27FC236}">
                <a16:creationId xmlns:a16="http://schemas.microsoft.com/office/drawing/2014/main" id="{B3F22ED6-F8F3-1EBE-F775-13759F4043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86425" y="5622926"/>
            <a:ext cx="1785938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>
                <a:latin typeface="Arial Narrow" panose="020B0604020202020204" pitchFamily="34" charset="0"/>
              </a:rPr>
              <a:t>4. DASH streaming</a:t>
            </a:r>
          </a:p>
        </p:txBody>
      </p:sp>
      <p:cxnSp>
        <p:nvCxnSpPr>
          <p:cNvPr id="218139" name="Straight Arrow Connector 517">
            <a:extLst>
              <a:ext uri="{FF2B5EF4-FFF2-40B4-BE49-F238E27FC236}">
                <a16:creationId xmlns:a16="http://schemas.microsoft.com/office/drawing/2014/main" id="{10FA0EB7-74EB-71DC-39A7-EBCFDBA21900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489701" y="2497139"/>
            <a:ext cx="2049463" cy="26987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18140" name="Straight Arrow Connector 521">
            <a:extLst>
              <a:ext uri="{FF2B5EF4-FFF2-40B4-BE49-F238E27FC236}">
                <a16:creationId xmlns:a16="http://schemas.microsoft.com/office/drawing/2014/main" id="{AE99AC7D-DCC1-71A1-52FA-A17E1BB2BD5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499226" y="2540001"/>
            <a:ext cx="1541463" cy="1133475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18141" name="Straight Arrow Connector 523">
            <a:extLst>
              <a:ext uri="{FF2B5EF4-FFF2-40B4-BE49-F238E27FC236}">
                <a16:creationId xmlns:a16="http://schemas.microsoft.com/office/drawing/2014/main" id="{82AD0CF0-B286-F11C-34A7-D0D281EA752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489700" y="2554289"/>
            <a:ext cx="2019300" cy="2706687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18142" name="TextBox 527">
            <a:extLst>
              <a:ext uri="{FF2B5EF4-FFF2-40B4-BE49-F238E27FC236}">
                <a16:creationId xmlns:a16="http://schemas.microsoft.com/office/drawing/2014/main" id="{1A6D26AC-4982-102B-E16D-7AA3C5B642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37289" y="1644651"/>
            <a:ext cx="2033587" cy="79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ts val="1800"/>
              </a:lnSpc>
            </a:pPr>
            <a:r>
              <a:rPr lang="en-US" altLang="en-US" sz="1800">
                <a:latin typeface="Arial Narrow" panose="020B0604020202020204" pitchFamily="34" charset="0"/>
              </a:rPr>
              <a:t>upload copies of multiple versions of video to CDN servers</a:t>
            </a:r>
          </a:p>
        </p:txBody>
      </p:sp>
      <p:grpSp>
        <p:nvGrpSpPr>
          <p:cNvPr id="218143" name="Group 383">
            <a:extLst>
              <a:ext uri="{FF2B5EF4-FFF2-40B4-BE49-F238E27FC236}">
                <a16:creationId xmlns:a16="http://schemas.microsoft.com/office/drawing/2014/main" id="{72AB7973-B73C-65F8-7C4E-BE0E6BA73350}"/>
              </a:ext>
            </a:extLst>
          </p:cNvPr>
          <p:cNvGrpSpPr>
            <a:grpSpLocks/>
          </p:cNvGrpSpPr>
          <p:nvPr/>
        </p:nvGrpSpPr>
        <p:grpSpPr bwMode="auto">
          <a:xfrm>
            <a:off x="7921626" y="3060700"/>
            <a:ext cx="1374775" cy="1354138"/>
            <a:chOff x="7030938" y="1184076"/>
            <a:chExt cx="1375947" cy="1355492"/>
          </a:xfrm>
        </p:grpSpPr>
        <p:sp>
          <p:nvSpPr>
            <p:cNvPr id="218182" name="Freeform 1287">
              <a:extLst>
                <a:ext uri="{FF2B5EF4-FFF2-40B4-BE49-F238E27FC236}">
                  <a16:creationId xmlns:a16="http://schemas.microsoft.com/office/drawing/2014/main" id="{11587E41-5E75-9E71-4773-263A6849F546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7030938" y="1184076"/>
              <a:ext cx="1300345" cy="1355492"/>
            </a:xfrm>
            <a:custGeom>
              <a:avLst/>
              <a:gdLst>
                <a:gd name="T0" fmla="*/ 2147483647 w 10000"/>
                <a:gd name="T1" fmla="*/ 313820797 h 10000"/>
                <a:gd name="T2" fmla="*/ 2147483647 w 10000"/>
                <a:gd name="T3" fmla="*/ 1882906618 h 10000"/>
                <a:gd name="T4" fmla="*/ 2147483647 w 10000"/>
                <a:gd name="T5" fmla="*/ 2147483647 h 10000"/>
                <a:gd name="T6" fmla="*/ 1806182456 w 10000"/>
                <a:gd name="T7" fmla="*/ 2147483647 h 10000"/>
                <a:gd name="T8" fmla="*/ 367550316 w 10000"/>
                <a:gd name="T9" fmla="*/ 2147483647 h 10000"/>
                <a:gd name="T10" fmla="*/ 255562134 w 10000"/>
                <a:gd name="T11" fmla="*/ 2147483647 h 10000"/>
                <a:gd name="T12" fmla="*/ 2147483647 w 10000"/>
                <a:gd name="T13" fmla="*/ 2147483647 h 10000"/>
                <a:gd name="T14" fmla="*/ 2147483647 w 10000"/>
                <a:gd name="T15" fmla="*/ 2147483647 h 10000"/>
                <a:gd name="T16" fmla="*/ 2147483647 w 10000"/>
                <a:gd name="T17" fmla="*/ 2147483647 h 10000"/>
                <a:gd name="T18" fmla="*/ 2147483647 w 10000"/>
                <a:gd name="T19" fmla="*/ 2147483647 h 10000"/>
                <a:gd name="T20" fmla="*/ 2147483647 w 10000"/>
                <a:gd name="T21" fmla="*/ 2147483647 h 10000"/>
                <a:gd name="T22" fmla="*/ 2147483647 w 10000"/>
                <a:gd name="T23" fmla="*/ 2147483647 h 10000"/>
                <a:gd name="T24" fmla="*/ 2147483647 w 10000"/>
                <a:gd name="T25" fmla="*/ 2147483647 h 10000"/>
                <a:gd name="T26" fmla="*/ 2147483647 w 10000"/>
                <a:gd name="T27" fmla="*/ 2147483647 h 10000"/>
                <a:gd name="T28" fmla="*/ 2147483647 w 10000"/>
                <a:gd name="T29" fmla="*/ 2147483647 h 10000"/>
                <a:gd name="T30" fmla="*/ 2147483647 w 10000"/>
                <a:gd name="T31" fmla="*/ 537978644 h 10000"/>
                <a:gd name="T32" fmla="*/ 2147483647 w 10000"/>
                <a:gd name="T33" fmla="*/ 12457243 h 10000"/>
                <a:gd name="T34" fmla="*/ 2147483647 w 10000"/>
                <a:gd name="T35" fmla="*/ 313820797 h 100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000" h="10000">
                  <a:moveTo>
                    <a:pt x="6270" y="126"/>
                  </a:moveTo>
                  <a:cubicBezTo>
                    <a:pt x="5642" y="245"/>
                    <a:pt x="4469" y="528"/>
                    <a:pt x="3738" y="756"/>
                  </a:cubicBezTo>
                  <a:cubicBezTo>
                    <a:pt x="3007" y="984"/>
                    <a:pt x="2405" y="1322"/>
                    <a:pt x="1887" y="1495"/>
                  </a:cubicBezTo>
                  <a:cubicBezTo>
                    <a:pt x="1369" y="1668"/>
                    <a:pt x="1195" y="1105"/>
                    <a:pt x="629" y="1793"/>
                  </a:cubicBezTo>
                  <a:cubicBezTo>
                    <a:pt x="63" y="2481"/>
                    <a:pt x="218" y="3574"/>
                    <a:pt x="128" y="4417"/>
                  </a:cubicBezTo>
                  <a:cubicBezTo>
                    <a:pt x="39" y="5260"/>
                    <a:pt x="-87" y="6368"/>
                    <a:pt x="89" y="6848"/>
                  </a:cubicBezTo>
                  <a:cubicBezTo>
                    <a:pt x="265" y="7328"/>
                    <a:pt x="491" y="7223"/>
                    <a:pt x="1207" y="7298"/>
                  </a:cubicBezTo>
                  <a:cubicBezTo>
                    <a:pt x="1924" y="7374"/>
                    <a:pt x="3641" y="7133"/>
                    <a:pt x="4406" y="7298"/>
                  </a:cubicBezTo>
                  <a:cubicBezTo>
                    <a:pt x="5171" y="7463"/>
                    <a:pt x="5298" y="7868"/>
                    <a:pt x="5779" y="8288"/>
                  </a:cubicBezTo>
                  <a:cubicBezTo>
                    <a:pt x="6260" y="8709"/>
                    <a:pt x="6848" y="9549"/>
                    <a:pt x="7290" y="9819"/>
                  </a:cubicBezTo>
                  <a:cubicBezTo>
                    <a:pt x="7731" y="10089"/>
                    <a:pt x="8124" y="10014"/>
                    <a:pt x="8448" y="9879"/>
                  </a:cubicBezTo>
                  <a:cubicBezTo>
                    <a:pt x="8771" y="9744"/>
                    <a:pt x="9056" y="9549"/>
                    <a:pt x="9252" y="9008"/>
                  </a:cubicBezTo>
                  <a:cubicBezTo>
                    <a:pt x="9448" y="8469"/>
                    <a:pt x="9537" y="7418"/>
                    <a:pt x="9644" y="6639"/>
                  </a:cubicBezTo>
                  <a:cubicBezTo>
                    <a:pt x="9752" y="5858"/>
                    <a:pt x="9851" y="5168"/>
                    <a:pt x="9899" y="4327"/>
                  </a:cubicBezTo>
                  <a:cubicBezTo>
                    <a:pt x="9949" y="3486"/>
                    <a:pt x="10076" y="2256"/>
                    <a:pt x="9939" y="1566"/>
                  </a:cubicBezTo>
                  <a:cubicBezTo>
                    <a:pt x="9802" y="876"/>
                    <a:pt x="9478" y="471"/>
                    <a:pt x="9075" y="216"/>
                  </a:cubicBezTo>
                  <a:cubicBezTo>
                    <a:pt x="8674" y="-39"/>
                    <a:pt x="7997" y="20"/>
                    <a:pt x="7525" y="5"/>
                  </a:cubicBezTo>
                  <a:cubicBezTo>
                    <a:pt x="7055" y="-9"/>
                    <a:pt x="6898" y="5"/>
                    <a:pt x="6270" y="126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8183" name="Group 249">
              <a:extLst>
                <a:ext uri="{FF2B5EF4-FFF2-40B4-BE49-F238E27FC236}">
                  <a16:creationId xmlns:a16="http://schemas.microsoft.com/office/drawing/2014/main" id="{4A2B7249-17B7-7E90-6C02-B3A2DAFDBD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1141" y="1665569"/>
              <a:ext cx="365533" cy="637551"/>
              <a:chOff x="4140" y="429"/>
              <a:chExt cx="1425" cy="2396"/>
            </a:xfrm>
          </p:grpSpPr>
          <p:sp>
            <p:nvSpPr>
              <p:cNvPr id="218185" name="Freeform 250">
                <a:extLst>
                  <a:ext uri="{FF2B5EF4-FFF2-40B4-BE49-F238E27FC236}">
                    <a16:creationId xmlns:a16="http://schemas.microsoft.com/office/drawing/2014/main" id="{2947108A-EB97-D3B6-B770-88BCB1609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7 w 354"/>
                  <a:gd name="T1" fmla="*/ 0 h 2742"/>
                  <a:gd name="T2" fmla="*/ 93 w 354"/>
                  <a:gd name="T3" fmla="*/ 114 h 2742"/>
                  <a:gd name="T4" fmla="*/ 91 w 354"/>
                  <a:gd name="T5" fmla="*/ 881 h 2742"/>
                  <a:gd name="T6" fmla="*/ 0 w 354"/>
                  <a:gd name="T7" fmla="*/ 921 h 2742"/>
                  <a:gd name="T8" fmla="*/ 1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" name="Rectangle 251">
                <a:extLst>
                  <a:ext uri="{FF2B5EF4-FFF2-40B4-BE49-F238E27FC236}">
                    <a16:creationId xmlns:a16="http://schemas.microsoft.com/office/drawing/2014/main" id="{0BB10F30-4FF5-64F6-2FEB-77F2AD100C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35"/>
                <a:ext cx="1053" cy="227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187" name="Freeform 252">
                <a:extLst>
                  <a:ext uri="{FF2B5EF4-FFF2-40B4-BE49-F238E27FC236}">
                    <a16:creationId xmlns:a16="http://schemas.microsoft.com/office/drawing/2014/main" id="{B01377AF-864B-CD1E-19AC-086473238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6 w 211"/>
                  <a:gd name="T3" fmla="*/ 73 h 2537"/>
                  <a:gd name="T4" fmla="*/ 2 w 211"/>
                  <a:gd name="T5" fmla="*/ 83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88" name="Freeform 253">
                <a:extLst>
                  <a:ext uri="{FF2B5EF4-FFF2-40B4-BE49-F238E27FC236}">
                    <a16:creationId xmlns:a16="http://schemas.microsoft.com/office/drawing/2014/main" id="{1640D779-C924-76FA-B621-9F7EAF7CD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3 h 226"/>
                  <a:gd name="T4" fmla="*/ 87 w 328"/>
                  <a:gd name="T5" fmla="*/ 77 h 226"/>
                  <a:gd name="T6" fmla="*/ 0 w 328"/>
                  <a:gd name="T7" fmla="*/ 3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" name="Rectangle 254">
                <a:extLst>
                  <a:ext uri="{FF2B5EF4-FFF2-40B4-BE49-F238E27FC236}">
                    <a16:creationId xmlns:a16="http://schemas.microsoft.com/office/drawing/2014/main" id="{0E08580B-CEEA-F8E2-18BC-21734C4DCD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698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18190" name="Group 255">
                <a:extLst>
                  <a:ext uri="{FF2B5EF4-FFF2-40B4-BE49-F238E27FC236}">
                    <a16:creationId xmlns:a16="http://schemas.microsoft.com/office/drawing/2014/main" id="{5F50A4F3-E220-DE5C-148A-A1930DDD25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66" name="AutoShape 256">
                  <a:extLst>
                    <a:ext uri="{FF2B5EF4-FFF2-40B4-BE49-F238E27FC236}">
                      <a16:creationId xmlns:a16="http://schemas.microsoft.com/office/drawing/2014/main" id="{CA38F8D9-3616-5611-0938-5354F3A3FF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4"/>
                  <a:ext cx="727" cy="132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67" name="AutoShape 257">
                  <a:extLst>
                    <a:ext uri="{FF2B5EF4-FFF2-40B4-BE49-F238E27FC236}">
                      <a16:creationId xmlns:a16="http://schemas.microsoft.com/office/drawing/2014/main" id="{8FF9E55E-6E22-8237-51C2-E34217C264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5"/>
                  <a:ext cx="696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01" name="Rectangle 258">
                <a:extLst>
                  <a:ext uri="{FF2B5EF4-FFF2-40B4-BE49-F238E27FC236}">
                    <a16:creationId xmlns:a16="http://schemas.microsoft.com/office/drawing/2014/main" id="{741FD258-8E71-DD0A-49BC-F98E94E75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020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18192" name="Group 259">
                <a:extLst>
                  <a:ext uri="{FF2B5EF4-FFF2-40B4-BE49-F238E27FC236}">
                    <a16:creationId xmlns:a16="http://schemas.microsoft.com/office/drawing/2014/main" id="{4625E9D7-60DC-1481-BFE1-7E159730803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63" name="AutoShape 260">
                  <a:extLst>
                    <a:ext uri="{FF2B5EF4-FFF2-40B4-BE49-F238E27FC236}">
                      <a16:creationId xmlns:a16="http://schemas.microsoft.com/office/drawing/2014/main" id="{9724A09C-003D-DA20-344F-05C7F3CCEC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77"/>
                  <a:ext cx="727" cy="13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64" name="AutoShape 261">
                  <a:extLst>
                    <a:ext uri="{FF2B5EF4-FFF2-40B4-BE49-F238E27FC236}">
                      <a16:creationId xmlns:a16="http://schemas.microsoft.com/office/drawing/2014/main" id="{4BA3F061-2D47-B8B1-F39C-5952125EE2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95"/>
                  <a:ext cx="696" cy="9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17" name="Rectangle 262">
                <a:extLst>
                  <a:ext uri="{FF2B5EF4-FFF2-40B4-BE49-F238E27FC236}">
                    <a16:creationId xmlns:a16="http://schemas.microsoft.com/office/drawing/2014/main" id="{F366C70C-0EAD-3C85-EBD9-5B69EC3287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55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8" name="Rectangle 263">
                <a:extLst>
                  <a:ext uri="{FF2B5EF4-FFF2-40B4-BE49-F238E27FC236}">
                    <a16:creationId xmlns:a16="http://schemas.microsoft.com/office/drawing/2014/main" id="{28F81781-A320-BF8A-225D-24D694410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3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18195" name="Group 264">
                <a:extLst>
                  <a:ext uri="{FF2B5EF4-FFF2-40B4-BE49-F238E27FC236}">
                    <a16:creationId xmlns:a16="http://schemas.microsoft.com/office/drawing/2014/main" id="{C557C92E-2701-36E7-810B-64FCFC6670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59" name="AutoShape 265">
                  <a:extLst>
                    <a:ext uri="{FF2B5EF4-FFF2-40B4-BE49-F238E27FC236}">
                      <a16:creationId xmlns:a16="http://schemas.microsoft.com/office/drawing/2014/main" id="{006C9059-BF68-CFE9-10D5-4C137D3F51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76"/>
                  <a:ext cx="718" cy="132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62" name="AutoShape 266">
                  <a:extLst>
                    <a:ext uri="{FF2B5EF4-FFF2-40B4-BE49-F238E27FC236}">
                      <a16:creationId xmlns:a16="http://schemas.microsoft.com/office/drawing/2014/main" id="{7CF5C8C2-8B72-C40C-9F85-FD2E49312F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92"/>
                  <a:ext cx="687" cy="9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18196" name="Freeform 267">
                <a:extLst>
                  <a:ext uri="{FF2B5EF4-FFF2-40B4-BE49-F238E27FC236}">
                    <a16:creationId xmlns:a16="http://schemas.microsoft.com/office/drawing/2014/main" id="{F98E987A-70CE-E135-D98E-329AED3EB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2 h 226"/>
                  <a:gd name="T4" fmla="*/ 87 w 328"/>
                  <a:gd name="T5" fmla="*/ 75 h 226"/>
                  <a:gd name="T6" fmla="*/ 0 w 328"/>
                  <a:gd name="T7" fmla="*/ 3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18197" name="Group 268">
                <a:extLst>
                  <a:ext uri="{FF2B5EF4-FFF2-40B4-BE49-F238E27FC236}">
                    <a16:creationId xmlns:a16="http://schemas.microsoft.com/office/drawing/2014/main" id="{55F6C684-D5FF-F206-B7E0-7BEC37F738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55" name="AutoShape 269">
                  <a:extLst>
                    <a:ext uri="{FF2B5EF4-FFF2-40B4-BE49-F238E27FC236}">
                      <a16:creationId xmlns:a16="http://schemas.microsoft.com/office/drawing/2014/main" id="{FE169DB8-5C1F-13E5-43FC-AB0C065A8A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66"/>
                  <a:ext cx="725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57" name="AutoShape 270">
                  <a:extLst>
                    <a:ext uri="{FF2B5EF4-FFF2-40B4-BE49-F238E27FC236}">
                      <a16:creationId xmlns:a16="http://schemas.microsoft.com/office/drawing/2014/main" id="{86832DA9-6DDF-7E6B-E2CF-E83444F0DE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3" y="2584"/>
                  <a:ext cx="694" cy="11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3" name="Rectangle 271">
                <a:extLst>
                  <a:ext uri="{FF2B5EF4-FFF2-40B4-BE49-F238E27FC236}">
                    <a16:creationId xmlns:a16="http://schemas.microsoft.com/office/drawing/2014/main" id="{B749EBAD-D605-E16A-02A3-012ECB4FF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35"/>
                <a:ext cx="68" cy="2281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199" name="Freeform 272">
                <a:extLst>
                  <a:ext uri="{FF2B5EF4-FFF2-40B4-BE49-F238E27FC236}">
                    <a16:creationId xmlns:a16="http://schemas.microsoft.com/office/drawing/2014/main" id="{3C3F29BA-D948-D5F8-BF15-0E8E182AE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7 w 296"/>
                  <a:gd name="T3" fmla="*/ 47 h 256"/>
                  <a:gd name="T4" fmla="*/ 78 w 296"/>
                  <a:gd name="T5" fmla="*/ 85 h 256"/>
                  <a:gd name="T6" fmla="*/ 0 w 296"/>
                  <a:gd name="T7" fmla="*/ 3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00" name="Freeform 273">
                <a:extLst>
                  <a:ext uri="{FF2B5EF4-FFF2-40B4-BE49-F238E27FC236}">
                    <a16:creationId xmlns:a16="http://schemas.microsoft.com/office/drawing/2014/main" id="{9E20A6C6-CAE6-D1F5-2C2A-AA0C954B4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81 w 304"/>
                  <a:gd name="T3" fmla="*/ 55 h 288"/>
                  <a:gd name="T4" fmla="*/ 76 w 304"/>
                  <a:gd name="T5" fmla="*/ 97 h 288"/>
                  <a:gd name="T6" fmla="*/ 2 w 304"/>
                  <a:gd name="T7" fmla="*/ 4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" name="Oval 274">
                <a:extLst>
                  <a:ext uri="{FF2B5EF4-FFF2-40B4-BE49-F238E27FC236}">
                    <a16:creationId xmlns:a16="http://schemas.microsoft.com/office/drawing/2014/main" id="{E1CBAF31-DFF3-BF40-0D42-6297B54ABC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6" y="2609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202" name="Freeform 275">
                <a:extLst>
                  <a:ext uri="{FF2B5EF4-FFF2-40B4-BE49-F238E27FC236}">
                    <a16:creationId xmlns:a16="http://schemas.microsoft.com/office/drawing/2014/main" id="{51267428-1646-4878-4E3C-7848D554D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6 h 240"/>
                  <a:gd name="T2" fmla="*/ 2 w 306"/>
                  <a:gd name="T3" fmla="*/ 81 h 240"/>
                  <a:gd name="T4" fmla="*/ 81 w 306"/>
                  <a:gd name="T5" fmla="*/ 37 h 240"/>
                  <a:gd name="T6" fmla="*/ 78 w 306"/>
                  <a:gd name="T7" fmla="*/ 0 h 240"/>
                  <a:gd name="T8" fmla="*/ 0 w 306"/>
                  <a:gd name="T9" fmla="*/ 3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" name="AutoShape 276">
                <a:extLst>
                  <a:ext uri="{FF2B5EF4-FFF2-40B4-BE49-F238E27FC236}">
                    <a16:creationId xmlns:a16="http://schemas.microsoft.com/office/drawing/2014/main" id="{F3B5C5E1-A800-3A8C-0C31-0E3FEEB6A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1" y="2680"/>
                <a:ext cx="1202" cy="143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4" name="AutoShape 277">
                <a:extLst>
                  <a:ext uri="{FF2B5EF4-FFF2-40B4-BE49-F238E27FC236}">
                    <a16:creationId xmlns:a16="http://schemas.microsoft.com/office/drawing/2014/main" id="{50452528-5879-CEBE-8114-F659727FC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10"/>
                <a:ext cx="1078" cy="7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5" name="Oval 278">
                <a:extLst>
                  <a:ext uri="{FF2B5EF4-FFF2-40B4-BE49-F238E27FC236}">
                    <a16:creationId xmlns:a16="http://schemas.microsoft.com/office/drawing/2014/main" id="{814FA70D-F54A-5894-BD77-F5427AC3EB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2382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7" name="Oval 279">
                <a:extLst>
                  <a:ext uri="{FF2B5EF4-FFF2-40B4-BE49-F238E27FC236}">
                    <a16:creationId xmlns:a16="http://schemas.microsoft.com/office/drawing/2014/main" id="{A404286B-8AE1-40B7-746E-73C5A818A9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2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buFont typeface="ZapfDingbats" charset="0"/>
                  <a:buNone/>
                  <a:defRPr/>
                </a:pPr>
                <a:endParaRPr lang="en-US" dirty="0">
                  <a:solidFill>
                    <a:srgbClr val="FF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52" name="Oval 280">
                <a:extLst>
                  <a:ext uri="{FF2B5EF4-FFF2-40B4-BE49-F238E27FC236}">
                    <a16:creationId xmlns:a16="http://schemas.microsoft.com/office/drawing/2014/main" id="{6EA76AB8-A106-8552-CF5E-FF886C9F6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82"/>
                <a:ext cx="161" cy="137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54" name="Rectangle 281">
                <a:extLst>
                  <a:ext uri="{FF2B5EF4-FFF2-40B4-BE49-F238E27FC236}">
                    <a16:creationId xmlns:a16="http://schemas.microsoft.com/office/drawing/2014/main" id="{F675C96A-E9D9-0A4E-5C89-4D34A3102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2"/>
                <a:ext cx="87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18184" name="TextBox 492">
              <a:extLst>
                <a:ext uri="{FF2B5EF4-FFF2-40B4-BE49-F238E27FC236}">
                  <a16:creationId xmlns:a16="http://schemas.microsoft.com/office/drawing/2014/main" id="{EADA8722-EB3E-AC2E-113F-8A0B0FFD0B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0043" y="1655943"/>
              <a:ext cx="806842" cy="5545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800"/>
                </a:lnSpc>
              </a:pPr>
              <a:r>
                <a:rPr lang="en-US" altLang="en-US" sz="1800">
                  <a:latin typeface="Arial Narrow" panose="020B0604020202020204" pitchFamily="34" charset="0"/>
                </a:rPr>
                <a:t>CDN</a:t>
              </a:r>
            </a:p>
            <a:p>
              <a:pPr>
                <a:lnSpc>
                  <a:spcPts val="1800"/>
                </a:lnSpc>
              </a:pPr>
              <a:r>
                <a:rPr lang="en-US" altLang="en-US" sz="1800">
                  <a:latin typeface="Arial Narrow" panose="020B0604020202020204" pitchFamily="34" charset="0"/>
                </a:rPr>
                <a:t>server </a:t>
              </a:r>
            </a:p>
          </p:txBody>
        </p:sp>
      </p:grpSp>
      <p:grpSp>
        <p:nvGrpSpPr>
          <p:cNvPr id="218144" name="Group 468">
            <a:extLst>
              <a:ext uri="{FF2B5EF4-FFF2-40B4-BE49-F238E27FC236}">
                <a16:creationId xmlns:a16="http://schemas.microsoft.com/office/drawing/2014/main" id="{BD359D1A-287A-5A96-4387-CCE79735C8F4}"/>
              </a:ext>
            </a:extLst>
          </p:cNvPr>
          <p:cNvGrpSpPr>
            <a:grpSpLocks/>
          </p:cNvGrpSpPr>
          <p:nvPr/>
        </p:nvGrpSpPr>
        <p:grpSpPr bwMode="auto">
          <a:xfrm>
            <a:off x="7558088" y="4451351"/>
            <a:ext cx="1376362" cy="1355725"/>
            <a:chOff x="7030938" y="1184076"/>
            <a:chExt cx="1375947" cy="1355492"/>
          </a:xfrm>
        </p:grpSpPr>
        <p:sp>
          <p:nvSpPr>
            <p:cNvPr id="218147" name="Freeform 1287">
              <a:extLst>
                <a:ext uri="{FF2B5EF4-FFF2-40B4-BE49-F238E27FC236}">
                  <a16:creationId xmlns:a16="http://schemas.microsoft.com/office/drawing/2014/main" id="{DC172EB0-1BDE-5374-0295-6DA4BCA59828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7030938" y="1184076"/>
              <a:ext cx="1300345" cy="1355492"/>
            </a:xfrm>
            <a:custGeom>
              <a:avLst/>
              <a:gdLst>
                <a:gd name="T0" fmla="*/ 2147483647 w 10000"/>
                <a:gd name="T1" fmla="*/ 313820797 h 10000"/>
                <a:gd name="T2" fmla="*/ 2147483647 w 10000"/>
                <a:gd name="T3" fmla="*/ 1882906618 h 10000"/>
                <a:gd name="T4" fmla="*/ 2147483647 w 10000"/>
                <a:gd name="T5" fmla="*/ 2147483647 h 10000"/>
                <a:gd name="T6" fmla="*/ 1806182456 w 10000"/>
                <a:gd name="T7" fmla="*/ 2147483647 h 10000"/>
                <a:gd name="T8" fmla="*/ 367550316 w 10000"/>
                <a:gd name="T9" fmla="*/ 2147483647 h 10000"/>
                <a:gd name="T10" fmla="*/ 255562134 w 10000"/>
                <a:gd name="T11" fmla="*/ 2147483647 h 10000"/>
                <a:gd name="T12" fmla="*/ 2147483647 w 10000"/>
                <a:gd name="T13" fmla="*/ 2147483647 h 10000"/>
                <a:gd name="T14" fmla="*/ 2147483647 w 10000"/>
                <a:gd name="T15" fmla="*/ 2147483647 h 10000"/>
                <a:gd name="T16" fmla="*/ 2147483647 w 10000"/>
                <a:gd name="T17" fmla="*/ 2147483647 h 10000"/>
                <a:gd name="T18" fmla="*/ 2147483647 w 10000"/>
                <a:gd name="T19" fmla="*/ 2147483647 h 10000"/>
                <a:gd name="T20" fmla="*/ 2147483647 w 10000"/>
                <a:gd name="T21" fmla="*/ 2147483647 h 10000"/>
                <a:gd name="T22" fmla="*/ 2147483647 w 10000"/>
                <a:gd name="T23" fmla="*/ 2147483647 h 10000"/>
                <a:gd name="T24" fmla="*/ 2147483647 w 10000"/>
                <a:gd name="T25" fmla="*/ 2147483647 h 10000"/>
                <a:gd name="T26" fmla="*/ 2147483647 w 10000"/>
                <a:gd name="T27" fmla="*/ 2147483647 h 10000"/>
                <a:gd name="T28" fmla="*/ 2147483647 w 10000"/>
                <a:gd name="T29" fmla="*/ 2147483647 h 10000"/>
                <a:gd name="T30" fmla="*/ 2147483647 w 10000"/>
                <a:gd name="T31" fmla="*/ 537978644 h 10000"/>
                <a:gd name="T32" fmla="*/ 2147483647 w 10000"/>
                <a:gd name="T33" fmla="*/ 12457243 h 10000"/>
                <a:gd name="T34" fmla="*/ 2147483647 w 10000"/>
                <a:gd name="T35" fmla="*/ 313820797 h 100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000" h="10000">
                  <a:moveTo>
                    <a:pt x="6270" y="126"/>
                  </a:moveTo>
                  <a:cubicBezTo>
                    <a:pt x="5642" y="245"/>
                    <a:pt x="4469" y="528"/>
                    <a:pt x="3738" y="756"/>
                  </a:cubicBezTo>
                  <a:cubicBezTo>
                    <a:pt x="3007" y="984"/>
                    <a:pt x="2405" y="1322"/>
                    <a:pt x="1887" y="1495"/>
                  </a:cubicBezTo>
                  <a:cubicBezTo>
                    <a:pt x="1369" y="1668"/>
                    <a:pt x="1195" y="1105"/>
                    <a:pt x="629" y="1793"/>
                  </a:cubicBezTo>
                  <a:cubicBezTo>
                    <a:pt x="63" y="2481"/>
                    <a:pt x="218" y="3574"/>
                    <a:pt x="128" y="4417"/>
                  </a:cubicBezTo>
                  <a:cubicBezTo>
                    <a:pt x="39" y="5260"/>
                    <a:pt x="-87" y="6368"/>
                    <a:pt x="89" y="6848"/>
                  </a:cubicBezTo>
                  <a:cubicBezTo>
                    <a:pt x="265" y="7328"/>
                    <a:pt x="491" y="7223"/>
                    <a:pt x="1207" y="7298"/>
                  </a:cubicBezTo>
                  <a:cubicBezTo>
                    <a:pt x="1924" y="7374"/>
                    <a:pt x="3641" y="7133"/>
                    <a:pt x="4406" y="7298"/>
                  </a:cubicBezTo>
                  <a:cubicBezTo>
                    <a:pt x="5171" y="7463"/>
                    <a:pt x="5298" y="7868"/>
                    <a:pt x="5779" y="8288"/>
                  </a:cubicBezTo>
                  <a:cubicBezTo>
                    <a:pt x="6260" y="8709"/>
                    <a:pt x="6848" y="9549"/>
                    <a:pt x="7290" y="9819"/>
                  </a:cubicBezTo>
                  <a:cubicBezTo>
                    <a:pt x="7731" y="10089"/>
                    <a:pt x="8124" y="10014"/>
                    <a:pt x="8448" y="9879"/>
                  </a:cubicBezTo>
                  <a:cubicBezTo>
                    <a:pt x="8771" y="9744"/>
                    <a:pt x="9056" y="9549"/>
                    <a:pt x="9252" y="9008"/>
                  </a:cubicBezTo>
                  <a:cubicBezTo>
                    <a:pt x="9448" y="8469"/>
                    <a:pt x="9537" y="7418"/>
                    <a:pt x="9644" y="6639"/>
                  </a:cubicBezTo>
                  <a:cubicBezTo>
                    <a:pt x="9752" y="5858"/>
                    <a:pt x="9851" y="5168"/>
                    <a:pt x="9899" y="4327"/>
                  </a:cubicBezTo>
                  <a:cubicBezTo>
                    <a:pt x="9949" y="3486"/>
                    <a:pt x="10076" y="2256"/>
                    <a:pt x="9939" y="1566"/>
                  </a:cubicBezTo>
                  <a:cubicBezTo>
                    <a:pt x="9802" y="876"/>
                    <a:pt x="9478" y="471"/>
                    <a:pt x="9075" y="216"/>
                  </a:cubicBezTo>
                  <a:cubicBezTo>
                    <a:pt x="8674" y="-39"/>
                    <a:pt x="7997" y="20"/>
                    <a:pt x="7525" y="5"/>
                  </a:cubicBezTo>
                  <a:cubicBezTo>
                    <a:pt x="7055" y="-9"/>
                    <a:pt x="6898" y="5"/>
                    <a:pt x="6270" y="126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8148" name="Group 249">
              <a:extLst>
                <a:ext uri="{FF2B5EF4-FFF2-40B4-BE49-F238E27FC236}">
                  <a16:creationId xmlns:a16="http://schemas.microsoft.com/office/drawing/2014/main" id="{4BE7EA5B-7023-0106-BDD9-B3470DAA58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1141" y="1665569"/>
              <a:ext cx="365533" cy="637551"/>
              <a:chOff x="4140" y="429"/>
              <a:chExt cx="1425" cy="2396"/>
            </a:xfrm>
          </p:grpSpPr>
          <p:sp>
            <p:nvSpPr>
              <p:cNvPr id="218150" name="Freeform 250">
                <a:extLst>
                  <a:ext uri="{FF2B5EF4-FFF2-40B4-BE49-F238E27FC236}">
                    <a16:creationId xmlns:a16="http://schemas.microsoft.com/office/drawing/2014/main" id="{91DFCE47-CDFE-2FB2-8005-DFE3C78B5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7 w 354"/>
                  <a:gd name="T1" fmla="*/ 0 h 2742"/>
                  <a:gd name="T2" fmla="*/ 93 w 354"/>
                  <a:gd name="T3" fmla="*/ 114 h 2742"/>
                  <a:gd name="T4" fmla="*/ 91 w 354"/>
                  <a:gd name="T5" fmla="*/ 881 h 2742"/>
                  <a:gd name="T6" fmla="*/ 0 w 354"/>
                  <a:gd name="T7" fmla="*/ 921 h 2742"/>
                  <a:gd name="T8" fmla="*/ 1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" name="Rectangle 251">
                <a:extLst>
                  <a:ext uri="{FF2B5EF4-FFF2-40B4-BE49-F238E27FC236}">
                    <a16:creationId xmlns:a16="http://schemas.microsoft.com/office/drawing/2014/main" id="{1F5BEC58-271E-BEF9-2DCD-7936C7AFB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433"/>
                <a:ext cx="1052" cy="2279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152" name="Freeform 252">
                <a:extLst>
                  <a:ext uri="{FF2B5EF4-FFF2-40B4-BE49-F238E27FC236}">
                    <a16:creationId xmlns:a16="http://schemas.microsoft.com/office/drawing/2014/main" id="{EAEE691D-D584-30DD-F2D9-14ED73232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6 w 211"/>
                  <a:gd name="T3" fmla="*/ 73 h 2537"/>
                  <a:gd name="T4" fmla="*/ 2 w 211"/>
                  <a:gd name="T5" fmla="*/ 83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53" name="Freeform 253">
                <a:extLst>
                  <a:ext uri="{FF2B5EF4-FFF2-40B4-BE49-F238E27FC236}">
                    <a16:creationId xmlns:a16="http://schemas.microsoft.com/office/drawing/2014/main" id="{79C74402-3E9F-A786-3249-941736692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3 h 226"/>
                  <a:gd name="T4" fmla="*/ 87 w 328"/>
                  <a:gd name="T5" fmla="*/ 77 h 226"/>
                  <a:gd name="T6" fmla="*/ 0 w 328"/>
                  <a:gd name="T7" fmla="*/ 3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" name="Rectangle 254">
                <a:extLst>
                  <a:ext uri="{FF2B5EF4-FFF2-40B4-BE49-F238E27FC236}">
                    <a16:creationId xmlns:a16="http://schemas.microsoft.com/office/drawing/2014/main" id="{80EB3992-6B6C-D721-5FCB-CF4FC4E32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695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18155" name="Group 255">
                <a:extLst>
                  <a:ext uri="{FF2B5EF4-FFF2-40B4-BE49-F238E27FC236}">
                    <a16:creationId xmlns:a16="http://schemas.microsoft.com/office/drawing/2014/main" id="{70D80365-2EF4-C91A-7249-FAC30744EA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17" name="AutoShape 256">
                  <a:extLst>
                    <a:ext uri="{FF2B5EF4-FFF2-40B4-BE49-F238E27FC236}">
                      <a16:creationId xmlns:a16="http://schemas.microsoft.com/office/drawing/2014/main" id="{06D90E7F-B534-EE86-9804-460D19283B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26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18" name="AutoShape 257">
                  <a:extLst>
                    <a:ext uri="{FF2B5EF4-FFF2-40B4-BE49-F238E27FC236}">
                      <a16:creationId xmlns:a16="http://schemas.microsoft.com/office/drawing/2014/main" id="{F05FA40A-BB64-1B07-E6D5-B72F6AEB0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5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93" name="Rectangle 258">
                <a:extLst>
                  <a:ext uri="{FF2B5EF4-FFF2-40B4-BE49-F238E27FC236}">
                    <a16:creationId xmlns:a16="http://schemas.microsoft.com/office/drawing/2014/main" id="{7463986D-3599-439E-FE29-1E9976C78F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23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18157" name="Group 259">
                <a:extLst>
                  <a:ext uri="{FF2B5EF4-FFF2-40B4-BE49-F238E27FC236}">
                    <a16:creationId xmlns:a16="http://schemas.microsoft.com/office/drawing/2014/main" id="{79A929F1-9590-627D-6F77-A983CAB5C6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15" name="AutoShape 260">
                  <a:extLst>
                    <a:ext uri="{FF2B5EF4-FFF2-40B4-BE49-F238E27FC236}">
                      <a16:creationId xmlns:a16="http://schemas.microsoft.com/office/drawing/2014/main" id="{D537C722-4D01-3DF5-FACB-80443291BA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4"/>
                  <a:ext cx="726" cy="13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16" name="AutoShape 261">
                  <a:extLst>
                    <a:ext uri="{FF2B5EF4-FFF2-40B4-BE49-F238E27FC236}">
                      <a16:creationId xmlns:a16="http://schemas.microsoft.com/office/drawing/2014/main" id="{6BF29089-BF46-FD12-4C50-F3BCC4D214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92"/>
                  <a:ext cx="695" cy="9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95" name="Rectangle 262">
                <a:extLst>
                  <a:ext uri="{FF2B5EF4-FFF2-40B4-BE49-F238E27FC236}">
                    <a16:creationId xmlns:a16="http://schemas.microsoft.com/office/drawing/2014/main" id="{79B6C0D9-4B5C-52B0-C8EB-98EAC774F6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57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96" name="Rectangle 263">
                <a:extLst>
                  <a:ext uri="{FF2B5EF4-FFF2-40B4-BE49-F238E27FC236}">
                    <a16:creationId xmlns:a16="http://schemas.microsoft.com/office/drawing/2014/main" id="{4DB23040-EC7A-AB00-1EFC-0CC41CAC6C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6"/>
                <a:ext cx="600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18160" name="Group 264">
                <a:extLst>
                  <a:ext uri="{FF2B5EF4-FFF2-40B4-BE49-F238E27FC236}">
                    <a16:creationId xmlns:a16="http://schemas.microsoft.com/office/drawing/2014/main" id="{352C311E-F3E0-E7DC-202A-0DE23C6CFF7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13" name="AutoShape 265">
                  <a:extLst>
                    <a:ext uri="{FF2B5EF4-FFF2-40B4-BE49-F238E27FC236}">
                      <a16:creationId xmlns:a16="http://schemas.microsoft.com/office/drawing/2014/main" id="{D448DBD3-1388-6509-5AA2-42D5479E4E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2"/>
                  <a:ext cx="717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14" name="AutoShape 266">
                  <a:extLst>
                    <a:ext uri="{FF2B5EF4-FFF2-40B4-BE49-F238E27FC236}">
                      <a16:creationId xmlns:a16="http://schemas.microsoft.com/office/drawing/2014/main" id="{E0C26A15-3243-DFB7-44F3-1B3936B6C7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9"/>
                  <a:ext cx="686" cy="9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18161" name="Freeform 267">
                <a:extLst>
                  <a:ext uri="{FF2B5EF4-FFF2-40B4-BE49-F238E27FC236}">
                    <a16:creationId xmlns:a16="http://schemas.microsoft.com/office/drawing/2014/main" id="{F56271E7-A011-6C56-5E49-4C159AEA5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2 h 226"/>
                  <a:gd name="T4" fmla="*/ 87 w 328"/>
                  <a:gd name="T5" fmla="*/ 75 h 226"/>
                  <a:gd name="T6" fmla="*/ 0 w 328"/>
                  <a:gd name="T7" fmla="*/ 3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18162" name="Group 268">
                <a:extLst>
                  <a:ext uri="{FF2B5EF4-FFF2-40B4-BE49-F238E27FC236}">
                    <a16:creationId xmlns:a16="http://schemas.microsoft.com/office/drawing/2014/main" id="{04E5FBED-6792-75E5-5D94-8288D7734A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11" name="AutoShape 269">
                  <a:extLst>
                    <a:ext uri="{FF2B5EF4-FFF2-40B4-BE49-F238E27FC236}">
                      <a16:creationId xmlns:a16="http://schemas.microsoft.com/office/drawing/2014/main" id="{7A28BDBB-DDC2-C681-D240-AE9551CCFD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9"/>
                  <a:ext cx="724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12" name="AutoShape 270">
                  <a:extLst>
                    <a:ext uri="{FF2B5EF4-FFF2-40B4-BE49-F238E27FC236}">
                      <a16:creationId xmlns:a16="http://schemas.microsoft.com/office/drawing/2014/main" id="{218DF77B-4411-1D5A-505E-0E0FACF4BB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6"/>
                  <a:ext cx="694" cy="11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500" name="Rectangle 271">
                <a:extLst>
                  <a:ext uri="{FF2B5EF4-FFF2-40B4-BE49-F238E27FC236}">
                    <a16:creationId xmlns:a16="http://schemas.microsoft.com/office/drawing/2014/main" id="{C5046672-9517-D77F-C051-0AECE7B86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33"/>
                <a:ext cx="68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164" name="Freeform 272">
                <a:extLst>
                  <a:ext uri="{FF2B5EF4-FFF2-40B4-BE49-F238E27FC236}">
                    <a16:creationId xmlns:a16="http://schemas.microsoft.com/office/drawing/2014/main" id="{3AD5A14C-0CFC-EE70-A705-E607C2D6C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7 w 296"/>
                  <a:gd name="T3" fmla="*/ 47 h 256"/>
                  <a:gd name="T4" fmla="*/ 78 w 296"/>
                  <a:gd name="T5" fmla="*/ 85 h 256"/>
                  <a:gd name="T6" fmla="*/ 0 w 296"/>
                  <a:gd name="T7" fmla="*/ 3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65" name="Freeform 273">
                <a:extLst>
                  <a:ext uri="{FF2B5EF4-FFF2-40B4-BE49-F238E27FC236}">
                    <a16:creationId xmlns:a16="http://schemas.microsoft.com/office/drawing/2014/main" id="{87949D37-E157-526F-D7A7-FF10AF46C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81 w 304"/>
                  <a:gd name="T3" fmla="*/ 55 h 288"/>
                  <a:gd name="T4" fmla="*/ 76 w 304"/>
                  <a:gd name="T5" fmla="*/ 97 h 288"/>
                  <a:gd name="T6" fmla="*/ 2 w 304"/>
                  <a:gd name="T7" fmla="*/ 4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" name="Oval 274">
                <a:extLst>
                  <a:ext uri="{FF2B5EF4-FFF2-40B4-BE49-F238E27FC236}">
                    <a16:creationId xmlns:a16="http://schemas.microsoft.com/office/drawing/2014/main" id="{E0D36A22-6A59-78FF-D300-A4F1A1CE45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4" y="2610"/>
                <a:ext cx="49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167" name="Freeform 275">
                <a:extLst>
                  <a:ext uri="{FF2B5EF4-FFF2-40B4-BE49-F238E27FC236}">
                    <a16:creationId xmlns:a16="http://schemas.microsoft.com/office/drawing/2014/main" id="{2C6970A8-CF14-50F3-0274-A56A65ED2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6 h 240"/>
                  <a:gd name="T2" fmla="*/ 2 w 306"/>
                  <a:gd name="T3" fmla="*/ 81 h 240"/>
                  <a:gd name="T4" fmla="*/ 81 w 306"/>
                  <a:gd name="T5" fmla="*/ 37 h 240"/>
                  <a:gd name="T6" fmla="*/ 78 w 306"/>
                  <a:gd name="T7" fmla="*/ 0 h 240"/>
                  <a:gd name="T8" fmla="*/ 0 w 306"/>
                  <a:gd name="T9" fmla="*/ 3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" name="AutoShape 276">
                <a:extLst>
                  <a:ext uri="{FF2B5EF4-FFF2-40B4-BE49-F238E27FC236}">
                    <a16:creationId xmlns:a16="http://schemas.microsoft.com/office/drawing/2014/main" id="{18127B4F-2779-D69B-A760-759E07AF0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2"/>
                <a:ext cx="1200" cy="143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6" name="AutoShape 277">
                <a:extLst>
                  <a:ext uri="{FF2B5EF4-FFF2-40B4-BE49-F238E27FC236}">
                    <a16:creationId xmlns:a16="http://schemas.microsoft.com/office/drawing/2014/main" id="{5B328456-E254-05F8-843B-2D1D32219E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711"/>
                <a:ext cx="1077" cy="7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7" name="Oval 278">
                <a:extLst>
                  <a:ext uri="{FF2B5EF4-FFF2-40B4-BE49-F238E27FC236}">
                    <a16:creationId xmlns:a16="http://schemas.microsoft.com/office/drawing/2014/main" id="{40279082-057C-E86F-B843-DF91CB330B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3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8" name="Oval 279">
                <a:extLst>
                  <a:ext uri="{FF2B5EF4-FFF2-40B4-BE49-F238E27FC236}">
                    <a16:creationId xmlns:a16="http://schemas.microsoft.com/office/drawing/2014/main" id="{1694DE0E-9333-562A-E14C-9AD4347662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3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buFont typeface="ZapfDingbats" charset="0"/>
                  <a:buNone/>
                  <a:defRPr/>
                </a:pPr>
                <a:endParaRPr lang="en-US" dirty="0">
                  <a:solidFill>
                    <a:srgbClr val="FF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9" name="Oval 280">
                <a:extLst>
                  <a:ext uri="{FF2B5EF4-FFF2-40B4-BE49-F238E27FC236}">
                    <a16:creationId xmlns:a16="http://schemas.microsoft.com/office/drawing/2014/main" id="{2D548F94-2C3F-B83D-FDAB-3BC162529A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3"/>
                <a:ext cx="161" cy="137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0" name="Rectangle 281">
                <a:extLst>
                  <a:ext uri="{FF2B5EF4-FFF2-40B4-BE49-F238E27FC236}">
                    <a16:creationId xmlns:a16="http://schemas.microsoft.com/office/drawing/2014/main" id="{E2230257-3281-3579-301D-0B13D2309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5"/>
                <a:ext cx="87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18149" name="TextBox 492">
              <a:extLst>
                <a:ext uri="{FF2B5EF4-FFF2-40B4-BE49-F238E27FC236}">
                  <a16:creationId xmlns:a16="http://schemas.microsoft.com/office/drawing/2014/main" id="{967488FD-7C61-0ACC-6EBB-AB288C6C47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0043" y="1655943"/>
              <a:ext cx="806842" cy="5539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800"/>
                </a:lnSpc>
              </a:pPr>
              <a:r>
                <a:rPr lang="en-US" altLang="en-US" sz="1800">
                  <a:latin typeface="Arial Narrow" panose="020B0604020202020204" pitchFamily="34" charset="0"/>
                </a:rPr>
                <a:t>CDN</a:t>
              </a:r>
            </a:p>
            <a:p>
              <a:pPr>
                <a:lnSpc>
                  <a:spcPts val="1800"/>
                </a:lnSpc>
              </a:pPr>
              <a:r>
                <a:rPr lang="en-US" altLang="en-US" sz="1800">
                  <a:latin typeface="Arial Narrow" panose="020B0604020202020204" pitchFamily="34" charset="0"/>
                </a:rPr>
                <a:t>server </a:t>
              </a:r>
            </a:p>
          </p:txBody>
        </p:sp>
      </p:grp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A32184-38BE-3D77-EF73-6CDBEC07E5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94748A8C-26E1-4402-F6F3-62E17909E20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Application layer: overview</a:t>
            </a:r>
            <a:endParaRPr lang="en-US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DD4E15-A4A2-3DBB-88E3-12899485BA24}"/>
              </a:ext>
            </a:extLst>
          </p:cNvPr>
          <p:cNvSpPr txBox="1">
            <a:spLocks/>
          </p:cNvSpPr>
          <p:nvPr/>
        </p:nvSpPr>
        <p:spPr>
          <a:xfrm>
            <a:off x="809242" y="1870563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Principles of network applications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Web and HTTP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E-mail, SMTP, IMAP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The Domain Name System DNS</a:t>
            </a:r>
          </a:p>
          <a:p>
            <a:endParaRPr lang="en-US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A4E928C1-D159-C2DB-11D9-C817F7A5EBFA}"/>
              </a:ext>
            </a:extLst>
          </p:cNvPr>
          <p:cNvSpPr txBox="1">
            <a:spLocks noChangeArrowheads="1"/>
          </p:cNvSpPr>
          <p:nvPr/>
        </p:nvSpPr>
        <p:spPr>
          <a:xfrm>
            <a:off x="6557554" y="1422888"/>
            <a:ext cx="5405262" cy="4799013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P2P applications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video streaming and content distribution networks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socket programming with UDP and TCP (skipped)</a:t>
            </a:r>
          </a:p>
          <a:p>
            <a:pPr>
              <a:buFont typeface="Wingdings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DFAF963-D179-60C8-AD75-58E73496322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70568913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209" name="Rectangle 2">
            <a:extLst>
              <a:ext uri="{FF2B5EF4-FFF2-40B4-BE49-F238E27FC236}">
                <a16:creationId xmlns:a16="http://schemas.microsoft.com/office/drawing/2014/main" id="{97471211-F58C-6BEF-642A-740EA371E8B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4000" dirty="0">
                <a:latin typeface="Gill Sans MT" panose="020B0502020104020203" pitchFamily="34" charset="77"/>
                <a:ea typeface="ＭＳ Ｐゴシック" panose="020B0600070205080204" pitchFamily="34" charset="-128"/>
              </a:rPr>
              <a:t>Socket programming </a:t>
            </a:r>
            <a:endParaRPr lang="en-US" altLang="en-US" dirty="0"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</p:txBody>
      </p:sp>
      <p:sp>
        <p:nvSpPr>
          <p:cNvPr id="222210" name="Rectangle 3">
            <a:extLst>
              <a:ext uri="{FF2B5EF4-FFF2-40B4-BE49-F238E27FC236}">
                <a16:creationId xmlns:a16="http://schemas.microsoft.com/office/drawing/2014/main" id="{8F17D7B8-678E-14F4-88D7-8561FA647BF8}"/>
              </a:ext>
            </a:extLst>
          </p:cNvPr>
          <p:cNvSpPr>
            <a:spLocks noGrp="1" noChangeArrowheads="1"/>
          </p:cNvSpPr>
          <p:nvPr>
            <p:ph idx="4294967295"/>
          </p:nvPr>
        </p:nvSpPr>
        <p:spPr>
          <a:xfrm>
            <a:off x="858315" y="1431411"/>
            <a:ext cx="8021638" cy="1533525"/>
          </a:xfrm>
        </p:spPr>
        <p:txBody>
          <a:bodyPr>
            <a:normAutofit fontScale="92500" lnSpcReduction="10000"/>
          </a:bodyPr>
          <a:lstStyle/>
          <a:p>
            <a:pPr>
              <a:buFont typeface="Wingdings" pitchFamily="2" charset="2"/>
              <a:buNone/>
            </a:pPr>
            <a:r>
              <a:rPr lang="en-US" altLang="en-US" i="1" dirty="0">
                <a:solidFill>
                  <a:srgbClr val="CC0000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rPr>
              <a:t>goal:</a:t>
            </a:r>
            <a:r>
              <a:rPr lang="en-US" altLang="en-US" dirty="0">
                <a:solidFill>
                  <a:srgbClr val="000000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rPr>
              <a:t> learn how to build client/server applications that communicate using sockets</a:t>
            </a:r>
            <a:endParaRPr lang="en-US" altLang="en-US" i="1" dirty="0">
              <a:solidFill>
                <a:srgbClr val="CC0000"/>
              </a:solidFill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  <a:p>
            <a:pPr>
              <a:buFont typeface="Wingdings" pitchFamily="2" charset="2"/>
              <a:buNone/>
            </a:pPr>
            <a:r>
              <a:rPr lang="en-US" altLang="en-US" i="1" dirty="0">
                <a:solidFill>
                  <a:srgbClr val="CC0000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rPr>
              <a:t>socket:</a:t>
            </a:r>
            <a:r>
              <a:rPr lang="en-US" altLang="en-US" dirty="0">
                <a:latin typeface="Gill Sans MT" panose="020B0502020104020203" pitchFamily="34" charset="77"/>
                <a:ea typeface="ＭＳ Ｐゴシック" panose="020B0600070205080204" pitchFamily="34" charset="-128"/>
              </a:rPr>
              <a:t> door between application process and end-end-transport protocol </a:t>
            </a:r>
          </a:p>
        </p:txBody>
      </p:sp>
      <p:grpSp>
        <p:nvGrpSpPr>
          <p:cNvPr id="222213" name="Group 60">
            <a:extLst>
              <a:ext uri="{FF2B5EF4-FFF2-40B4-BE49-F238E27FC236}">
                <a16:creationId xmlns:a16="http://schemas.microsoft.com/office/drawing/2014/main" id="{5D77CF14-CA9A-1C86-541C-E9A1DACD6368}"/>
              </a:ext>
            </a:extLst>
          </p:cNvPr>
          <p:cNvGrpSpPr>
            <a:grpSpLocks/>
          </p:cNvGrpSpPr>
          <p:nvPr/>
        </p:nvGrpSpPr>
        <p:grpSpPr bwMode="auto">
          <a:xfrm>
            <a:off x="1820863" y="3335339"/>
            <a:ext cx="8208962" cy="2536825"/>
            <a:chOff x="358775" y="3459163"/>
            <a:chExt cx="8208963" cy="2536825"/>
          </a:xfrm>
        </p:grpSpPr>
        <p:sp>
          <p:nvSpPr>
            <p:cNvPr id="222215" name="Freeform 44">
              <a:extLst>
                <a:ext uri="{FF2B5EF4-FFF2-40B4-BE49-F238E27FC236}">
                  <a16:creationId xmlns:a16="http://schemas.microsoft.com/office/drawing/2014/main" id="{63FEF1BC-8CB9-0225-8748-CFC911D30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4800" y="3468688"/>
              <a:ext cx="736600" cy="1998662"/>
            </a:xfrm>
            <a:custGeom>
              <a:avLst/>
              <a:gdLst>
                <a:gd name="T0" fmla="*/ 2147483647 w 464"/>
                <a:gd name="T1" fmla="*/ 2147483647 h 1259"/>
                <a:gd name="T2" fmla="*/ 0 w 464"/>
                <a:gd name="T3" fmla="*/ 0 h 1259"/>
                <a:gd name="T4" fmla="*/ 2147483647 w 464"/>
                <a:gd name="T5" fmla="*/ 2147483647 h 1259"/>
                <a:gd name="T6" fmla="*/ 2147483647 w 464"/>
                <a:gd name="T7" fmla="*/ 2147483647 h 1259"/>
                <a:gd name="T8" fmla="*/ 2147483647 w 464"/>
                <a:gd name="T9" fmla="*/ 2147483647 h 12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64"/>
                <a:gd name="T16" fmla="*/ 0 h 1259"/>
                <a:gd name="T17" fmla="*/ 464 w 464"/>
                <a:gd name="T18" fmla="*/ 1259 h 12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64" h="1259">
                  <a:moveTo>
                    <a:pt x="464" y="1060"/>
                  </a:moveTo>
                  <a:lnTo>
                    <a:pt x="0" y="0"/>
                  </a:lnTo>
                  <a:lnTo>
                    <a:pt x="6" y="1258"/>
                  </a:lnTo>
                  <a:lnTo>
                    <a:pt x="382" y="1259"/>
                  </a:lnTo>
                  <a:lnTo>
                    <a:pt x="464" y="1060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folHlink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2216" name="Freeform 7">
              <a:extLst>
                <a:ext uri="{FF2B5EF4-FFF2-40B4-BE49-F238E27FC236}">
                  <a16:creationId xmlns:a16="http://schemas.microsoft.com/office/drawing/2014/main" id="{5B47A1A2-5682-4240-940C-C537F3A6D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100" y="4765675"/>
              <a:ext cx="1808163" cy="1031875"/>
            </a:xfrm>
            <a:custGeom>
              <a:avLst/>
              <a:gdLst>
                <a:gd name="T0" fmla="*/ 2147483647 w 2135"/>
                <a:gd name="T1" fmla="*/ 2147483647 h 1662"/>
                <a:gd name="T2" fmla="*/ 2147483647 w 2135"/>
                <a:gd name="T3" fmla="*/ 2147483647 h 1662"/>
                <a:gd name="T4" fmla="*/ 2147483647 w 2135"/>
                <a:gd name="T5" fmla="*/ 2147483647 h 1662"/>
                <a:gd name="T6" fmla="*/ 2147483647 w 2135"/>
                <a:gd name="T7" fmla="*/ 2147483647 h 1662"/>
                <a:gd name="T8" fmla="*/ 2147483647 w 2135"/>
                <a:gd name="T9" fmla="*/ 2147483647 h 1662"/>
                <a:gd name="T10" fmla="*/ 2147483647 w 2135"/>
                <a:gd name="T11" fmla="*/ 2147483647 h 1662"/>
                <a:gd name="T12" fmla="*/ 2147483647 w 2135"/>
                <a:gd name="T13" fmla="*/ 2147483647 h 1662"/>
                <a:gd name="T14" fmla="*/ 2147483647 w 2135"/>
                <a:gd name="T15" fmla="*/ 2147483647 h 1662"/>
                <a:gd name="T16" fmla="*/ 2147483647 w 2135"/>
                <a:gd name="T17" fmla="*/ 2147483647 h 1662"/>
                <a:gd name="T18" fmla="*/ 2147483647 w 2135"/>
                <a:gd name="T19" fmla="*/ 2147483647 h 1662"/>
                <a:gd name="T20" fmla="*/ 2147483647 w 2135"/>
                <a:gd name="T21" fmla="*/ 2147483647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135"/>
                <a:gd name="T34" fmla="*/ 0 h 1662"/>
                <a:gd name="T35" fmla="*/ 2135 w 2135"/>
                <a:gd name="T36" fmla="*/ 1662 h 16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217" name="Text Box 51">
              <a:extLst>
                <a:ext uri="{FF2B5EF4-FFF2-40B4-BE49-F238E27FC236}">
                  <a16:creationId xmlns:a16="http://schemas.microsoft.com/office/drawing/2014/main" id="{CD50EFE0-BC2E-A5C8-3841-8EF3838BBA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78250" y="4897438"/>
              <a:ext cx="8747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0000"/>
                  </a:solidFill>
                </a:rPr>
                <a:t>Internet</a:t>
              </a:r>
            </a:p>
          </p:txBody>
        </p:sp>
        <p:sp>
          <p:nvSpPr>
            <p:cNvPr id="222218" name="Line 52">
              <a:extLst>
                <a:ext uri="{FF2B5EF4-FFF2-40B4-BE49-F238E27FC236}">
                  <a16:creationId xmlns:a16="http://schemas.microsoft.com/office/drawing/2014/main" id="{D9EBB968-6871-59C8-E9B3-A403849228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8800" y="5308600"/>
              <a:ext cx="22113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219" name="Text Box 53">
              <a:extLst>
                <a:ext uri="{FF2B5EF4-FFF2-40B4-BE49-F238E27FC236}">
                  <a16:creationId xmlns:a16="http://schemas.microsoft.com/office/drawing/2014/main" id="{F47E9A6F-E7A7-A45D-C182-734BE170B9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19938" y="4533900"/>
              <a:ext cx="1063625" cy="825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controlled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by OS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solidFill>
                  <a:srgbClr val="CC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2220" name="Text Box 56">
              <a:extLst>
                <a:ext uri="{FF2B5EF4-FFF2-40B4-BE49-F238E27FC236}">
                  <a16:creationId xmlns:a16="http://schemas.microsoft.com/office/drawing/2014/main" id="{6CED3137-99CF-6262-B616-752D952A2C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97713" y="3633788"/>
              <a:ext cx="1470025" cy="533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controlled by</a:t>
              </a:r>
            </a:p>
            <a:p>
              <a:pPr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app developer</a:t>
              </a:r>
            </a:p>
          </p:txBody>
        </p:sp>
        <p:sp>
          <p:nvSpPr>
            <p:cNvPr id="222221" name="Freeform 50">
              <a:extLst>
                <a:ext uri="{FF2B5EF4-FFF2-40B4-BE49-F238E27FC236}">
                  <a16:creationId xmlns:a16="http://schemas.microsoft.com/office/drawing/2014/main" id="{B537A6E3-61B0-9F7D-59D7-194BDC655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400" y="3532188"/>
              <a:ext cx="758825" cy="1997075"/>
            </a:xfrm>
            <a:custGeom>
              <a:avLst/>
              <a:gdLst>
                <a:gd name="T0" fmla="*/ 0 w 478"/>
                <a:gd name="T1" fmla="*/ 2147483647 h 1258"/>
                <a:gd name="T2" fmla="*/ 2147483647 w 478"/>
                <a:gd name="T3" fmla="*/ 0 h 1258"/>
                <a:gd name="T4" fmla="*/ 2147483647 w 478"/>
                <a:gd name="T5" fmla="*/ 2147483647 h 1258"/>
                <a:gd name="T6" fmla="*/ 2147483647 w 478"/>
                <a:gd name="T7" fmla="*/ 2147483647 h 1258"/>
                <a:gd name="T8" fmla="*/ 0 w 478"/>
                <a:gd name="T9" fmla="*/ 2147483647 h 1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78"/>
                <a:gd name="T16" fmla="*/ 0 h 1258"/>
                <a:gd name="T17" fmla="*/ 478 w 478"/>
                <a:gd name="T18" fmla="*/ 1258 h 12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78" h="1258">
                  <a:moveTo>
                    <a:pt x="0" y="1040"/>
                  </a:moveTo>
                  <a:lnTo>
                    <a:pt x="478" y="0"/>
                  </a:lnTo>
                  <a:lnTo>
                    <a:pt x="472" y="1258"/>
                  </a:lnTo>
                  <a:lnTo>
                    <a:pt x="41" y="1246"/>
                  </a:lnTo>
                  <a:lnTo>
                    <a:pt x="0" y="1040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folHlink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2222" name="Rectangle 23">
              <a:extLst>
                <a:ext uri="{FF2B5EF4-FFF2-40B4-BE49-F238E27FC236}">
                  <a16:creationId xmlns:a16="http://schemas.microsoft.com/office/drawing/2014/main" id="{1B4DCAD2-E97C-232F-8530-DFFE6B97D4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7675" y="3487738"/>
              <a:ext cx="1296988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2223" name="Rectangle 24">
              <a:extLst>
                <a:ext uri="{FF2B5EF4-FFF2-40B4-BE49-F238E27FC236}">
                  <a16:creationId xmlns:a16="http://schemas.microsoft.com/office/drawing/2014/main" id="{E4D52FAB-18AC-9CD3-8C91-AB36483BC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575" y="3541713"/>
              <a:ext cx="1273175" cy="1979612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2224" name="Line 25">
              <a:extLst>
                <a:ext uri="{FF2B5EF4-FFF2-40B4-BE49-F238E27FC236}">
                  <a16:creationId xmlns:a16="http://schemas.microsoft.com/office/drawing/2014/main" id="{DB8CAE9A-E353-06EC-178E-3040DB021B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9100" y="4302125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225" name="Text Box 26">
              <a:extLst>
                <a:ext uri="{FF2B5EF4-FFF2-40B4-BE49-F238E27FC236}">
                  <a16:creationId xmlns:a16="http://schemas.microsoft.com/office/drawing/2014/main" id="{864BFB67-01EE-A1E3-FEB2-6CCDAA3E10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6238" y="4284663"/>
              <a:ext cx="1317625" cy="30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panose="020B0604030504040204" pitchFamily="34" charset="0"/>
                </a:rPr>
                <a:t>transport</a:t>
              </a:r>
            </a:p>
          </p:txBody>
        </p:sp>
        <p:sp>
          <p:nvSpPr>
            <p:cNvPr id="222226" name="Line 27">
              <a:extLst>
                <a:ext uri="{FF2B5EF4-FFF2-40B4-BE49-F238E27FC236}">
                  <a16:creationId xmlns:a16="http://schemas.microsoft.com/office/drawing/2014/main" id="{B4C08DD2-7930-295A-E084-31C7F5A0F6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97038" y="4622800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227" name="Line 28">
              <a:extLst>
                <a:ext uri="{FF2B5EF4-FFF2-40B4-BE49-F238E27FC236}">
                  <a16:creationId xmlns:a16="http://schemas.microsoft.com/office/drawing/2014/main" id="{E747CA7F-D80D-4A3F-4796-29A293597A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2750" y="4932363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228" name="Line 29">
              <a:extLst>
                <a:ext uri="{FF2B5EF4-FFF2-40B4-BE49-F238E27FC236}">
                  <a16:creationId xmlns:a16="http://schemas.microsoft.com/office/drawing/2014/main" id="{5D9D0F45-C914-CB98-BDAE-CF9F8BF1D6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2750" y="5218113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229" name="Text Box 26">
              <a:extLst>
                <a:ext uri="{FF2B5EF4-FFF2-40B4-BE49-F238E27FC236}">
                  <a16:creationId xmlns:a16="http://schemas.microsoft.com/office/drawing/2014/main" id="{8598E1D7-C575-EF37-78AF-27AF4F9EAE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1163" y="3532188"/>
              <a:ext cx="1317625" cy="30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Tahoma" panose="020B0604030504040204" pitchFamily="34" charset="0"/>
                </a:rPr>
                <a:t>application</a:t>
              </a:r>
            </a:p>
          </p:txBody>
        </p:sp>
        <p:sp>
          <p:nvSpPr>
            <p:cNvPr id="222230" name="Text Box 26">
              <a:extLst>
                <a:ext uri="{FF2B5EF4-FFF2-40B4-BE49-F238E27FC236}">
                  <a16:creationId xmlns:a16="http://schemas.microsoft.com/office/drawing/2014/main" id="{04A670F0-997E-D1DD-C1E3-58309D3991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6713" y="5189538"/>
              <a:ext cx="1317625" cy="30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panose="020B0604030504040204" pitchFamily="34" charset="0"/>
                </a:rPr>
                <a:t>physical</a:t>
              </a:r>
            </a:p>
          </p:txBody>
        </p:sp>
        <p:sp>
          <p:nvSpPr>
            <p:cNvPr id="222231" name="Text Box 26">
              <a:extLst>
                <a:ext uri="{FF2B5EF4-FFF2-40B4-BE49-F238E27FC236}">
                  <a16:creationId xmlns:a16="http://schemas.microsoft.com/office/drawing/2014/main" id="{8BB71B50-F73C-B4AA-567F-DE8871701D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55763" y="4903788"/>
              <a:ext cx="1317625" cy="30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panose="020B0604030504040204" pitchFamily="34" charset="0"/>
                </a:rPr>
                <a:t>link</a:t>
              </a:r>
            </a:p>
          </p:txBody>
        </p:sp>
        <p:sp>
          <p:nvSpPr>
            <p:cNvPr id="222232" name="Text Box 26">
              <a:extLst>
                <a:ext uri="{FF2B5EF4-FFF2-40B4-BE49-F238E27FC236}">
                  <a16:creationId xmlns:a16="http://schemas.microsoft.com/office/drawing/2014/main" id="{FA230EC9-E03B-9C3C-C7A2-BEFCD3CC94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6238" y="4608513"/>
              <a:ext cx="1317625" cy="30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panose="020B0604030504040204" pitchFamily="34" charset="0"/>
                </a:rPr>
                <a:t>network</a:t>
              </a:r>
            </a:p>
          </p:txBody>
        </p:sp>
        <p:sp>
          <p:nvSpPr>
            <p:cNvPr id="222233" name="Oval 62">
              <a:extLst>
                <a:ext uri="{FF2B5EF4-FFF2-40B4-BE49-F238E27FC236}">
                  <a16:creationId xmlns:a16="http://schemas.microsoft.com/office/drawing/2014/main" id="{08BC3130-BFB2-7EB6-9394-7468B37F0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4513" y="3806825"/>
              <a:ext cx="990600" cy="304800"/>
            </a:xfrm>
            <a:prstGeom prst="ellipse">
              <a:avLst/>
            </a:prstGeom>
            <a:solidFill>
              <a:srgbClr val="CCFF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0000"/>
                  </a:solidFill>
                </a:rPr>
                <a:t>process</a:t>
              </a:r>
            </a:p>
          </p:txBody>
        </p:sp>
        <p:grpSp>
          <p:nvGrpSpPr>
            <p:cNvPr id="222234" name="Group 63">
              <a:extLst>
                <a:ext uri="{FF2B5EF4-FFF2-40B4-BE49-F238E27FC236}">
                  <a16:creationId xmlns:a16="http://schemas.microsoft.com/office/drawing/2014/main" id="{6789ADEB-7A38-EDE2-24D8-6428C2D25D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62163" y="4167188"/>
              <a:ext cx="546100" cy="225425"/>
              <a:chOff x="1287" y="2524"/>
              <a:chExt cx="260" cy="100"/>
            </a:xfrm>
          </p:grpSpPr>
          <p:sp>
            <p:nvSpPr>
              <p:cNvPr id="222264" name="Rectangle 64">
                <a:extLst>
                  <a:ext uri="{FF2B5EF4-FFF2-40B4-BE49-F238E27FC236}">
                    <a16:creationId xmlns:a16="http://schemas.microsoft.com/office/drawing/2014/main" id="{FD5E2913-243E-1568-8ADC-4DF6DA250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7" y="2524"/>
                <a:ext cx="260" cy="100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buClr>
                    <a:srgbClr val="3333CC"/>
                  </a:buClr>
                </a:pPr>
                <a:endParaRPr lang="en-US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222265" name="Rectangle 65">
                <a:extLst>
                  <a:ext uri="{FF2B5EF4-FFF2-40B4-BE49-F238E27FC236}">
                    <a16:creationId xmlns:a16="http://schemas.microsoft.com/office/drawing/2014/main" id="{F815BC14-DFAD-858B-802B-D77D2AF372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537"/>
                <a:ext cx="156" cy="7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buClr>
                    <a:srgbClr val="3333CC"/>
                  </a:buClr>
                </a:pPr>
                <a:endParaRPr lang="en-US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222266" name="Rectangle 66">
                <a:extLst>
                  <a:ext uri="{FF2B5EF4-FFF2-40B4-BE49-F238E27FC236}">
                    <a16:creationId xmlns:a16="http://schemas.microsoft.com/office/drawing/2014/main" id="{0D4E6F68-6352-0F03-B520-24D8BF9CC4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3" y="2582"/>
                <a:ext cx="27" cy="27"/>
              </a:xfrm>
              <a:prstGeom prst="rect">
                <a:avLst/>
              </a:prstGeom>
              <a:solidFill>
                <a:srgbClr val="CC9900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buClr>
                    <a:srgbClr val="3333CC"/>
                  </a:buClr>
                </a:pPr>
                <a:endParaRPr lang="en-US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222267" name="Rectangle 67">
                <a:extLst>
                  <a:ext uri="{FF2B5EF4-FFF2-40B4-BE49-F238E27FC236}">
                    <a16:creationId xmlns:a16="http://schemas.microsoft.com/office/drawing/2014/main" id="{E4776AF1-C063-1DA5-808E-F711213EAE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583"/>
                <a:ext cx="26" cy="27"/>
              </a:xfrm>
              <a:prstGeom prst="rect">
                <a:avLst/>
              </a:prstGeom>
              <a:solidFill>
                <a:srgbClr val="CC9900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buClr>
                    <a:srgbClr val="3333CC"/>
                  </a:buClr>
                </a:pPr>
                <a:endParaRPr lang="en-US" altLang="en-US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222235" name="Rectangle 23">
              <a:extLst>
                <a:ext uri="{FF2B5EF4-FFF2-40B4-BE49-F238E27FC236}">
                  <a16:creationId xmlns:a16="http://schemas.microsoft.com/office/drawing/2014/main" id="{117CF9D3-762F-51F7-22EC-7A3098C6DD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3459163"/>
              <a:ext cx="1296987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2236" name="Rectangle 24">
              <a:extLst>
                <a:ext uri="{FF2B5EF4-FFF2-40B4-BE49-F238E27FC236}">
                  <a16:creationId xmlns:a16="http://schemas.microsoft.com/office/drawing/2014/main" id="{1EC94EF6-754C-974F-0662-E8F6AD34A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1938" y="3513138"/>
              <a:ext cx="1273175" cy="1979612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2237" name="Line 25">
              <a:extLst>
                <a:ext uri="{FF2B5EF4-FFF2-40B4-BE49-F238E27FC236}">
                  <a16:creationId xmlns:a16="http://schemas.microsoft.com/office/drawing/2014/main" id="{EA46BA22-34FA-3B13-CEC9-2844A0E368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51463" y="4273550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238" name="Text Box 26">
              <a:extLst>
                <a:ext uri="{FF2B5EF4-FFF2-40B4-BE49-F238E27FC236}">
                  <a16:creationId xmlns:a16="http://schemas.microsoft.com/office/drawing/2014/main" id="{7FBC0CE0-B39F-7C18-D5DA-29D15BF22C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8600" y="4256088"/>
              <a:ext cx="1317625" cy="30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panose="020B0604030504040204" pitchFamily="34" charset="0"/>
                </a:rPr>
                <a:t>transport</a:t>
              </a:r>
            </a:p>
          </p:txBody>
        </p:sp>
        <p:sp>
          <p:nvSpPr>
            <p:cNvPr id="222239" name="Line 27">
              <a:extLst>
                <a:ext uri="{FF2B5EF4-FFF2-40B4-BE49-F238E27FC236}">
                  <a16:creationId xmlns:a16="http://schemas.microsoft.com/office/drawing/2014/main" id="{069E10A8-4683-1A3C-648D-7765E4FD6F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59400" y="4594225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240" name="Line 28">
              <a:extLst>
                <a:ext uri="{FF2B5EF4-FFF2-40B4-BE49-F238E27FC236}">
                  <a16:creationId xmlns:a16="http://schemas.microsoft.com/office/drawing/2014/main" id="{7FDFC583-4EA6-D1A4-2A58-05A172B2E8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45113" y="4903788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241" name="Line 29">
              <a:extLst>
                <a:ext uri="{FF2B5EF4-FFF2-40B4-BE49-F238E27FC236}">
                  <a16:creationId xmlns:a16="http://schemas.microsoft.com/office/drawing/2014/main" id="{C527257D-963D-4D04-8A5E-4F64CDBCE1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45113" y="5189538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242" name="Text Box 26">
              <a:extLst>
                <a:ext uri="{FF2B5EF4-FFF2-40B4-BE49-F238E27FC236}">
                  <a16:creationId xmlns:a16="http://schemas.microsoft.com/office/drawing/2014/main" id="{75D94C39-07EB-8EA9-1B69-03C7F58944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43525" y="3503613"/>
              <a:ext cx="1317625" cy="30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Tahoma" panose="020B0604030504040204" pitchFamily="34" charset="0"/>
                </a:rPr>
                <a:t>application</a:t>
              </a:r>
            </a:p>
          </p:txBody>
        </p:sp>
        <p:sp>
          <p:nvSpPr>
            <p:cNvPr id="222243" name="Text Box 26">
              <a:extLst>
                <a:ext uri="{FF2B5EF4-FFF2-40B4-BE49-F238E27FC236}">
                  <a16:creationId xmlns:a16="http://schemas.microsoft.com/office/drawing/2014/main" id="{4A6C401F-6F42-0B9D-EA12-8A0569F83E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9075" y="5160963"/>
              <a:ext cx="1317625" cy="30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panose="020B0604030504040204" pitchFamily="34" charset="0"/>
                </a:rPr>
                <a:t>physical</a:t>
              </a:r>
            </a:p>
          </p:txBody>
        </p:sp>
        <p:sp>
          <p:nvSpPr>
            <p:cNvPr id="222244" name="Text Box 26">
              <a:extLst>
                <a:ext uri="{FF2B5EF4-FFF2-40B4-BE49-F238E27FC236}">
                  <a16:creationId xmlns:a16="http://schemas.microsoft.com/office/drawing/2014/main" id="{7EA578A0-F212-01C1-E9CC-BB7EFB9BA9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8125" y="4875213"/>
              <a:ext cx="1317625" cy="30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panose="020B0604030504040204" pitchFamily="34" charset="0"/>
                </a:rPr>
                <a:t>link</a:t>
              </a:r>
            </a:p>
          </p:txBody>
        </p:sp>
        <p:sp>
          <p:nvSpPr>
            <p:cNvPr id="222245" name="Text Box 26">
              <a:extLst>
                <a:ext uri="{FF2B5EF4-FFF2-40B4-BE49-F238E27FC236}">
                  <a16:creationId xmlns:a16="http://schemas.microsoft.com/office/drawing/2014/main" id="{D8CDAA8F-D96C-53CB-4103-E85285436F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8600" y="4579938"/>
              <a:ext cx="1317625" cy="30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panose="020B0604030504040204" pitchFamily="34" charset="0"/>
                </a:rPr>
                <a:t>network</a:t>
              </a:r>
            </a:p>
          </p:txBody>
        </p:sp>
        <p:sp>
          <p:nvSpPr>
            <p:cNvPr id="222246" name="Oval 80">
              <a:extLst>
                <a:ext uri="{FF2B5EF4-FFF2-40B4-BE49-F238E27FC236}">
                  <a16:creationId xmlns:a16="http://schemas.microsoft.com/office/drawing/2014/main" id="{A5E9160F-5622-17D5-ACDD-FE8FC4414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76875" y="3778250"/>
              <a:ext cx="990600" cy="304800"/>
            </a:xfrm>
            <a:prstGeom prst="ellipse">
              <a:avLst/>
            </a:prstGeom>
            <a:solidFill>
              <a:srgbClr val="CCFF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0000"/>
                  </a:solidFill>
                </a:rPr>
                <a:t>process</a:t>
              </a:r>
            </a:p>
          </p:txBody>
        </p:sp>
        <p:grpSp>
          <p:nvGrpSpPr>
            <p:cNvPr id="222247" name="Group 81">
              <a:extLst>
                <a:ext uri="{FF2B5EF4-FFF2-40B4-BE49-F238E27FC236}">
                  <a16:creationId xmlns:a16="http://schemas.microsoft.com/office/drawing/2014/main" id="{3B4D41BE-F33F-84B1-4C38-3982A0F1B4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24525" y="4138613"/>
              <a:ext cx="546100" cy="225425"/>
              <a:chOff x="1287" y="2524"/>
              <a:chExt cx="260" cy="100"/>
            </a:xfrm>
          </p:grpSpPr>
          <p:sp>
            <p:nvSpPr>
              <p:cNvPr id="222260" name="Rectangle 82">
                <a:extLst>
                  <a:ext uri="{FF2B5EF4-FFF2-40B4-BE49-F238E27FC236}">
                    <a16:creationId xmlns:a16="http://schemas.microsoft.com/office/drawing/2014/main" id="{EB2F193E-2892-6BB8-EB24-98C637F00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7" y="2524"/>
                <a:ext cx="260" cy="100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buClr>
                    <a:srgbClr val="3333CC"/>
                  </a:buClr>
                </a:pPr>
                <a:endParaRPr lang="en-US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222261" name="Rectangle 83">
                <a:extLst>
                  <a:ext uri="{FF2B5EF4-FFF2-40B4-BE49-F238E27FC236}">
                    <a16:creationId xmlns:a16="http://schemas.microsoft.com/office/drawing/2014/main" id="{D4704962-9A13-1F16-9DFD-163FA7DBB6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537"/>
                <a:ext cx="156" cy="7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buClr>
                    <a:srgbClr val="3333CC"/>
                  </a:buClr>
                </a:pPr>
                <a:endParaRPr lang="en-US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222262" name="Rectangle 84">
                <a:extLst>
                  <a:ext uri="{FF2B5EF4-FFF2-40B4-BE49-F238E27FC236}">
                    <a16:creationId xmlns:a16="http://schemas.microsoft.com/office/drawing/2014/main" id="{F5DAC63D-1E9A-8C19-DB54-2E366FF46E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3" y="2582"/>
                <a:ext cx="27" cy="27"/>
              </a:xfrm>
              <a:prstGeom prst="rect">
                <a:avLst/>
              </a:prstGeom>
              <a:solidFill>
                <a:srgbClr val="CC9900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buClr>
                    <a:srgbClr val="3333CC"/>
                  </a:buClr>
                </a:pPr>
                <a:endParaRPr lang="en-US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222263" name="Rectangle 85">
                <a:extLst>
                  <a:ext uri="{FF2B5EF4-FFF2-40B4-BE49-F238E27FC236}">
                    <a16:creationId xmlns:a16="http://schemas.microsoft.com/office/drawing/2014/main" id="{C1471E36-6FF0-FDBE-8792-3DEEC3C67F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583"/>
                <a:ext cx="26" cy="27"/>
              </a:xfrm>
              <a:prstGeom prst="rect">
                <a:avLst/>
              </a:prstGeom>
              <a:solidFill>
                <a:srgbClr val="CC9900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buClr>
                    <a:srgbClr val="3333CC"/>
                  </a:buClr>
                </a:pPr>
                <a:endParaRPr lang="en-US" altLang="en-US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222248" name="Line 87">
              <a:extLst>
                <a:ext uri="{FF2B5EF4-FFF2-40B4-BE49-F238E27FC236}">
                  <a16:creationId xmlns:a16="http://schemas.microsoft.com/office/drawing/2014/main" id="{C9DDEC05-B5DE-A9C1-3495-FF84A61318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534150" y="3910013"/>
              <a:ext cx="609600" cy="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249" name="Line 88">
              <a:extLst>
                <a:ext uri="{FF2B5EF4-FFF2-40B4-BE49-F238E27FC236}">
                  <a16:creationId xmlns:a16="http://schemas.microsoft.com/office/drawing/2014/main" id="{135D86B9-C495-CA2B-55CB-B84392D289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59575" y="4335463"/>
              <a:ext cx="0" cy="102235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250" name="Line 89">
              <a:extLst>
                <a:ext uri="{FF2B5EF4-FFF2-40B4-BE49-F238E27FC236}">
                  <a16:creationId xmlns:a16="http://schemas.microsoft.com/office/drawing/2014/main" id="{63CFD138-4EB4-EF7B-A223-6F26EC9A05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783388" y="4835525"/>
              <a:ext cx="609600" cy="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251" name="Text Box 56">
              <a:extLst>
                <a:ext uri="{FF2B5EF4-FFF2-40B4-BE49-F238E27FC236}">
                  <a16:creationId xmlns:a16="http://schemas.microsoft.com/office/drawing/2014/main" id="{F3FC11EC-C8CB-0399-F9F0-94B9F7594B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97288" y="3590925"/>
              <a:ext cx="917575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i="1">
                  <a:solidFill>
                    <a:srgbClr val="CC0000"/>
                  </a:solidFill>
                </a:rPr>
                <a:t>socket</a:t>
              </a:r>
            </a:p>
          </p:txBody>
        </p:sp>
        <p:sp>
          <p:nvSpPr>
            <p:cNvPr id="222252" name="Line 91">
              <a:extLst>
                <a:ext uri="{FF2B5EF4-FFF2-40B4-BE49-F238E27FC236}">
                  <a16:creationId xmlns:a16="http://schemas.microsoft.com/office/drawing/2014/main" id="{70E29D1B-FE8D-1B43-6104-4F8B44999A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0338" y="3790950"/>
              <a:ext cx="968375" cy="434975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253" name="Line 92">
              <a:extLst>
                <a:ext uri="{FF2B5EF4-FFF2-40B4-BE49-F238E27FC236}">
                  <a16:creationId xmlns:a16="http://schemas.microsoft.com/office/drawing/2014/main" id="{C763935D-1304-B945-0D18-5F573AB240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635500" y="3779838"/>
              <a:ext cx="968375" cy="434975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22254" name="Group 93">
              <a:extLst>
                <a:ext uri="{FF2B5EF4-FFF2-40B4-BE49-F238E27FC236}">
                  <a16:creationId xmlns:a16="http://schemas.microsoft.com/office/drawing/2014/main" id="{AD256CE4-85AB-E6B5-AC24-2367BB8FEB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775" y="4808538"/>
              <a:ext cx="1035050" cy="904875"/>
              <a:chOff x="-44" y="1473"/>
              <a:chExt cx="981" cy="1105"/>
            </a:xfrm>
          </p:grpSpPr>
          <p:pic>
            <p:nvPicPr>
              <p:cNvPr id="222258" name="Picture 94" descr="desktop_computer_stylized_medium">
                <a:extLst>
                  <a:ext uri="{FF2B5EF4-FFF2-40B4-BE49-F238E27FC236}">
                    <a16:creationId xmlns:a16="http://schemas.microsoft.com/office/drawing/2014/main" id="{AEB21218-384C-1376-DE3E-1C168BC682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2259" name="Freeform 95">
                <a:extLst>
                  <a:ext uri="{FF2B5EF4-FFF2-40B4-BE49-F238E27FC236}">
                    <a16:creationId xmlns:a16="http://schemas.microsoft.com/office/drawing/2014/main" id="{CB84FF39-8271-3F8F-6EF4-CEC67374D16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3459 w 356"/>
                  <a:gd name="T3" fmla="*/ 887 h 368"/>
                  <a:gd name="T4" fmla="*/ 15967 w 356"/>
                  <a:gd name="T5" fmla="*/ 18491 h 368"/>
                  <a:gd name="T6" fmla="*/ 3519 w 356"/>
                  <a:gd name="T7" fmla="*/ 2312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22255" name="Group 96">
              <a:extLst>
                <a:ext uri="{FF2B5EF4-FFF2-40B4-BE49-F238E27FC236}">
                  <a16:creationId xmlns:a16="http://schemas.microsoft.com/office/drawing/2014/main" id="{301A8499-9852-D480-692F-899C6E67530A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075488" y="5091113"/>
              <a:ext cx="1035050" cy="904875"/>
              <a:chOff x="-44" y="1473"/>
              <a:chExt cx="981" cy="1105"/>
            </a:xfrm>
          </p:grpSpPr>
          <p:pic>
            <p:nvPicPr>
              <p:cNvPr id="222256" name="Picture 97" descr="desktop_computer_stylized_medium">
                <a:extLst>
                  <a:ext uri="{FF2B5EF4-FFF2-40B4-BE49-F238E27FC236}">
                    <a16:creationId xmlns:a16="http://schemas.microsoft.com/office/drawing/2014/main" id="{A1087499-5405-9231-539D-BFAEAB2318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2257" name="Freeform 98">
                <a:extLst>
                  <a:ext uri="{FF2B5EF4-FFF2-40B4-BE49-F238E27FC236}">
                    <a16:creationId xmlns:a16="http://schemas.microsoft.com/office/drawing/2014/main" id="{FE566959-B704-0173-4D55-E010C556451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3459 w 356"/>
                  <a:gd name="T3" fmla="*/ 887 h 368"/>
                  <a:gd name="T4" fmla="*/ 15967 w 356"/>
                  <a:gd name="T5" fmla="*/ 18491 h 368"/>
                  <a:gd name="T6" fmla="*/ 3519 w 356"/>
                  <a:gd name="T7" fmla="*/ 2312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234" name="Rectangle 3">
            <a:extLst>
              <a:ext uri="{FF2B5EF4-FFF2-40B4-BE49-F238E27FC236}">
                <a16:creationId xmlns:a16="http://schemas.microsoft.com/office/drawing/2014/main" id="{3FD93DD7-7048-F3FC-B778-EB700277868A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marL="342900" lvl="1" indent="-342900">
              <a:buSzPct val="65000"/>
              <a:buNone/>
            </a:pPr>
            <a:r>
              <a:rPr lang="en-US" altLang="en-US" sz="2800" i="1">
                <a:solidFill>
                  <a:srgbClr val="22228B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rPr>
              <a:t>Two socket types for two transport services:</a:t>
            </a:r>
          </a:p>
          <a:p>
            <a:pPr marL="342900" lvl="1" indent="-342900">
              <a:buSzPct val="65000"/>
            </a:pPr>
            <a:r>
              <a:rPr lang="en-US" altLang="en-US" sz="2800" i="1">
                <a:solidFill>
                  <a:srgbClr val="CC0000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rPr>
              <a:t>UDP:</a:t>
            </a:r>
            <a:r>
              <a:rPr lang="en-US" altLang="en-US" sz="2800">
                <a:solidFill>
                  <a:srgbClr val="000000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rPr>
              <a:t> </a:t>
            </a:r>
            <a:r>
              <a:rPr lang="en-US" altLang="en-US" sz="2800">
                <a:latin typeface="Gill Sans MT" panose="020B0502020104020203" pitchFamily="34" charset="77"/>
                <a:ea typeface="ＭＳ Ｐゴシック" panose="020B0600070205080204" pitchFamily="34" charset="-128"/>
              </a:rPr>
              <a:t>unreliable datagram</a:t>
            </a:r>
            <a:endParaRPr lang="en-US" altLang="en-US" i="1">
              <a:solidFill>
                <a:srgbClr val="CC0000"/>
              </a:solidFill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  <a:p>
            <a:pPr marL="342900" lvl="1" indent="-342900">
              <a:buSzPct val="65000"/>
            </a:pPr>
            <a:r>
              <a:rPr lang="en-US" altLang="en-US" sz="2800" i="1">
                <a:solidFill>
                  <a:srgbClr val="CC0000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rPr>
              <a:t>TCP:</a:t>
            </a:r>
            <a:r>
              <a:rPr lang="en-US" altLang="en-US" sz="2800">
                <a:latin typeface="Gill Sans MT" panose="020B0502020104020203" pitchFamily="34" charset="77"/>
                <a:ea typeface="ＭＳ Ｐゴシック" panose="020B0600070205080204" pitchFamily="34" charset="-128"/>
              </a:rPr>
              <a:t> reliable, byte stream-oriented </a:t>
            </a:r>
          </a:p>
          <a:p>
            <a:pPr>
              <a:buFont typeface="Wingdings" pitchFamily="2" charset="2"/>
              <a:buNone/>
            </a:pPr>
            <a:endParaRPr lang="en-US" altLang="en-US"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</p:txBody>
      </p:sp>
      <p:sp>
        <p:nvSpPr>
          <p:cNvPr id="223233" name="Rectangle 2">
            <a:extLst>
              <a:ext uri="{FF2B5EF4-FFF2-40B4-BE49-F238E27FC236}">
                <a16:creationId xmlns:a16="http://schemas.microsoft.com/office/drawing/2014/main" id="{B8904E75-6221-E854-DB1C-53836AD2368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4000">
                <a:latin typeface="Gill Sans MT" panose="020B0502020104020203" pitchFamily="34" charset="77"/>
                <a:ea typeface="ＭＳ Ｐゴシック" panose="020B0600070205080204" pitchFamily="34" charset="-128"/>
              </a:rPr>
              <a:t>Socket programming </a:t>
            </a:r>
            <a:endParaRPr lang="en-US" altLang="en-US"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</p:txBody>
      </p:sp>
      <p:sp>
        <p:nvSpPr>
          <p:cNvPr id="61" name="Rectangle 3">
            <a:extLst>
              <a:ext uri="{FF2B5EF4-FFF2-40B4-BE49-F238E27FC236}">
                <a16:creationId xmlns:a16="http://schemas.microsoft.com/office/drawing/2014/main" id="{51FC8A5B-6DB8-50EC-E0EE-DAE52C78E8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9750" y="2981326"/>
            <a:ext cx="8021638" cy="1533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342900" lvl="1" indent="-342900">
              <a:lnSpc>
                <a:spcPct val="85000"/>
              </a:lnSpc>
              <a:buClr>
                <a:srgbClr val="000099"/>
              </a:buClr>
              <a:buSzPct val="65000"/>
              <a:defRPr/>
            </a:pPr>
            <a:r>
              <a:rPr lang="en-US" sz="2800" i="1" kern="0" dirty="0">
                <a:solidFill>
                  <a:schemeClr val="accent6">
                    <a:lumMod val="75000"/>
                  </a:schemeClr>
                </a:solidFill>
                <a:latin typeface="Gill Sans MT" pitchFamily="34" charset="0"/>
                <a:ea typeface="ＭＳ Ｐゴシック" charset="0"/>
              </a:rPr>
              <a:t>Application Example:</a:t>
            </a:r>
          </a:p>
          <a:p>
            <a:pPr marL="514350" indent="-287338">
              <a:lnSpc>
                <a:spcPct val="85000"/>
              </a:lnSpc>
              <a:buClr>
                <a:srgbClr val="000099"/>
              </a:buClr>
              <a:buSzPct val="65000"/>
              <a:buFont typeface="+mj-lt"/>
              <a:buAutoNum type="arabicPeriod"/>
              <a:defRPr/>
            </a:pPr>
            <a:r>
              <a:rPr lang="en-US" sz="2800" kern="0" dirty="0">
                <a:latin typeface="Gill Sans MT" pitchFamily="34" charset="0"/>
                <a:cs typeface="ＭＳ Ｐゴシック" charset="0"/>
              </a:rPr>
              <a:t>client reads a line of characters (data) from its keyboard and sends data to server</a:t>
            </a:r>
          </a:p>
          <a:p>
            <a:pPr marL="514350" indent="-287338">
              <a:lnSpc>
                <a:spcPct val="85000"/>
              </a:lnSpc>
              <a:buClr>
                <a:srgbClr val="000099"/>
              </a:buClr>
              <a:buSzPct val="65000"/>
              <a:buFont typeface="+mj-lt"/>
              <a:buAutoNum type="arabicPeriod"/>
              <a:defRPr/>
            </a:pPr>
            <a:r>
              <a:rPr lang="en-US" sz="2800" kern="0" dirty="0">
                <a:latin typeface="Gill Sans MT" pitchFamily="34" charset="0"/>
                <a:cs typeface="ＭＳ Ｐゴシック" charset="0"/>
              </a:rPr>
              <a:t>server receives the data and converts characters to uppercase</a:t>
            </a:r>
          </a:p>
          <a:p>
            <a:pPr marL="514350" indent="-287338">
              <a:lnSpc>
                <a:spcPct val="85000"/>
              </a:lnSpc>
              <a:buClr>
                <a:srgbClr val="000099"/>
              </a:buClr>
              <a:buSzPct val="65000"/>
              <a:buFont typeface="+mj-lt"/>
              <a:buAutoNum type="arabicPeriod"/>
              <a:defRPr/>
            </a:pPr>
            <a:r>
              <a:rPr lang="en-US" sz="2800" kern="0" dirty="0">
                <a:latin typeface="Gill Sans MT" pitchFamily="34" charset="0"/>
                <a:cs typeface="ＭＳ Ｐゴシック" charset="0"/>
              </a:rPr>
              <a:t>server sends modified data to client</a:t>
            </a:r>
          </a:p>
          <a:p>
            <a:pPr marL="514350" indent="-287338">
              <a:lnSpc>
                <a:spcPct val="85000"/>
              </a:lnSpc>
              <a:buClr>
                <a:srgbClr val="000099"/>
              </a:buClr>
              <a:buSzPct val="65000"/>
              <a:buFont typeface="+mj-lt"/>
              <a:buAutoNum type="arabicPeriod"/>
              <a:defRPr/>
            </a:pPr>
            <a:r>
              <a:rPr lang="en-US" sz="2800" kern="0" dirty="0">
                <a:latin typeface="Gill Sans MT" pitchFamily="34" charset="0"/>
                <a:cs typeface="ＭＳ Ｐゴシック" charset="0"/>
              </a:rPr>
              <a:t>client receives modified data and displays line on its screen</a:t>
            </a: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258" name="Rectangle 3">
            <a:extLst>
              <a:ext uri="{FF2B5EF4-FFF2-40B4-BE49-F238E27FC236}">
                <a16:creationId xmlns:a16="http://schemas.microsoft.com/office/drawing/2014/main" id="{4AF927C0-B725-1E99-4F29-E47D054E1A67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rPr>
              <a:t>UDP: no </a:t>
            </a:r>
            <a:r>
              <a:rPr lang="ja-JP" altLang="en-US">
                <a:solidFill>
                  <a:srgbClr val="CC0000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rPr>
              <a:t>“</a:t>
            </a:r>
            <a:r>
              <a:rPr lang="en-US" altLang="ja-JP" dirty="0">
                <a:solidFill>
                  <a:srgbClr val="CC0000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rPr>
              <a:t>connection</a:t>
            </a:r>
            <a:r>
              <a:rPr lang="ja-JP" altLang="en-US">
                <a:solidFill>
                  <a:srgbClr val="CC0000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rPr>
              <a:t>”</a:t>
            </a:r>
            <a:r>
              <a:rPr lang="en-US" altLang="ja-JP" dirty="0">
                <a:solidFill>
                  <a:srgbClr val="CC0000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rPr>
              <a:t> between client &amp; server</a:t>
            </a:r>
          </a:p>
          <a:p>
            <a:r>
              <a:rPr lang="en-US" altLang="en-US" sz="2400" dirty="0">
                <a:latin typeface="Gill Sans MT" panose="020B0502020104020203" pitchFamily="34" charset="77"/>
                <a:ea typeface="ＭＳ Ｐゴシック" panose="020B0600070205080204" pitchFamily="34" charset="-128"/>
              </a:rPr>
              <a:t>no handshaking before sending data</a:t>
            </a:r>
          </a:p>
          <a:p>
            <a:r>
              <a:rPr lang="en-US" altLang="en-US" sz="2400" dirty="0">
                <a:latin typeface="Gill Sans MT" panose="020B0502020104020203" pitchFamily="34" charset="77"/>
                <a:ea typeface="ＭＳ Ｐゴシック" panose="020B0600070205080204" pitchFamily="34" charset="-128"/>
              </a:rPr>
              <a:t>sender explicitly attaches IP destination address and port # to each packet</a:t>
            </a:r>
          </a:p>
          <a:p>
            <a:r>
              <a:rPr lang="en-US" altLang="en-US" sz="2400" dirty="0">
                <a:latin typeface="Gill Sans MT" panose="020B0502020104020203" pitchFamily="34" charset="77"/>
                <a:ea typeface="ＭＳ Ｐゴシック" panose="020B0600070205080204" pitchFamily="34" charset="-128"/>
              </a:rPr>
              <a:t>receiver extracts sender IP address and port# from received packet</a:t>
            </a: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rPr>
              <a:t>UDP: transmitted data may be lost or received out-of-order</a:t>
            </a: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rPr>
              <a:t>Application viewpoint:</a:t>
            </a:r>
          </a:p>
          <a:p>
            <a:pPr>
              <a:lnSpc>
                <a:spcPts val="2800"/>
              </a:lnSpc>
              <a:spcBef>
                <a:spcPct val="0"/>
              </a:spcBef>
              <a:buClrTx/>
            </a:pPr>
            <a:r>
              <a:rPr lang="en-US" altLang="en-US" sz="2400" dirty="0">
                <a:latin typeface="Gill Sans MT" panose="020B0502020104020203" pitchFamily="34" charset="77"/>
                <a:ea typeface="ＭＳ Ｐゴシック" panose="020B0600070205080204" pitchFamily="34" charset="-128"/>
              </a:rPr>
              <a:t>UDP provides </a:t>
            </a:r>
            <a:r>
              <a:rPr lang="en-US" altLang="en-US" sz="2400" i="1" dirty="0">
                <a:latin typeface="Gill Sans MT" panose="020B0502020104020203" pitchFamily="34" charset="77"/>
                <a:ea typeface="ＭＳ Ｐゴシック" panose="020B0600070205080204" pitchFamily="34" charset="-128"/>
              </a:rPr>
              <a:t>unreliable</a:t>
            </a:r>
            <a:r>
              <a:rPr lang="en-US" altLang="en-US" sz="2400" dirty="0">
                <a:latin typeface="Gill Sans MT" panose="020B0502020104020203" pitchFamily="34" charset="77"/>
                <a:ea typeface="ＭＳ Ｐゴシック" panose="020B0600070205080204" pitchFamily="34" charset="-128"/>
              </a:rPr>
              <a:t> transfer  of groups of bytes (</a:t>
            </a:r>
            <a:r>
              <a:rPr lang="ja-JP" altLang="en-US" sz="2400">
                <a:latin typeface="Gill Sans MT" panose="020B0502020104020203" pitchFamily="34" charset="77"/>
                <a:ea typeface="ＭＳ Ｐゴシック" panose="020B0600070205080204" pitchFamily="34" charset="-128"/>
              </a:rPr>
              <a:t>“</a:t>
            </a:r>
            <a:r>
              <a:rPr lang="en-US" altLang="ja-JP" sz="2400" dirty="0">
                <a:latin typeface="Gill Sans MT" panose="020B0502020104020203" pitchFamily="34" charset="77"/>
                <a:ea typeface="ＭＳ Ｐゴシック" panose="020B0600070205080204" pitchFamily="34" charset="-128"/>
              </a:rPr>
              <a:t>datagrams</a:t>
            </a:r>
            <a:r>
              <a:rPr lang="ja-JP" altLang="en-US" sz="2400">
                <a:latin typeface="Gill Sans MT" panose="020B0502020104020203" pitchFamily="34" charset="77"/>
                <a:ea typeface="ＭＳ Ｐゴシック" panose="020B0600070205080204" pitchFamily="34" charset="-128"/>
              </a:rPr>
              <a:t>”</a:t>
            </a:r>
            <a:r>
              <a:rPr lang="en-US" altLang="ja-JP" sz="2400" dirty="0">
                <a:latin typeface="Gill Sans MT" panose="020B0502020104020203" pitchFamily="34" charset="77"/>
                <a:ea typeface="ＭＳ Ｐゴシック" panose="020B0600070205080204" pitchFamily="34" charset="-128"/>
              </a:rPr>
              <a:t>)  between client and server</a:t>
            </a: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</p:txBody>
      </p:sp>
      <p:sp>
        <p:nvSpPr>
          <p:cNvPr id="224257" name="Rectangle 2">
            <a:extLst>
              <a:ext uri="{FF2B5EF4-FFF2-40B4-BE49-F238E27FC236}">
                <a16:creationId xmlns:a16="http://schemas.microsoft.com/office/drawing/2014/main" id="{AA002F93-57DD-8150-2A9F-BE1A897D18E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4000">
                <a:latin typeface="Gill Sans MT" panose="020B0502020104020203" pitchFamily="34" charset="77"/>
                <a:ea typeface="ＭＳ Ｐゴシック" panose="020B0600070205080204" pitchFamily="34" charset="-128"/>
              </a:rPr>
              <a:t>Socket programming </a:t>
            </a:r>
            <a:r>
              <a:rPr lang="en-US" altLang="en-US" sz="4000" i="1">
                <a:solidFill>
                  <a:srgbClr val="CC0000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rPr>
              <a:t>with UDP</a:t>
            </a:r>
            <a:endParaRPr lang="en-US" altLang="en-US">
              <a:solidFill>
                <a:srgbClr val="CC0000"/>
              </a:solidFill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</p:txBody>
      </p:sp>
      <p:sp>
        <p:nvSpPr>
          <p:cNvPr id="224262" name="Rectangle 7">
            <a:extLst>
              <a:ext uri="{FF2B5EF4-FFF2-40B4-BE49-F238E27FC236}">
                <a16:creationId xmlns:a16="http://schemas.microsoft.com/office/drawing/2014/main" id="{86361FFD-B1E5-AC67-1CA1-3334A98EEC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9863" y="3198813"/>
            <a:ext cx="184150" cy="4572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buClr>
                <a:srgbClr val="3333CC"/>
              </a:buClr>
            </a:pPr>
            <a:endParaRPr lang="en-US" altLang="en-US" sz="2400">
              <a:solidFill>
                <a:srgbClr val="000000"/>
              </a:solidFill>
              <a:latin typeface="Comic Sans MS" panose="030F0902030302020204" pitchFamily="66" charset="0"/>
            </a:endParaRP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81" name="Rectangle 2">
            <a:extLst>
              <a:ext uri="{FF2B5EF4-FFF2-40B4-BE49-F238E27FC236}">
                <a16:creationId xmlns:a16="http://schemas.microsoft.com/office/drawing/2014/main" id="{EC0A9514-9654-E557-C8D8-1427FB6AB7E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3600" dirty="0">
                <a:latin typeface="Gill Sans MT" panose="020B0502020104020203" pitchFamily="34" charset="77"/>
                <a:ea typeface="ＭＳ Ｐゴシック" panose="020B0600070205080204" pitchFamily="34" charset="-128"/>
              </a:rPr>
              <a:t>Client/server socket interaction: UDP</a:t>
            </a:r>
            <a:endParaRPr lang="en-US" altLang="en-US" dirty="0"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</p:txBody>
      </p:sp>
      <p:grpSp>
        <p:nvGrpSpPr>
          <p:cNvPr id="2" name="Group 4">
            <a:extLst>
              <a:ext uri="{FF2B5EF4-FFF2-40B4-BE49-F238E27FC236}">
                <a16:creationId xmlns:a16="http://schemas.microsoft.com/office/drawing/2014/main" id="{338F6531-FF35-0633-7CA7-AF433ADDA6F5}"/>
              </a:ext>
            </a:extLst>
          </p:cNvPr>
          <p:cNvGrpSpPr>
            <a:grpSpLocks/>
          </p:cNvGrpSpPr>
          <p:nvPr/>
        </p:nvGrpSpPr>
        <p:grpSpPr bwMode="auto">
          <a:xfrm>
            <a:off x="7034214" y="4081464"/>
            <a:ext cx="2211387" cy="2111375"/>
            <a:chOff x="3485" y="2550"/>
            <a:chExt cx="1393" cy="1330"/>
          </a:xfrm>
        </p:grpSpPr>
        <p:grpSp>
          <p:nvGrpSpPr>
            <p:cNvPr id="225306" name="Group 5">
              <a:extLst>
                <a:ext uri="{FF2B5EF4-FFF2-40B4-BE49-F238E27FC236}">
                  <a16:creationId xmlns:a16="http://schemas.microsoft.com/office/drawing/2014/main" id="{86410151-E891-F2AB-75E4-2A0BC0CC81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85" y="2964"/>
              <a:ext cx="1393" cy="916"/>
              <a:chOff x="3485" y="2964"/>
              <a:chExt cx="1393" cy="916"/>
            </a:xfrm>
          </p:grpSpPr>
          <p:sp>
            <p:nvSpPr>
              <p:cNvPr id="225308" name="Text Box 6">
                <a:extLst>
                  <a:ext uri="{FF2B5EF4-FFF2-40B4-BE49-F238E27FC236}">
                    <a16:creationId xmlns:a16="http://schemas.microsoft.com/office/drawing/2014/main" id="{8756C951-0858-4536-5F0E-ED4AA3B725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09" y="3473"/>
                <a:ext cx="900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solidFill>
                      <a:srgbClr val="000000"/>
                    </a:solidFill>
                  </a:rPr>
                  <a:t>close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solidFill>
                      <a:srgbClr val="CC0000"/>
                    </a:solidFill>
                  </a:rPr>
                  <a:t>clientSocke</a:t>
                </a:r>
                <a:r>
                  <a:rPr lang="en-US" altLang="en-US" sz="1800">
                    <a:solidFill>
                      <a:srgbClr val="FF0000"/>
                    </a:solidFill>
                  </a:rPr>
                  <a:t>t</a:t>
                </a:r>
                <a:endParaRPr lang="en-US" altLang="en-US" sz="18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309" name="Line 7">
                <a:extLst>
                  <a:ext uri="{FF2B5EF4-FFF2-40B4-BE49-F238E27FC236}">
                    <a16:creationId xmlns:a16="http://schemas.microsoft.com/office/drawing/2014/main" id="{94733EFC-7B4B-AED9-1312-C138C9311E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36" y="3318"/>
                <a:ext cx="0" cy="204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225310" name="Text Box 8">
                <a:extLst>
                  <a:ext uri="{FF2B5EF4-FFF2-40B4-BE49-F238E27FC236}">
                    <a16:creationId xmlns:a16="http://schemas.microsoft.com/office/drawing/2014/main" id="{6449656D-F60B-2059-B755-0DD16D7101C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" y="2964"/>
                <a:ext cx="139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solidFill>
                      <a:srgbClr val="000000"/>
                    </a:solidFill>
                  </a:rPr>
                  <a:t>read datagram from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solidFill>
                      <a:srgbClr val="CC0000"/>
                    </a:solidFill>
                  </a:rPr>
                  <a:t>clientSocket</a:t>
                </a:r>
                <a:endParaRPr lang="en-US" altLang="en-US" sz="1800">
                  <a:solidFill>
                    <a:srgbClr val="CC0000"/>
                  </a:solidFill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225307" name="Line 9">
              <a:extLst>
                <a:ext uri="{FF2B5EF4-FFF2-40B4-BE49-F238E27FC236}">
                  <a16:creationId xmlns:a16="http://schemas.microsoft.com/office/drawing/2014/main" id="{6D8FC408-C6E4-F557-AAC2-6AE3A7589A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4" y="2550"/>
              <a:ext cx="0" cy="522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</p:grpSp>
      <p:grpSp>
        <p:nvGrpSpPr>
          <p:cNvPr id="4" name="Group 10">
            <a:extLst>
              <a:ext uri="{FF2B5EF4-FFF2-40B4-BE49-F238E27FC236}">
                <a16:creationId xmlns:a16="http://schemas.microsoft.com/office/drawing/2014/main" id="{39E64F83-71B3-F166-2911-895C4237F84A}"/>
              </a:ext>
            </a:extLst>
          </p:cNvPr>
          <p:cNvGrpSpPr>
            <a:grpSpLocks/>
          </p:cNvGrpSpPr>
          <p:nvPr/>
        </p:nvGrpSpPr>
        <p:grpSpPr bwMode="auto">
          <a:xfrm>
            <a:off x="4524375" y="1333501"/>
            <a:ext cx="6203950" cy="2690813"/>
            <a:chOff x="1890" y="840"/>
            <a:chExt cx="3908" cy="1695"/>
          </a:xfrm>
        </p:grpSpPr>
        <p:grpSp>
          <p:nvGrpSpPr>
            <p:cNvPr id="225299" name="Group 11">
              <a:extLst>
                <a:ext uri="{FF2B5EF4-FFF2-40B4-BE49-F238E27FC236}">
                  <a16:creationId xmlns:a16="http://schemas.microsoft.com/office/drawing/2014/main" id="{798F49D7-575F-68B5-1FE7-1A9725E5CE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97" y="1240"/>
              <a:ext cx="2289" cy="593"/>
              <a:chOff x="3241" y="1750"/>
              <a:chExt cx="2289" cy="593"/>
            </a:xfrm>
          </p:grpSpPr>
          <p:sp>
            <p:nvSpPr>
              <p:cNvPr id="225304" name="Text Box 12">
                <a:extLst>
                  <a:ext uri="{FF2B5EF4-FFF2-40B4-BE49-F238E27FC236}">
                    <a16:creationId xmlns:a16="http://schemas.microsoft.com/office/drawing/2014/main" id="{8496A6B4-5527-619C-86EB-E94C3CBF5C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41" y="1750"/>
                <a:ext cx="1021" cy="4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solidFill>
                      <a:srgbClr val="000000"/>
                    </a:solidFill>
                  </a:rPr>
                  <a:t>create socket: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305" name="Text Box 13">
                <a:extLst>
                  <a:ext uri="{FF2B5EF4-FFF2-40B4-BE49-F238E27FC236}">
                    <a16:creationId xmlns:a16="http://schemas.microsoft.com/office/drawing/2014/main" id="{62E38314-B85E-C83D-9662-EA7363A7C2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41" y="1962"/>
                <a:ext cx="2289" cy="38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ts val="2000"/>
                  </a:lnSpc>
                </a:pPr>
                <a:r>
                  <a:rPr lang="en-US" altLang="en-US" sz="1800">
                    <a:solidFill>
                      <a:srgbClr val="CC0000"/>
                    </a:solidFill>
                  </a:rPr>
                  <a:t>clientSocket =</a:t>
                </a:r>
              </a:p>
              <a:p>
                <a:pPr>
                  <a:lnSpc>
                    <a:spcPts val="2000"/>
                  </a:lnSpc>
                </a:pPr>
                <a:r>
                  <a:rPr lang="en-US" altLang="en-US" sz="1800">
                    <a:solidFill>
                      <a:srgbClr val="CC0000"/>
                    </a:solidFill>
                  </a:rPr>
                  <a:t>socket(AF_INET,SOCK_DGRAM)</a:t>
                </a:r>
                <a:endParaRPr lang="en-US" altLang="en-US" sz="1800">
                  <a:solidFill>
                    <a:srgbClr val="CC0000"/>
                  </a:solidFill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225300" name="Text Box 14">
              <a:extLst>
                <a:ext uri="{FF2B5EF4-FFF2-40B4-BE49-F238E27FC236}">
                  <a16:creationId xmlns:a16="http://schemas.microsoft.com/office/drawing/2014/main" id="{32C3D239-6CC8-A613-0CCC-FB643C865B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0" y="840"/>
              <a:ext cx="11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5000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5301" name="Text Box 15">
              <a:extLst>
                <a:ext uri="{FF2B5EF4-FFF2-40B4-BE49-F238E27FC236}">
                  <a16:creationId xmlns:a16="http://schemas.microsoft.com/office/drawing/2014/main" id="{23900A05-0198-C95A-3472-5A136D9353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89" y="1953"/>
              <a:ext cx="2409" cy="5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</a:rPr>
                <a:t>Create datagram with server IP and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</a:rPr>
                <a:t>port=x; send datagram via</a:t>
              </a:r>
              <a:br>
                <a:rPr lang="en-US" altLang="en-US" sz="1800">
                  <a:solidFill>
                    <a:srgbClr val="CC0000"/>
                  </a:solidFill>
                </a:rPr>
              </a:br>
              <a:r>
                <a:rPr lang="en-US" altLang="en-US" sz="1800">
                  <a:solidFill>
                    <a:srgbClr val="CC0000"/>
                  </a:solidFill>
                </a:rPr>
                <a:t>clientSocket</a:t>
              </a:r>
              <a:endParaRPr lang="en-US" altLang="en-US" sz="1800">
                <a:solidFill>
                  <a:srgbClr val="CC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5302" name="Line 16">
              <a:extLst>
                <a:ext uri="{FF2B5EF4-FFF2-40B4-BE49-F238E27FC236}">
                  <a16:creationId xmlns:a16="http://schemas.microsoft.com/office/drawing/2014/main" id="{F5B2AE9D-6B58-7076-9FB8-13A9C7938F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8" y="1830"/>
              <a:ext cx="0" cy="204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225303" name="Line 17">
              <a:extLst>
                <a:ext uri="{FF2B5EF4-FFF2-40B4-BE49-F238E27FC236}">
                  <a16:creationId xmlns:a16="http://schemas.microsoft.com/office/drawing/2014/main" id="{171BE23F-5B7F-CC85-315B-CFCEF45664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90" y="2208"/>
              <a:ext cx="1518" cy="252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en-US"/>
            </a:p>
          </p:txBody>
        </p:sp>
      </p:grpSp>
      <p:sp>
        <p:nvSpPr>
          <p:cNvPr id="225284" name="Text Box 18">
            <a:extLst>
              <a:ext uri="{FF2B5EF4-FFF2-40B4-BE49-F238E27FC236}">
                <a16:creationId xmlns:a16="http://schemas.microsoft.com/office/drawing/2014/main" id="{2D685FB2-C4F3-6E00-D33C-EDB9CAEEFB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4738" y="2187575"/>
            <a:ext cx="2462212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00"/>
                </a:solidFill>
              </a:rPr>
              <a:t>create socket, port= x:</a:t>
            </a:r>
            <a:endParaRPr lang="en-US" altLang="en-US" sz="18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225285" name="Text Box 19">
            <a:extLst>
              <a:ext uri="{FF2B5EF4-FFF2-40B4-BE49-F238E27FC236}">
                <a16:creationId xmlns:a16="http://schemas.microsoft.com/office/drawing/2014/main" id="{203E6F42-C2D7-DEDB-4204-81C4BA7C7D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7439" y="2511990"/>
            <a:ext cx="3634393" cy="6052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ts val="2000"/>
              </a:lnSpc>
            </a:pPr>
            <a:r>
              <a:rPr lang="en-US" altLang="en-US" sz="1800">
                <a:solidFill>
                  <a:srgbClr val="CC0000"/>
                </a:solidFill>
              </a:rPr>
              <a:t>serverSocket =</a:t>
            </a:r>
          </a:p>
          <a:p>
            <a:pPr>
              <a:lnSpc>
                <a:spcPts val="2000"/>
              </a:lnSpc>
            </a:pPr>
            <a:r>
              <a:rPr lang="en-US" altLang="en-US" sz="1800">
                <a:solidFill>
                  <a:srgbClr val="CC0000"/>
                </a:solidFill>
              </a:rPr>
              <a:t>socket(AF_INET,SOCK_DGRAM)</a:t>
            </a:r>
            <a:endParaRPr lang="en-US" altLang="en-US" sz="1800">
              <a:solidFill>
                <a:srgbClr val="CC0000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6" name="Group 20">
            <a:extLst>
              <a:ext uri="{FF2B5EF4-FFF2-40B4-BE49-F238E27FC236}">
                <a16:creationId xmlns:a16="http://schemas.microsoft.com/office/drawing/2014/main" id="{081BF480-B6C6-28D7-5868-11BBBD04AE13}"/>
              </a:ext>
            </a:extLst>
          </p:cNvPr>
          <p:cNvGrpSpPr>
            <a:grpSpLocks/>
          </p:cNvGrpSpPr>
          <p:nvPr/>
        </p:nvGrpSpPr>
        <p:grpSpPr bwMode="auto">
          <a:xfrm>
            <a:off x="2840039" y="3146426"/>
            <a:ext cx="2211387" cy="1122363"/>
            <a:chOff x="885" y="1982"/>
            <a:chExt cx="1393" cy="707"/>
          </a:xfrm>
        </p:grpSpPr>
        <p:sp>
          <p:nvSpPr>
            <p:cNvPr id="225297" name="Line 21">
              <a:extLst>
                <a:ext uri="{FF2B5EF4-FFF2-40B4-BE49-F238E27FC236}">
                  <a16:creationId xmlns:a16="http://schemas.microsoft.com/office/drawing/2014/main" id="{E12646BC-D129-5320-EF4B-A1FB42EC50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" y="1982"/>
              <a:ext cx="0" cy="366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225298" name="Text Box 22">
              <a:extLst>
                <a:ext uri="{FF2B5EF4-FFF2-40B4-BE49-F238E27FC236}">
                  <a16:creationId xmlns:a16="http://schemas.microsoft.com/office/drawing/2014/main" id="{EC24DDA5-D36B-851F-FF17-D7A1953962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5" y="2282"/>
              <a:ext cx="1393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</a:rPr>
                <a:t>read datagram from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CC0000"/>
                  </a:solidFill>
                </a:rPr>
                <a:t>serverSocke</a:t>
              </a:r>
              <a:r>
                <a:rPr lang="en-US" altLang="en-US" sz="1800">
                  <a:solidFill>
                    <a:srgbClr val="FF0000"/>
                  </a:solidFill>
                </a:rPr>
                <a:t>t</a:t>
              </a:r>
              <a:endParaRPr lang="en-US" altLang="en-US" sz="18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7" name="Group 23">
            <a:extLst>
              <a:ext uri="{FF2B5EF4-FFF2-40B4-BE49-F238E27FC236}">
                <a16:creationId xmlns:a16="http://schemas.microsoft.com/office/drawing/2014/main" id="{6796AE56-535C-448B-E822-A26721EBA734}"/>
              </a:ext>
            </a:extLst>
          </p:cNvPr>
          <p:cNvGrpSpPr>
            <a:grpSpLocks/>
          </p:cNvGrpSpPr>
          <p:nvPr/>
        </p:nvGrpSpPr>
        <p:grpSpPr bwMode="auto">
          <a:xfrm>
            <a:off x="2862263" y="4295776"/>
            <a:ext cx="3973512" cy="1660525"/>
            <a:chOff x="899" y="2720"/>
            <a:chExt cx="2503" cy="1046"/>
          </a:xfrm>
        </p:grpSpPr>
        <p:sp>
          <p:nvSpPr>
            <p:cNvPr id="225294" name="Text Box 24">
              <a:extLst>
                <a:ext uri="{FF2B5EF4-FFF2-40B4-BE49-F238E27FC236}">
                  <a16:creationId xmlns:a16="http://schemas.microsoft.com/office/drawing/2014/main" id="{C4E1BF76-DF8A-CDD6-A1FD-585FED722C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9" y="2835"/>
              <a:ext cx="1062" cy="9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</a:rPr>
                <a:t>write reply to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CC0000"/>
                  </a:solidFill>
                </a:rPr>
                <a:t>serverSocket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</a:rPr>
                <a:t>specifying </a:t>
              </a:r>
              <a:br>
                <a:rPr lang="en-US" altLang="en-US" sz="1800">
                  <a:solidFill>
                    <a:srgbClr val="000000"/>
                  </a:solidFill>
                </a:rPr>
              </a:br>
              <a:r>
                <a:rPr lang="en-US" altLang="en-US" sz="1800">
                  <a:solidFill>
                    <a:srgbClr val="000000"/>
                  </a:solidFill>
                </a:rPr>
                <a:t>client address,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</a:rPr>
                <a:t>port number</a:t>
              </a:r>
              <a:endParaRPr lang="en-US" altLang="en-US" sz="18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5295" name="Line 25">
              <a:extLst>
                <a:ext uri="{FF2B5EF4-FFF2-40B4-BE49-F238E27FC236}">
                  <a16:creationId xmlns:a16="http://schemas.microsoft.com/office/drawing/2014/main" id="{ED1D8A56-12BB-B93F-EFED-31619016AC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02" y="2720"/>
              <a:ext cx="0" cy="198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225296" name="Line 26">
              <a:extLst>
                <a:ext uri="{FF2B5EF4-FFF2-40B4-BE49-F238E27FC236}">
                  <a16:creationId xmlns:a16="http://schemas.microsoft.com/office/drawing/2014/main" id="{2B8F5F31-49A1-79EB-887C-634F0ACCDA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6" y="2970"/>
              <a:ext cx="1536" cy="18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</p:grpSp>
      <p:sp>
        <p:nvSpPr>
          <p:cNvPr id="225290" name="Text Box 22">
            <a:extLst>
              <a:ext uri="{FF2B5EF4-FFF2-40B4-BE49-F238E27FC236}">
                <a16:creationId xmlns:a16="http://schemas.microsoft.com/office/drawing/2014/main" id="{955BE835-AE40-1629-A1BB-050A277186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1701" y="1304925"/>
            <a:ext cx="3686175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>
                <a:solidFill>
                  <a:srgbClr val="000000"/>
                </a:solidFill>
                <a:latin typeface="Gill Sans MT" panose="020B0502020104020203" pitchFamily="34" charset="77"/>
              </a:rPr>
              <a:t>server</a:t>
            </a:r>
            <a:r>
              <a:rPr lang="en-US" altLang="en-US" sz="2400">
                <a:solidFill>
                  <a:srgbClr val="000000"/>
                </a:solidFill>
                <a:latin typeface="Gill Sans MT" panose="020B0502020104020203" pitchFamily="34" charset="77"/>
              </a:rPr>
              <a:t> (running</a:t>
            </a:r>
            <a:r>
              <a:rPr lang="en-US" altLang="en-US">
                <a:solidFill>
                  <a:srgbClr val="000000"/>
                </a:solidFill>
                <a:latin typeface="Gill Sans MT" panose="020B0502020104020203" pitchFamily="34" charset="77"/>
              </a:rPr>
              <a:t> on</a:t>
            </a:r>
            <a:r>
              <a:rPr lang="en-US" altLang="en-US" sz="1800">
                <a:solidFill>
                  <a:srgbClr val="000000"/>
                </a:solidFill>
                <a:latin typeface="Comic Sans MS" panose="030F0902030302020204" pitchFamily="66" charset="0"/>
              </a:rPr>
              <a:t> serverIP</a:t>
            </a:r>
            <a:r>
              <a:rPr lang="en-US" altLang="en-US" sz="2400">
                <a:solidFill>
                  <a:srgbClr val="000000"/>
                </a:solidFill>
                <a:latin typeface="Gill Sans MT" panose="020B0502020104020203" pitchFamily="34" charset="77"/>
              </a:rPr>
              <a:t>)</a:t>
            </a:r>
          </a:p>
        </p:txBody>
      </p:sp>
      <p:sp>
        <p:nvSpPr>
          <p:cNvPr id="225291" name="Text Box 23">
            <a:extLst>
              <a:ext uri="{FF2B5EF4-FFF2-40B4-BE49-F238E27FC236}">
                <a16:creationId xmlns:a16="http://schemas.microsoft.com/office/drawing/2014/main" id="{565B1CE4-BC6C-B72A-9C90-3FBCE4FE6D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35789" y="1301751"/>
            <a:ext cx="9620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>
                <a:solidFill>
                  <a:srgbClr val="000000"/>
                </a:solidFill>
                <a:latin typeface="Gill Sans MT" panose="020B0502020104020203" pitchFamily="34" charset="77"/>
              </a:rPr>
              <a:t>client</a:t>
            </a:r>
          </a:p>
        </p:txBody>
      </p:sp>
      <p:sp>
        <p:nvSpPr>
          <p:cNvPr id="225292" name="Line 35">
            <a:extLst>
              <a:ext uri="{FF2B5EF4-FFF2-40B4-BE49-F238E27FC236}">
                <a16:creationId xmlns:a16="http://schemas.microsoft.com/office/drawing/2014/main" id="{7E63AD91-375A-AB3C-B07C-25D774646A09}"/>
              </a:ext>
            </a:extLst>
          </p:cNvPr>
          <p:cNvSpPr>
            <a:spLocks noChangeShapeType="1"/>
          </p:cNvSpPr>
          <p:nvPr/>
        </p:nvSpPr>
        <p:spPr bwMode="auto">
          <a:xfrm>
            <a:off x="2328864" y="1755775"/>
            <a:ext cx="3341687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5293" name="Line 36">
            <a:extLst>
              <a:ext uri="{FF2B5EF4-FFF2-40B4-BE49-F238E27FC236}">
                <a16:creationId xmlns:a16="http://schemas.microsoft.com/office/drawing/2014/main" id="{F3C772B3-04A3-C0EB-975E-6120C5CEF807}"/>
              </a:ext>
            </a:extLst>
          </p:cNvPr>
          <p:cNvSpPr>
            <a:spLocks noChangeShapeType="1"/>
          </p:cNvSpPr>
          <p:nvPr/>
        </p:nvSpPr>
        <p:spPr bwMode="auto">
          <a:xfrm>
            <a:off x="7069139" y="1766888"/>
            <a:ext cx="676275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9C6FB3D4-B7E8-E15C-36D4-DD948C577E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solidFill>
                  <a:srgbClr val="000099"/>
                </a:solidFill>
                <a:latin typeface="Gill Sans MT" panose="020B0502020104020203" pitchFamily="34" charset="77"/>
              </a:rPr>
              <a:t>Example app: UDP client</a:t>
            </a:r>
            <a:endParaRPr lang="en-US" dirty="0"/>
          </a:p>
        </p:txBody>
      </p:sp>
      <p:sp>
        <p:nvSpPr>
          <p:cNvPr id="226307" name="Rectangle 2">
            <a:extLst>
              <a:ext uri="{FF2B5EF4-FFF2-40B4-BE49-F238E27FC236}">
                <a16:creationId xmlns:a16="http://schemas.microsoft.com/office/drawing/2014/main" id="{C57EDB0A-0ED2-AE9D-9D3C-37C892FEAD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04298" y="-2528892"/>
            <a:ext cx="7772400" cy="947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4400" dirty="0">
              <a:solidFill>
                <a:srgbClr val="000099"/>
              </a:solidFill>
              <a:latin typeface="Gill Sans MT" panose="020B0502020104020203" pitchFamily="34" charset="77"/>
            </a:endParaRPr>
          </a:p>
        </p:txBody>
      </p:sp>
      <p:sp>
        <p:nvSpPr>
          <p:cNvPr id="226308" name="TextBox 1">
            <a:extLst>
              <a:ext uri="{FF2B5EF4-FFF2-40B4-BE49-F238E27FC236}">
                <a16:creationId xmlns:a16="http://schemas.microsoft.com/office/drawing/2014/main" id="{5B6CE1E7-2B7C-88BF-3F01-77121E6BB6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9100" y="1651000"/>
            <a:ext cx="5889754" cy="42671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ts val="2800"/>
              </a:lnSpc>
            </a:pPr>
            <a:r>
              <a:rPr lang="en-US" altLang="en-US"/>
              <a:t>from socket import *</a:t>
            </a:r>
          </a:p>
          <a:p>
            <a:pPr>
              <a:lnSpc>
                <a:spcPts val="2800"/>
              </a:lnSpc>
            </a:pPr>
            <a:r>
              <a:rPr lang="en-US" altLang="en-US"/>
              <a:t>serverName = ‘hostname’</a:t>
            </a:r>
          </a:p>
          <a:p>
            <a:pPr>
              <a:lnSpc>
                <a:spcPts val="2800"/>
              </a:lnSpc>
            </a:pPr>
            <a:r>
              <a:rPr lang="en-US" altLang="en-US"/>
              <a:t>serverPort = 12000</a:t>
            </a:r>
          </a:p>
          <a:p>
            <a:pPr>
              <a:lnSpc>
                <a:spcPts val="2400"/>
              </a:lnSpc>
            </a:pPr>
            <a:r>
              <a:rPr lang="en-US" altLang="en-US"/>
              <a:t>clientSocket = socket(AF_INET, </a:t>
            </a:r>
          </a:p>
          <a:p>
            <a:pPr>
              <a:lnSpc>
                <a:spcPts val="2400"/>
              </a:lnSpc>
            </a:pPr>
            <a:r>
              <a:rPr lang="en-US" altLang="en-US"/>
              <a:t>                                   SOCK_DGRAM)</a:t>
            </a:r>
          </a:p>
          <a:p>
            <a:pPr>
              <a:lnSpc>
                <a:spcPts val="2800"/>
              </a:lnSpc>
            </a:pPr>
            <a:r>
              <a:rPr lang="en-US" altLang="en-US"/>
              <a:t>message = raw_input(’Input lowercase sentence:’)</a:t>
            </a:r>
          </a:p>
          <a:p>
            <a:pPr>
              <a:lnSpc>
                <a:spcPts val="2800"/>
              </a:lnSpc>
            </a:pPr>
            <a:r>
              <a:rPr lang="en-US" altLang="en-US"/>
              <a:t>clientSocket.sendto</a:t>
            </a:r>
            <a:r>
              <a:rPr lang="en-US" altLang="en-US" sz="1800"/>
              <a:t>(message.encode(),</a:t>
            </a:r>
          </a:p>
          <a:p>
            <a:pPr>
              <a:lnSpc>
                <a:spcPts val="2800"/>
              </a:lnSpc>
            </a:pPr>
            <a:r>
              <a:rPr lang="en-US" altLang="en-US" sz="1800"/>
              <a:t>                                      (serverName, serverPort))</a:t>
            </a:r>
          </a:p>
          <a:p>
            <a:pPr>
              <a:lnSpc>
                <a:spcPts val="2800"/>
              </a:lnSpc>
            </a:pPr>
            <a:r>
              <a:rPr lang="en-US" altLang="en-US"/>
              <a:t>modifiedMessage, serverAddress = </a:t>
            </a:r>
          </a:p>
          <a:p>
            <a:pPr>
              <a:lnSpc>
                <a:spcPts val="2800"/>
              </a:lnSpc>
            </a:pPr>
            <a:r>
              <a:rPr lang="en-US" altLang="en-US"/>
              <a:t>                                   clientSocket.recvfrom(2048)</a:t>
            </a:r>
          </a:p>
          <a:p>
            <a:pPr>
              <a:lnSpc>
                <a:spcPts val="2800"/>
              </a:lnSpc>
            </a:pPr>
            <a:r>
              <a:rPr lang="en-US" altLang="en-US"/>
              <a:t>print modifiedMessage.decode()</a:t>
            </a:r>
          </a:p>
          <a:p>
            <a:pPr>
              <a:lnSpc>
                <a:spcPts val="2800"/>
              </a:lnSpc>
            </a:pPr>
            <a:r>
              <a:rPr lang="en-US" altLang="en-US"/>
              <a:t>clientSocket.close()</a:t>
            </a:r>
          </a:p>
        </p:txBody>
      </p:sp>
      <p:sp>
        <p:nvSpPr>
          <p:cNvPr id="226309" name="TextBox 2">
            <a:extLst>
              <a:ext uri="{FF2B5EF4-FFF2-40B4-BE49-F238E27FC236}">
                <a16:creationId xmlns:a16="http://schemas.microsoft.com/office/drawing/2014/main" id="{85AD6ADF-1468-99A8-BB79-5E8CBA4369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41801" y="1168401"/>
            <a:ext cx="27416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 i="1">
                <a:solidFill>
                  <a:srgbClr val="CC0000"/>
                </a:solidFill>
              </a:rPr>
              <a:t>Python UDPClient</a:t>
            </a:r>
          </a:p>
        </p:txBody>
      </p:sp>
      <p:grpSp>
        <p:nvGrpSpPr>
          <p:cNvPr id="2" name="Group 46">
            <a:extLst>
              <a:ext uri="{FF2B5EF4-FFF2-40B4-BE49-F238E27FC236}">
                <a16:creationId xmlns:a16="http://schemas.microsoft.com/office/drawing/2014/main" id="{63CBDD3C-31A1-0866-C80D-098B05F7831A}"/>
              </a:ext>
            </a:extLst>
          </p:cNvPr>
          <p:cNvGrpSpPr>
            <a:grpSpLocks/>
          </p:cNvGrpSpPr>
          <p:nvPr/>
        </p:nvGrpSpPr>
        <p:grpSpPr bwMode="auto">
          <a:xfrm>
            <a:off x="1752600" y="1606549"/>
            <a:ext cx="2451100" cy="502702"/>
            <a:chOff x="228727" y="1605758"/>
            <a:chExt cx="2450973" cy="503991"/>
          </a:xfrm>
        </p:grpSpPr>
        <p:sp>
          <p:nvSpPr>
            <p:cNvPr id="226328" name="TextBox 3">
              <a:extLst>
                <a:ext uri="{FF2B5EF4-FFF2-40B4-BE49-F238E27FC236}">
                  <a16:creationId xmlns:a16="http://schemas.microsoft.com/office/drawing/2014/main" id="{B62D229C-224B-9752-AF14-818C9F0C1D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8727" y="1605758"/>
              <a:ext cx="2103287" cy="5039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</a:pPr>
              <a:r>
                <a:rPr lang="en-US" altLang="en-US" sz="1400">
                  <a:solidFill>
                    <a:srgbClr val="000099"/>
                  </a:solidFill>
                </a:rPr>
                <a:t>include Python’s socket </a:t>
              </a:r>
            </a:p>
            <a:p>
              <a:pPr>
                <a:lnSpc>
                  <a:spcPts val="1600"/>
                </a:lnSpc>
              </a:pPr>
              <a:r>
                <a:rPr lang="en-US" altLang="en-US" sz="1400">
                  <a:solidFill>
                    <a:srgbClr val="000099"/>
                  </a:solidFill>
                </a:rPr>
                <a:t>library</a:t>
              </a:r>
            </a:p>
          </p:txBody>
        </p:sp>
        <p:cxnSp>
          <p:nvCxnSpPr>
            <p:cNvPr id="226329" name="Straight Connector 10">
              <a:extLst>
                <a:ext uri="{FF2B5EF4-FFF2-40B4-BE49-F238E27FC236}">
                  <a16:creationId xmlns:a16="http://schemas.microsoft.com/office/drawing/2014/main" id="{2197F9E0-49EF-1433-A39A-0B5770E13B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52522" y="1930400"/>
              <a:ext cx="1727178" cy="813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" name="Group 47">
            <a:extLst>
              <a:ext uri="{FF2B5EF4-FFF2-40B4-BE49-F238E27FC236}">
                <a16:creationId xmlns:a16="http://schemas.microsoft.com/office/drawing/2014/main" id="{C6FADB18-836D-A6BA-8787-3C1D72EFFCC6}"/>
              </a:ext>
            </a:extLst>
          </p:cNvPr>
          <p:cNvGrpSpPr>
            <a:grpSpLocks/>
          </p:cNvGrpSpPr>
          <p:nvPr/>
        </p:nvGrpSpPr>
        <p:grpSpPr bwMode="auto">
          <a:xfrm>
            <a:off x="1714501" y="2917826"/>
            <a:ext cx="2587625" cy="523875"/>
            <a:chOff x="189714" y="2918150"/>
            <a:chExt cx="2587958" cy="523220"/>
          </a:xfrm>
        </p:grpSpPr>
        <p:sp>
          <p:nvSpPr>
            <p:cNvPr id="226326" name="TextBox 31">
              <a:extLst>
                <a:ext uri="{FF2B5EF4-FFF2-40B4-BE49-F238E27FC236}">
                  <a16:creationId xmlns:a16="http://schemas.microsoft.com/office/drawing/2014/main" id="{2EF66BF6-9A46-0D33-A2C8-D4B2C62F30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714" y="2918150"/>
              <a:ext cx="227181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>
                  <a:solidFill>
                    <a:srgbClr val="000099"/>
                  </a:solidFill>
                </a:rPr>
                <a:t>create UDP socket for server</a:t>
              </a:r>
            </a:p>
          </p:txBody>
        </p:sp>
        <p:cxnSp>
          <p:nvCxnSpPr>
            <p:cNvPr id="226327" name="Straight Connector 32">
              <a:extLst>
                <a:ext uri="{FF2B5EF4-FFF2-40B4-BE49-F238E27FC236}">
                  <a16:creationId xmlns:a16="http://schemas.microsoft.com/office/drawing/2014/main" id="{B905091C-F231-1532-CBDC-168325B3938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50143" y="3165929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" name="Group 48">
            <a:extLst>
              <a:ext uri="{FF2B5EF4-FFF2-40B4-BE49-F238E27FC236}">
                <a16:creationId xmlns:a16="http://schemas.microsoft.com/office/drawing/2014/main" id="{EF27B494-D675-E62F-1FA2-2BB3AE345EFF}"/>
              </a:ext>
            </a:extLst>
          </p:cNvPr>
          <p:cNvGrpSpPr>
            <a:grpSpLocks/>
          </p:cNvGrpSpPr>
          <p:nvPr/>
        </p:nvGrpSpPr>
        <p:grpSpPr bwMode="auto">
          <a:xfrm>
            <a:off x="1739901" y="3530603"/>
            <a:ext cx="2505075" cy="502702"/>
            <a:chOff x="215900" y="3530600"/>
            <a:chExt cx="2505529" cy="502529"/>
          </a:xfrm>
        </p:grpSpPr>
        <p:sp>
          <p:nvSpPr>
            <p:cNvPr id="226324" name="TextBox 34">
              <a:extLst>
                <a:ext uri="{FF2B5EF4-FFF2-40B4-BE49-F238E27FC236}">
                  <a16:creationId xmlns:a16="http://schemas.microsoft.com/office/drawing/2014/main" id="{E4D58387-209F-5D05-5A4F-32C185EBBD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900" y="3530600"/>
              <a:ext cx="1616441" cy="5025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</a:pPr>
              <a:r>
                <a:rPr lang="en-US" altLang="en-US" sz="1400">
                  <a:solidFill>
                    <a:srgbClr val="000099"/>
                  </a:solidFill>
                </a:rPr>
                <a:t>get user keyboard</a:t>
              </a:r>
            </a:p>
            <a:p>
              <a:pPr>
                <a:lnSpc>
                  <a:spcPts val="1600"/>
                </a:lnSpc>
              </a:pPr>
              <a:r>
                <a:rPr lang="en-US" altLang="en-US" sz="1400">
                  <a:solidFill>
                    <a:srgbClr val="000099"/>
                  </a:solidFill>
                </a:rPr>
                <a:t>input </a:t>
              </a:r>
            </a:p>
          </p:txBody>
        </p:sp>
        <p:cxnSp>
          <p:nvCxnSpPr>
            <p:cNvPr id="226325" name="Straight Connector 35">
              <a:extLst>
                <a:ext uri="{FF2B5EF4-FFF2-40B4-BE49-F238E27FC236}">
                  <a16:creationId xmlns:a16="http://schemas.microsoft.com/office/drawing/2014/main" id="{B2AA80AC-96B3-ADEB-CC0B-37FB1CC2D77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762000" y="3968752"/>
              <a:ext cx="1959429" cy="4534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" name="Group 49">
            <a:extLst>
              <a:ext uri="{FF2B5EF4-FFF2-40B4-BE49-F238E27FC236}">
                <a16:creationId xmlns:a16="http://schemas.microsoft.com/office/drawing/2014/main" id="{C6D8035A-08B0-ED7D-BDEE-3C2BF03A715C}"/>
              </a:ext>
            </a:extLst>
          </p:cNvPr>
          <p:cNvGrpSpPr>
            <a:grpSpLocks/>
          </p:cNvGrpSpPr>
          <p:nvPr/>
        </p:nvGrpSpPr>
        <p:grpSpPr bwMode="auto">
          <a:xfrm>
            <a:off x="1690689" y="4064001"/>
            <a:ext cx="2568575" cy="523875"/>
            <a:chOff x="166472" y="4064002"/>
            <a:chExt cx="2568858" cy="522566"/>
          </a:xfrm>
        </p:grpSpPr>
        <p:sp>
          <p:nvSpPr>
            <p:cNvPr id="226322" name="TextBox 36">
              <a:extLst>
                <a:ext uri="{FF2B5EF4-FFF2-40B4-BE49-F238E27FC236}">
                  <a16:creationId xmlns:a16="http://schemas.microsoft.com/office/drawing/2014/main" id="{C3A914F2-440C-7B89-874E-D374B9A3FD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472" y="4064002"/>
              <a:ext cx="2349500" cy="5225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>
                  <a:solidFill>
                    <a:srgbClr val="000099"/>
                  </a:solidFill>
                </a:rPr>
                <a:t>Attach server name, port to message; send into socket</a:t>
              </a:r>
            </a:p>
          </p:txBody>
        </p:sp>
        <p:cxnSp>
          <p:nvCxnSpPr>
            <p:cNvPr id="226323" name="Straight Connector 39">
              <a:extLst>
                <a:ext uri="{FF2B5EF4-FFF2-40B4-BE49-F238E27FC236}">
                  <a16:creationId xmlns:a16="http://schemas.microsoft.com/office/drawing/2014/main" id="{58BDCD1F-4BD5-334C-03AC-E6FB6C130B4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373914" y="4336506"/>
              <a:ext cx="361416" cy="557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" name="Group 55">
            <a:extLst>
              <a:ext uri="{FF2B5EF4-FFF2-40B4-BE49-F238E27FC236}">
                <a16:creationId xmlns:a16="http://schemas.microsoft.com/office/drawing/2014/main" id="{13AA0163-FA2D-0F49-EB71-2A0D4BA58067}"/>
              </a:ext>
            </a:extLst>
          </p:cNvPr>
          <p:cNvGrpSpPr>
            <a:grpSpLocks/>
          </p:cNvGrpSpPr>
          <p:nvPr/>
        </p:nvGrpSpPr>
        <p:grpSpPr bwMode="auto">
          <a:xfrm>
            <a:off x="1738314" y="5743576"/>
            <a:ext cx="2511425" cy="523875"/>
            <a:chOff x="214386" y="5472277"/>
            <a:chExt cx="2511708" cy="523220"/>
          </a:xfrm>
        </p:grpSpPr>
        <p:sp>
          <p:nvSpPr>
            <p:cNvPr id="226320" name="TextBox 61">
              <a:extLst>
                <a:ext uri="{FF2B5EF4-FFF2-40B4-BE49-F238E27FC236}">
                  <a16:creationId xmlns:a16="http://schemas.microsoft.com/office/drawing/2014/main" id="{BD019D66-82A8-D5E8-19F6-AF4D2F7CD4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386" y="5472277"/>
              <a:ext cx="2349500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>
                  <a:solidFill>
                    <a:srgbClr val="000099"/>
                  </a:solidFill>
                </a:rPr>
                <a:t>print out received string and close socket</a:t>
              </a:r>
            </a:p>
          </p:txBody>
        </p:sp>
        <p:cxnSp>
          <p:nvCxnSpPr>
            <p:cNvPr id="226321" name="Straight Connector 62">
              <a:extLst>
                <a:ext uri="{FF2B5EF4-FFF2-40B4-BE49-F238E27FC236}">
                  <a16:creationId xmlns:a16="http://schemas.microsoft.com/office/drawing/2014/main" id="{42CB8DBA-15D6-4646-D004-A631FE1FA81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230329" y="5657589"/>
              <a:ext cx="495765" cy="24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7" name="Group 54">
            <a:extLst>
              <a:ext uri="{FF2B5EF4-FFF2-40B4-BE49-F238E27FC236}">
                <a16:creationId xmlns:a16="http://schemas.microsoft.com/office/drawing/2014/main" id="{C818A5C8-5F0C-1D72-5CF1-5044DBFCF546}"/>
              </a:ext>
            </a:extLst>
          </p:cNvPr>
          <p:cNvGrpSpPr>
            <a:grpSpLocks/>
          </p:cNvGrpSpPr>
          <p:nvPr/>
        </p:nvGrpSpPr>
        <p:grpSpPr bwMode="auto">
          <a:xfrm>
            <a:off x="1366838" y="4802191"/>
            <a:ext cx="2900363" cy="635153"/>
            <a:chOff x="-157119" y="4530536"/>
            <a:chExt cx="2900123" cy="635579"/>
          </a:xfrm>
        </p:grpSpPr>
        <p:sp>
          <p:nvSpPr>
            <p:cNvPr id="226317" name="TextBox 56">
              <a:extLst>
                <a:ext uri="{FF2B5EF4-FFF2-40B4-BE49-F238E27FC236}">
                  <a16:creationId xmlns:a16="http://schemas.microsoft.com/office/drawing/2014/main" id="{06476B17-F0E4-5B24-1D89-4224FA3581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835" y="4642544"/>
              <a:ext cx="2349500" cy="5235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>
                  <a:solidFill>
                    <a:srgbClr val="000099"/>
                  </a:solidFill>
                </a:rPr>
                <a:t>read reply characters from</a:t>
              </a:r>
            </a:p>
            <a:p>
              <a:r>
                <a:rPr lang="en-US" altLang="en-US" sz="1400">
                  <a:solidFill>
                    <a:srgbClr val="000099"/>
                  </a:solidFill>
                </a:rPr>
                <a:t>socket into string</a:t>
              </a:r>
            </a:p>
          </p:txBody>
        </p:sp>
        <p:cxnSp>
          <p:nvCxnSpPr>
            <p:cNvPr id="226318" name="Straight Connector 59">
              <a:extLst>
                <a:ext uri="{FF2B5EF4-FFF2-40B4-BE49-F238E27FC236}">
                  <a16:creationId xmlns:a16="http://schemas.microsoft.com/office/drawing/2014/main" id="{70536346-F7F8-1DE8-DBB1-1C44A3D9259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415586" y="4830837"/>
              <a:ext cx="327418" cy="41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26319" name="TextBox 53">
              <a:extLst>
                <a:ext uri="{FF2B5EF4-FFF2-40B4-BE49-F238E27FC236}">
                  <a16:creationId xmlns:a16="http://schemas.microsoft.com/office/drawing/2014/main" id="{0EDE22CB-DD6C-E40D-2384-2B986F6B84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57119" y="4530536"/>
              <a:ext cx="18466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34A9FAD9-9B6A-1AAF-F974-77DCD07B44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solidFill>
                  <a:srgbClr val="000099"/>
                </a:solidFill>
                <a:latin typeface="Gill Sans MT" panose="020B0502020104020203" pitchFamily="34" charset="77"/>
              </a:rPr>
              <a:t>Example app: UDP server</a:t>
            </a:r>
            <a:endParaRPr lang="en-US" dirty="0"/>
          </a:p>
        </p:txBody>
      </p:sp>
      <p:sp>
        <p:nvSpPr>
          <p:cNvPr id="227331" name="Rectangle 2">
            <a:extLst>
              <a:ext uri="{FF2B5EF4-FFF2-40B4-BE49-F238E27FC236}">
                <a16:creationId xmlns:a16="http://schemas.microsoft.com/office/drawing/2014/main" id="{F8EEBEF6-D086-AE86-1846-9886D62BC7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275" y="88900"/>
            <a:ext cx="7772400" cy="947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4400" dirty="0">
              <a:solidFill>
                <a:srgbClr val="000099"/>
              </a:solidFill>
              <a:latin typeface="Gill Sans MT" panose="020B0502020104020203" pitchFamily="34" charset="77"/>
            </a:endParaRPr>
          </a:p>
        </p:txBody>
      </p:sp>
      <p:sp>
        <p:nvSpPr>
          <p:cNvPr id="227332" name="TextBox 1">
            <a:extLst>
              <a:ext uri="{FF2B5EF4-FFF2-40B4-BE49-F238E27FC236}">
                <a16:creationId xmlns:a16="http://schemas.microsoft.com/office/drawing/2014/main" id="{D4EFD5D2-89D0-D764-F86E-66371FEBEC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41801" y="1651000"/>
            <a:ext cx="6128601" cy="34534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ts val="2800"/>
              </a:lnSpc>
            </a:pPr>
            <a:r>
              <a:rPr lang="en-US" altLang="en-US"/>
              <a:t>from socket import *</a:t>
            </a:r>
          </a:p>
          <a:p>
            <a:pPr>
              <a:lnSpc>
                <a:spcPts val="2800"/>
              </a:lnSpc>
            </a:pPr>
            <a:r>
              <a:rPr lang="en-US" altLang="en-US"/>
              <a:t>serverPort = 12000</a:t>
            </a:r>
          </a:p>
          <a:p>
            <a:pPr>
              <a:lnSpc>
                <a:spcPts val="2800"/>
              </a:lnSpc>
            </a:pPr>
            <a:r>
              <a:rPr lang="en-US" altLang="en-US"/>
              <a:t>serverSocket = socket(AF_INET, SOCK_DGRAM)</a:t>
            </a:r>
          </a:p>
          <a:p>
            <a:pPr>
              <a:lnSpc>
                <a:spcPts val="2800"/>
              </a:lnSpc>
            </a:pPr>
            <a:r>
              <a:rPr lang="en-US" altLang="en-US"/>
              <a:t>serverSocket.bind((</a:t>
            </a:r>
            <a:r>
              <a:rPr lang="fr-FR" altLang="en-US"/>
              <a:t>''</a:t>
            </a:r>
            <a:r>
              <a:rPr lang="en-US" altLang="en-US"/>
              <a:t>, serverPort))</a:t>
            </a:r>
          </a:p>
          <a:p>
            <a:pPr>
              <a:lnSpc>
                <a:spcPts val="2800"/>
              </a:lnSpc>
            </a:pPr>
            <a:r>
              <a:rPr lang="en-US" altLang="en-US"/>
              <a:t>print (</a:t>
            </a:r>
            <a:r>
              <a:rPr lang="ja-JP" altLang="en-US"/>
              <a:t>“</a:t>
            </a:r>
            <a:r>
              <a:rPr lang="en-US" altLang="ja-JP" i="1"/>
              <a:t>The server is ready to receive</a:t>
            </a:r>
            <a:r>
              <a:rPr lang="en-US" altLang="en-US"/>
              <a:t>”</a:t>
            </a:r>
            <a:r>
              <a:rPr lang="en-US" altLang="ja-JP"/>
              <a:t>)</a:t>
            </a:r>
          </a:p>
          <a:p>
            <a:pPr>
              <a:lnSpc>
                <a:spcPts val="2800"/>
              </a:lnSpc>
            </a:pPr>
            <a:r>
              <a:rPr lang="en-US" altLang="en-US"/>
              <a:t>while True:</a:t>
            </a:r>
          </a:p>
          <a:p>
            <a:pPr>
              <a:lnSpc>
                <a:spcPts val="2400"/>
              </a:lnSpc>
            </a:pPr>
            <a:r>
              <a:rPr lang="en-US" altLang="en-US" sz="1800"/>
              <a:t>    message, clientAddress = serverSocket.recvfrom(2048)</a:t>
            </a:r>
          </a:p>
          <a:p>
            <a:pPr>
              <a:lnSpc>
                <a:spcPts val="2400"/>
              </a:lnSpc>
            </a:pPr>
            <a:r>
              <a:rPr lang="en-US" altLang="en-US" sz="1800"/>
              <a:t>    modifiedMessage = message.decode().upper()</a:t>
            </a:r>
          </a:p>
          <a:p>
            <a:pPr>
              <a:lnSpc>
                <a:spcPts val="2400"/>
              </a:lnSpc>
            </a:pPr>
            <a:r>
              <a:rPr lang="en-US" altLang="en-US" sz="1800"/>
              <a:t>    serverSocket.sendto(modifiedMessage.encode(),</a:t>
            </a:r>
          </a:p>
          <a:p>
            <a:pPr>
              <a:lnSpc>
                <a:spcPts val="2400"/>
              </a:lnSpc>
            </a:pPr>
            <a:r>
              <a:rPr lang="en-US" altLang="en-US" sz="1800"/>
              <a:t>                                      clientAddress)</a:t>
            </a:r>
          </a:p>
        </p:txBody>
      </p:sp>
      <p:sp>
        <p:nvSpPr>
          <p:cNvPr id="227333" name="TextBox 2">
            <a:extLst>
              <a:ext uri="{FF2B5EF4-FFF2-40B4-BE49-F238E27FC236}">
                <a16:creationId xmlns:a16="http://schemas.microsoft.com/office/drawing/2014/main" id="{F617A6E4-4CCD-C817-B3B4-D2FC4DFE95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41801" y="1168401"/>
            <a:ext cx="28606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 i="1">
                <a:solidFill>
                  <a:srgbClr val="CC0000"/>
                </a:solidFill>
              </a:rPr>
              <a:t>Python UDPServer</a:t>
            </a:r>
          </a:p>
        </p:txBody>
      </p:sp>
      <p:grpSp>
        <p:nvGrpSpPr>
          <p:cNvPr id="2" name="Group 13">
            <a:extLst>
              <a:ext uri="{FF2B5EF4-FFF2-40B4-BE49-F238E27FC236}">
                <a16:creationId xmlns:a16="http://schemas.microsoft.com/office/drawing/2014/main" id="{FA847729-6141-E05B-E553-2C771C62CB4E}"/>
              </a:ext>
            </a:extLst>
          </p:cNvPr>
          <p:cNvGrpSpPr>
            <a:grpSpLocks/>
          </p:cNvGrpSpPr>
          <p:nvPr/>
        </p:nvGrpSpPr>
        <p:grpSpPr bwMode="auto">
          <a:xfrm>
            <a:off x="1689101" y="2554289"/>
            <a:ext cx="2587625" cy="307975"/>
            <a:chOff x="164314" y="2554972"/>
            <a:chExt cx="2587958" cy="307777"/>
          </a:xfrm>
        </p:grpSpPr>
        <p:sp>
          <p:nvSpPr>
            <p:cNvPr id="227348" name="TextBox 31">
              <a:extLst>
                <a:ext uri="{FF2B5EF4-FFF2-40B4-BE49-F238E27FC236}">
                  <a16:creationId xmlns:a16="http://schemas.microsoft.com/office/drawing/2014/main" id="{B4EE0E8E-FF6D-D24E-CD17-C765EBA591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314" y="2554972"/>
              <a:ext cx="255908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>
                  <a:solidFill>
                    <a:srgbClr val="000099"/>
                  </a:solidFill>
                </a:rPr>
                <a:t>create UDP socket</a:t>
              </a:r>
            </a:p>
          </p:txBody>
        </p:sp>
        <p:cxnSp>
          <p:nvCxnSpPr>
            <p:cNvPr id="227349" name="Straight Connector 32">
              <a:extLst>
                <a:ext uri="{FF2B5EF4-FFF2-40B4-BE49-F238E27FC236}">
                  <a16:creationId xmlns:a16="http://schemas.microsoft.com/office/drawing/2014/main" id="{15B52B18-9BE2-CE3C-9873-D76965CB0FF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22045" y="2748411"/>
              <a:ext cx="930227" cy="113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" name="Group 14">
            <a:extLst>
              <a:ext uri="{FF2B5EF4-FFF2-40B4-BE49-F238E27FC236}">
                <a16:creationId xmlns:a16="http://schemas.microsoft.com/office/drawing/2014/main" id="{BCFF0BED-277B-A6E6-A525-3BF30331AAE4}"/>
              </a:ext>
            </a:extLst>
          </p:cNvPr>
          <p:cNvGrpSpPr>
            <a:grpSpLocks/>
          </p:cNvGrpSpPr>
          <p:nvPr/>
        </p:nvGrpSpPr>
        <p:grpSpPr bwMode="auto">
          <a:xfrm>
            <a:off x="1693863" y="2884489"/>
            <a:ext cx="2540000" cy="523875"/>
            <a:chOff x="169076" y="2884812"/>
            <a:chExt cx="2541127" cy="523220"/>
          </a:xfrm>
        </p:grpSpPr>
        <p:sp>
          <p:nvSpPr>
            <p:cNvPr id="227346" name="TextBox 26">
              <a:extLst>
                <a:ext uri="{FF2B5EF4-FFF2-40B4-BE49-F238E27FC236}">
                  <a16:creationId xmlns:a16="http://schemas.microsoft.com/office/drawing/2014/main" id="{609DFBEC-D5D1-6D34-0468-5FB8FF3EE4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076" y="2884812"/>
              <a:ext cx="227181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>
                  <a:solidFill>
                    <a:srgbClr val="000099"/>
                  </a:solidFill>
                </a:rPr>
                <a:t>bind socket to local port number 12000</a:t>
              </a:r>
            </a:p>
          </p:txBody>
        </p:sp>
        <p:cxnSp>
          <p:nvCxnSpPr>
            <p:cNvPr id="227347" name="Straight Connector 30">
              <a:extLst>
                <a:ext uri="{FF2B5EF4-FFF2-40B4-BE49-F238E27FC236}">
                  <a16:creationId xmlns:a16="http://schemas.microsoft.com/office/drawing/2014/main" id="{E45A39C5-D19F-87B2-5215-0C0F973DF41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82674" y="3169104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" name="Group 15">
            <a:extLst>
              <a:ext uri="{FF2B5EF4-FFF2-40B4-BE49-F238E27FC236}">
                <a16:creationId xmlns:a16="http://schemas.microsoft.com/office/drawing/2014/main" id="{A28AA3F0-6226-342C-159D-1A4B45B88CF3}"/>
              </a:ext>
            </a:extLst>
          </p:cNvPr>
          <p:cNvGrpSpPr>
            <a:grpSpLocks/>
          </p:cNvGrpSpPr>
          <p:nvPr/>
        </p:nvGrpSpPr>
        <p:grpSpPr bwMode="auto">
          <a:xfrm>
            <a:off x="1706563" y="3789363"/>
            <a:ext cx="2527300" cy="298450"/>
            <a:chOff x="182564" y="3788573"/>
            <a:chExt cx="2528092" cy="299227"/>
          </a:xfrm>
        </p:grpSpPr>
        <p:sp>
          <p:nvSpPr>
            <p:cNvPr id="227344" name="TextBox 34">
              <a:extLst>
                <a:ext uri="{FF2B5EF4-FFF2-40B4-BE49-F238E27FC236}">
                  <a16:creationId xmlns:a16="http://schemas.microsoft.com/office/drawing/2014/main" id="{0210C553-37D2-2431-1AE8-B90C65E0C2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564" y="3788573"/>
              <a:ext cx="1194763" cy="2992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</a:pPr>
              <a:r>
                <a:rPr lang="en-US" altLang="en-US" sz="1400">
                  <a:solidFill>
                    <a:srgbClr val="000099"/>
                  </a:solidFill>
                </a:rPr>
                <a:t>loop forever</a:t>
              </a:r>
            </a:p>
          </p:txBody>
        </p:sp>
        <p:cxnSp>
          <p:nvCxnSpPr>
            <p:cNvPr id="227345" name="Straight Connector 35">
              <a:extLst>
                <a:ext uri="{FF2B5EF4-FFF2-40B4-BE49-F238E27FC236}">
                  <a16:creationId xmlns:a16="http://schemas.microsoft.com/office/drawing/2014/main" id="{0ACF2CB4-1533-2226-645C-FAB2BA133D0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266031" y="3964781"/>
              <a:ext cx="1444625" cy="396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" name="Group 17">
            <a:extLst>
              <a:ext uri="{FF2B5EF4-FFF2-40B4-BE49-F238E27FC236}">
                <a16:creationId xmlns:a16="http://schemas.microsoft.com/office/drawing/2014/main" id="{3E889916-DF66-DA8B-FFF3-6CED806D20A1}"/>
              </a:ext>
            </a:extLst>
          </p:cNvPr>
          <p:cNvGrpSpPr>
            <a:grpSpLocks/>
          </p:cNvGrpSpPr>
          <p:nvPr/>
        </p:nvGrpSpPr>
        <p:grpSpPr bwMode="auto">
          <a:xfrm>
            <a:off x="1700213" y="4151314"/>
            <a:ext cx="2743200" cy="708025"/>
            <a:chOff x="176621" y="4151971"/>
            <a:chExt cx="2743174" cy="707869"/>
          </a:xfrm>
        </p:grpSpPr>
        <p:sp>
          <p:nvSpPr>
            <p:cNvPr id="227342" name="TextBox 36">
              <a:extLst>
                <a:ext uri="{FF2B5EF4-FFF2-40B4-BE49-F238E27FC236}">
                  <a16:creationId xmlns:a16="http://schemas.microsoft.com/office/drawing/2014/main" id="{210064A9-2B52-A456-70B1-00957C3057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6621" y="4151971"/>
              <a:ext cx="2349500" cy="7078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</a:pPr>
              <a:r>
                <a:rPr lang="en-US" altLang="en-US" sz="1400">
                  <a:solidFill>
                    <a:srgbClr val="000099"/>
                  </a:solidFill>
                </a:rPr>
                <a:t>Read from UDP socket into message, getting client’s address (client IP and port)</a:t>
              </a:r>
            </a:p>
          </p:txBody>
        </p:sp>
        <p:cxnSp>
          <p:nvCxnSpPr>
            <p:cNvPr id="227343" name="Straight Connector 39">
              <a:extLst>
                <a:ext uri="{FF2B5EF4-FFF2-40B4-BE49-F238E27FC236}">
                  <a16:creationId xmlns:a16="http://schemas.microsoft.com/office/drawing/2014/main" id="{1D00024C-6BF3-761D-0902-0094A15E1FB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981317" y="4399595"/>
              <a:ext cx="938478" cy="126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" name="Group 18">
            <a:extLst>
              <a:ext uri="{FF2B5EF4-FFF2-40B4-BE49-F238E27FC236}">
                <a16:creationId xmlns:a16="http://schemas.microsoft.com/office/drawing/2014/main" id="{E34BADDB-5F41-7787-3BDD-921EC0FA5BA7}"/>
              </a:ext>
            </a:extLst>
          </p:cNvPr>
          <p:cNvGrpSpPr>
            <a:grpSpLocks/>
          </p:cNvGrpSpPr>
          <p:nvPr/>
        </p:nvGrpSpPr>
        <p:grpSpPr bwMode="auto">
          <a:xfrm>
            <a:off x="1836739" y="4948239"/>
            <a:ext cx="2695575" cy="523875"/>
            <a:chOff x="212916" y="4997129"/>
            <a:chExt cx="2696483" cy="523220"/>
          </a:xfrm>
        </p:grpSpPr>
        <p:sp>
          <p:nvSpPr>
            <p:cNvPr id="227340" name="TextBox 61">
              <a:extLst>
                <a:ext uri="{FF2B5EF4-FFF2-40B4-BE49-F238E27FC236}">
                  <a16:creationId xmlns:a16="http://schemas.microsoft.com/office/drawing/2014/main" id="{2ADCC578-F762-5B7F-84B4-4F371087A2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2916" y="4997129"/>
              <a:ext cx="2349500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>
                  <a:solidFill>
                    <a:srgbClr val="000099"/>
                  </a:solidFill>
                </a:rPr>
                <a:t>send upper case string back to this client</a:t>
              </a:r>
            </a:p>
          </p:txBody>
        </p:sp>
        <p:cxnSp>
          <p:nvCxnSpPr>
            <p:cNvPr id="227341" name="Straight Connector 62">
              <a:extLst>
                <a:ext uri="{FF2B5EF4-FFF2-40B4-BE49-F238E27FC236}">
                  <a16:creationId xmlns:a16="http://schemas.microsoft.com/office/drawing/2014/main" id="{CE4C069D-F8D5-74D3-6B2D-2CA2799D1B5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147293" y="5106673"/>
              <a:ext cx="762106" cy="120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E05C58A-E54D-2FD9-7CE7-476B2CC641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4400" dirty="0">
                <a:latin typeface="Gill Sans MT" panose="020B0502020104020203" pitchFamily="34" charset="77"/>
                <a:ea typeface="ＭＳ Ｐゴシック" panose="020B0600070205080204" pitchFamily="34" charset="-128"/>
              </a:rPr>
              <a:t>Socket programming </a:t>
            </a:r>
            <a:r>
              <a:rPr lang="en-US" altLang="en-US" sz="4400" i="1" dirty="0">
                <a:solidFill>
                  <a:srgbClr val="CC0000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rPr>
              <a:t>with TCP</a:t>
            </a:r>
            <a:endParaRPr lang="en-US" dirty="0"/>
          </a:p>
        </p:txBody>
      </p:sp>
      <p:sp>
        <p:nvSpPr>
          <p:cNvPr id="228354" name="Rectangle 3">
            <a:extLst>
              <a:ext uri="{FF2B5EF4-FFF2-40B4-BE49-F238E27FC236}">
                <a16:creationId xmlns:a16="http://schemas.microsoft.com/office/drawing/2014/main" id="{EEF46259-0FFB-3474-E015-9F76DA1F22EE}"/>
              </a:ext>
            </a:extLst>
          </p:cNvPr>
          <p:cNvSpPr>
            <a:spLocks noGrp="1" noChangeArrowheads="1"/>
          </p:cNvSpPr>
          <p:nvPr>
            <p:ph sz="half" idx="4294967295"/>
          </p:nvPr>
        </p:nvSpPr>
        <p:spPr>
          <a:xfrm>
            <a:off x="1009649" y="1340996"/>
            <a:ext cx="4365540" cy="4648200"/>
          </a:xfrm>
        </p:spPr>
        <p:txBody>
          <a:bodyPr>
            <a:normAutofit fontScale="92500" lnSpcReduction="10000"/>
          </a:bodyPr>
          <a:lstStyle/>
          <a:p>
            <a:pPr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rPr>
              <a:t>client must contact server</a:t>
            </a:r>
          </a:p>
          <a:p>
            <a:r>
              <a:rPr lang="en-US" altLang="en-US" sz="2400" dirty="0">
                <a:latin typeface="Gill Sans MT" panose="020B0502020104020203" pitchFamily="34" charset="77"/>
                <a:ea typeface="ＭＳ Ｐゴシック" panose="020B0600070205080204" pitchFamily="34" charset="-128"/>
              </a:rPr>
              <a:t>server process must first be running</a:t>
            </a:r>
          </a:p>
          <a:p>
            <a:r>
              <a:rPr lang="en-US" altLang="en-US" sz="2400" dirty="0">
                <a:latin typeface="Gill Sans MT" panose="020B0502020104020203" pitchFamily="34" charset="77"/>
                <a:ea typeface="ＭＳ Ｐゴシック" panose="020B0600070205080204" pitchFamily="34" charset="-128"/>
              </a:rPr>
              <a:t>server must have created socket (door) that welcomes client</a:t>
            </a:r>
            <a:r>
              <a:rPr lang="ja-JP" altLang="en-US" sz="2400">
                <a:latin typeface="Gill Sans MT" panose="020B0502020104020203" pitchFamily="34" charset="77"/>
                <a:ea typeface="ＭＳ Ｐゴシック" panose="020B0600070205080204" pitchFamily="34" charset="-128"/>
              </a:rPr>
              <a:t>’</a:t>
            </a:r>
            <a:r>
              <a:rPr lang="en-US" altLang="ja-JP" sz="2400" dirty="0">
                <a:latin typeface="Gill Sans MT" panose="020B0502020104020203" pitchFamily="34" charset="77"/>
                <a:ea typeface="ＭＳ Ｐゴシック" panose="020B0600070205080204" pitchFamily="34" charset="-128"/>
              </a:rPr>
              <a:t>s contact</a:t>
            </a: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rPr>
              <a:t>client contacts server by:</a:t>
            </a:r>
          </a:p>
          <a:p>
            <a:r>
              <a:rPr lang="en-US" altLang="en-US" sz="2400" dirty="0">
                <a:latin typeface="Gill Sans MT" panose="020B0502020104020203" pitchFamily="34" charset="77"/>
                <a:ea typeface="ＭＳ Ｐゴシック" panose="020B0600070205080204" pitchFamily="34" charset="-128"/>
              </a:rPr>
              <a:t>Creating TCP socket, specifying IP address, port number of server process</a:t>
            </a:r>
          </a:p>
          <a:p>
            <a:r>
              <a:rPr lang="en-US" altLang="en-US" sz="2400" i="1" dirty="0">
                <a:solidFill>
                  <a:srgbClr val="CC0000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rPr>
              <a:t>when client creates socket:</a:t>
            </a:r>
            <a:r>
              <a:rPr lang="en-US" altLang="en-US" sz="2400" dirty="0">
                <a:latin typeface="Gill Sans MT" panose="020B0502020104020203" pitchFamily="34" charset="77"/>
                <a:ea typeface="ＭＳ Ｐゴシック" panose="020B0600070205080204" pitchFamily="34" charset="-128"/>
              </a:rPr>
              <a:t> client TCP establishes connection to server TCP</a:t>
            </a:r>
          </a:p>
          <a:p>
            <a:endParaRPr lang="en-US" altLang="en-US" sz="2400" dirty="0"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</p:txBody>
      </p:sp>
      <p:sp>
        <p:nvSpPr>
          <p:cNvPr id="228355" name="Rectangle 4">
            <a:extLst>
              <a:ext uri="{FF2B5EF4-FFF2-40B4-BE49-F238E27FC236}">
                <a16:creationId xmlns:a16="http://schemas.microsoft.com/office/drawing/2014/main" id="{CC82307F-CBFF-1A3B-D34E-70AA72435520}"/>
              </a:ext>
            </a:extLst>
          </p:cNvPr>
          <p:cNvSpPr>
            <a:spLocks noGrp="1" noChangeArrowheads="1"/>
          </p:cNvSpPr>
          <p:nvPr>
            <p:ph sz="half" idx="4294967295"/>
          </p:nvPr>
        </p:nvSpPr>
        <p:spPr>
          <a:xfrm>
            <a:off x="5931242" y="1390673"/>
            <a:ext cx="4880919" cy="3243111"/>
          </a:xfrm>
        </p:spPr>
        <p:txBody>
          <a:bodyPr>
            <a:normAutofit/>
          </a:bodyPr>
          <a:lstStyle/>
          <a:p>
            <a:r>
              <a:rPr lang="en-US" altLang="en-US" sz="2400" dirty="0">
                <a:latin typeface="Gill Sans MT" panose="020B0502020104020203" pitchFamily="34" charset="77"/>
                <a:ea typeface="ＭＳ Ｐゴシック" panose="020B0600070205080204" pitchFamily="34" charset="-128"/>
              </a:rPr>
              <a:t>when contacted by client, </a:t>
            </a:r>
            <a:r>
              <a:rPr lang="en-US" altLang="en-US" sz="2400" i="1" dirty="0">
                <a:solidFill>
                  <a:srgbClr val="CC0000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rPr>
              <a:t>server TCP creates new socket</a:t>
            </a:r>
            <a:r>
              <a:rPr lang="en-US" altLang="en-US" sz="2400" dirty="0">
                <a:latin typeface="Gill Sans MT" panose="020B0502020104020203" pitchFamily="34" charset="77"/>
                <a:ea typeface="ＭＳ Ｐゴシック" panose="020B0600070205080204" pitchFamily="34" charset="-128"/>
              </a:rPr>
              <a:t> for server process to communicate with that particular client</a:t>
            </a:r>
          </a:p>
          <a:p>
            <a:pPr lvl="1"/>
            <a:r>
              <a:rPr lang="en-US" altLang="en-US" dirty="0">
                <a:latin typeface="Gill Sans MT" panose="020B0502020104020203" pitchFamily="34" charset="77"/>
                <a:ea typeface="ＭＳ Ｐゴシック" panose="020B0600070205080204" pitchFamily="34" charset="-128"/>
              </a:rPr>
              <a:t>allows server to talk with multiple clients</a:t>
            </a:r>
          </a:p>
          <a:p>
            <a:pPr lvl="1"/>
            <a:r>
              <a:rPr lang="en-US" altLang="en-US" dirty="0">
                <a:latin typeface="Gill Sans MT" panose="020B0502020104020203" pitchFamily="34" charset="77"/>
                <a:ea typeface="ＭＳ Ｐゴシック" panose="020B0600070205080204" pitchFamily="34" charset="-128"/>
              </a:rPr>
              <a:t>source port numbers used to distinguish clients (more in Chap 3)</a:t>
            </a:r>
            <a:endParaRPr lang="en-US" altLang="en-US" i="1" dirty="0"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</p:txBody>
      </p:sp>
      <p:sp>
        <p:nvSpPr>
          <p:cNvPr id="228359" name="Text Box 6">
            <a:extLst>
              <a:ext uri="{FF2B5EF4-FFF2-40B4-BE49-F238E27FC236}">
                <a16:creationId xmlns:a16="http://schemas.microsoft.com/office/drawing/2014/main" id="{26D6B349-1100-0C15-8240-44FB1DD38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57926" y="4964114"/>
            <a:ext cx="4043363" cy="1025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solidFill>
                  <a:srgbClr val="000099"/>
                </a:solidFill>
                <a:latin typeface="Gill Sans MT" panose="020B0502020104020203" pitchFamily="34" charset="77"/>
              </a:rPr>
              <a:t>TCP provides reliable, in-order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solidFill>
                  <a:srgbClr val="000099"/>
                </a:solidFill>
                <a:latin typeface="Gill Sans MT" panose="020B0502020104020203" pitchFamily="34" charset="77"/>
              </a:rPr>
              <a:t>byte-stream transfer (</a:t>
            </a:r>
            <a:r>
              <a:rPr lang="ja-JP" altLang="en-US" sz="2400">
                <a:solidFill>
                  <a:srgbClr val="000099"/>
                </a:solidFill>
                <a:latin typeface="Gill Sans MT" panose="020B0502020104020203" pitchFamily="34" charset="77"/>
              </a:rPr>
              <a:t>“</a:t>
            </a:r>
            <a:r>
              <a:rPr lang="en-US" altLang="ja-JP" sz="2400" dirty="0">
                <a:solidFill>
                  <a:srgbClr val="000099"/>
                </a:solidFill>
                <a:latin typeface="Gill Sans MT" panose="020B0502020104020203" pitchFamily="34" charset="77"/>
              </a:rPr>
              <a:t>pipe</a:t>
            </a:r>
            <a:r>
              <a:rPr lang="ja-JP" altLang="en-US" sz="2400">
                <a:solidFill>
                  <a:srgbClr val="000099"/>
                </a:solidFill>
                <a:latin typeface="Gill Sans MT" panose="020B0502020104020203" pitchFamily="34" charset="77"/>
              </a:rPr>
              <a:t>”</a:t>
            </a:r>
            <a:r>
              <a:rPr lang="en-US" altLang="ja-JP" sz="2400" dirty="0">
                <a:solidFill>
                  <a:srgbClr val="000099"/>
                </a:solidFill>
                <a:latin typeface="Gill Sans MT" panose="020B0502020104020203" pitchFamily="34" charset="77"/>
              </a:rPr>
              <a:t>) 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solidFill>
                  <a:srgbClr val="000099"/>
                </a:solidFill>
                <a:latin typeface="Gill Sans MT" panose="020B0502020104020203" pitchFamily="34" charset="77"/>
              </a:rPr>
              <a:t>between client and server</a:t>
            </a:r>
          </a:p>
        </p:txBody>
      </p:sp>
      <p:grpSp>
        <p:nvGrpSpPr>
          <p:cNvPr id="228360" name="Group 8">
            <a:extLst>
              <a:ext uri="{FF2B5EF4-FFF2-40B4-BE49-F238E27FC236}">
                <a16:creationId xmlns:a16="http://schemas.microsoft.com/office/drawing/2014/main" id="{28BAB994-BFBD-424D-0C31-4B7904A75091}"/>
              </a:ext>
            </a:extLst>
          </p:cNvPr>
          <p:cNvGrpSpPr>
            <a:grpSpLocks/>
          </p:cNvGrpSpPr>
          <p:nvPr/>
        </p:nvGrpSpPr>
        <p:grpSpPr bwMode="auto">
          <a:xfrm>
            <a:off x="6129338" y="4521201"/>
            <a:ext cx="2862262" cy="460375"/>
            <a:chOff x="-9" y="3823"/>
            <a:chExt cx="1803" cy="290"/>
          </a:xfrm>
        </p:grpSpPr>
        <p:sp>
          <p:nvSpPr>
            <p:cNvPr id="228361" name="Rectangle 9">
              <a:extLst>
                <a:ext uri="{FF2B5EF4-FFF2-40B4-BE49-F238E27FC236}">
                  <a16:creationId xmlns:a16="http://schemas.microsoft.com/office/drawing/2014/main" id="{C1CDA878-D180-95E2-3D63-2FA873725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" y="3825"/>
              <a:ext cx="116" cy="2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buClr>
                  <a:srgbClr val="3333CC"/>
                </a:buClr>
              </a:pPr>
              <a:endParaRPr lang="en-US" altLang="en-US" sz="2400">
                <a:solidFill>
                  <a:srgbClr val="000000"/>
                </a:solidFill>
                <a:latin typeface="Comic Sans MS" panose="030F0902030302020204" pitchFamily="66" charset="0"/>
              </a:endParaRPr>
            </a:p>
          </p:txBody>
        </p:sp>
        <p:sp>
          <p:nvSpPr>
            <p:cNvPr id="228362" name="Text Box 10">
              <a:extLst>
                <a:ext uri="{FF2B5EF4-FFF2-40B4-BE49-F238E27FC236}">
                  <a16:creationId xmlns:a16="http://schemas.microsoft.com/office/drawing/2014/main" id="{FBD0E201-8C6F-910E-B17E-5B27D635DE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9" y="3823"/>
              <a:ext cx="180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CC0000"/>
                  </a:solidFill>
                  <a:latin typeface="Gill Sans MT" panose="020B0502020104020203" pitchFamily="34" charset="77"/>
                </a:rPr>
                <a:t>application viewpoint:</a:t>
              </a:r>
            </a:p>
          </p:txBody>
        </p:sp>
      </p:grp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377" name="Rectangle 2">
            <a:extLst>
              <a:ext uri="{FF2B5EF4-FFF2-40B4-BE49-F238E27FC236}">
                <a16:creationId xmlns:a16="http://schemas.microsoft.com/office/drawing/2014/main" id="{329C3EB9-2A70-943D-F07B-E9C58FB3E87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3600">
                <a:latin typeface="Gill Sans MT" panose="020B0502020104020203" pitchFamily="34" charset="77"/>
                <a:ea typeface="ＭＳ Ｐゴシック" panose="020B0600070205080204" pitchFamily="34" charset="-128"/>
              </a:rPr>
              <a:t>Client/server socket interaction: TCP</a:t>
            </a:r>
            <a:endParaRPr lang="en-US" altLang="en-US"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DC593E25-1A3C-1EC8-C265-86A80CB68E5B}"/>
              </a:ext>
            </a:extLst>
          </p:cNvPr>
          <p:cNvGrpSpPr>
            <a:grpSpLocks/>
          </p:cNvGrpSpPr>
          <p:nvPr/>
        </p:nvGrpSpPr>
        <p:grpSpPr bwMode="auto">
          <a:xfrm>
            <a:off x="2881314" y="3013075"/>
            <a:ext cx="1931987" cy="933450"/>
            <a:chOff x="827" y="2025"/>
            <a:chExt cx="1217" cy="588"/>
          </a:xfrm>
        </p:grpSpPr>
        <p:sp>
          <p:nvSpPr>
            <p:cNvPr id="229417" name="Text Box 4">
              <a:extLst>
                <a:ext uri="{FF2B5EF4-FFF2-40B4-BE49-F238E27FC236}">
                  <a16:creationId xmlns:a16="http://schemas.microsoft.com/office/drawing/2014/main" id="{091835B0-3982-FFFD-A961-A8D305FEF0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7" y="2025"/>
              <a:ext cx="1069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wait for incoming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connection request</a:t>
              </a:r>
              <a:endParaRPr lang="en-US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9418" name="Text Box 5">
              <a:extLst>
                <a:ext uri="{FF2B5EF4-FFF2-40B4-BE49-F238E27FC236}">
                  <a16:creationId xmlns:a16="http://schemas.microsoft.com/office/drawing/2014/main" id="{A2F4DD40-CA60-581D-3F5C-00878B051C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" y="2283"/>
              <a:ext cx="1216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</a:rPr>
                <a:t>connectionSocket =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</a:rPr>
                <a:t>serverSocket.accept()</a:t>
              </a:r>
              <a:endParaRPr lang="en-US" altLang="en-US" sz="2400">
                <a:solidFill>
                  <a:srgbClr val="CC0000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3" name="Group 6">
            <a:extLst>
              <a:ext uri="{FF2B5EF4-FFF2-40B4-BE49-F238E27FC236}">
                <a16:creationId xmlns:a16="http://schemas.microsoft.com/office/drawing/2014/main" id="{252D758F-5845-5B63-BB69-1C85E99DC222}"/>
              </a:ext>
            </a:extLst>
          </p:cNvPr>
          <p:cNvGrpSpPr>
            <a:grpSpLocks/>
          </p:cNvGrpSpPr>
          <p:nvPr/>
        </p:nvGrpSpPr>
        <p:grpSpPr bwMode="auto">
          <a:xfrm>
            <a:off x="2862264" y="1776414"/>
            <a:ext cx="2357437" cy="1317625"/>
            <a:chOff x="821" y="1246"/>
            <a:chExt cx="1485" cy="830"/>
          </a:xfrm>
        </p:grpSpPr>
        <p:grpSp>
          <p:nvGrpSpPr>
            <p:cNvPr id="229413" name="Group 7">
              <a:extLst>
                <a:ext uri="{FF2B5EF4-FFF2-40B4-BE49-F238E27FC236}">
                  <a16:creationId xmlns:a16="http://schemas.microsoft.com/office/drawing/2014/main" id="{F574E155-8B2D-106A-228B-9181D8AB14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1" y="1246"/>
              <a:ext cx="1485" cy="586"/>
              <a:chOff x="329" y="1270"/>
              <a:chExt cx="1485" cy="586"/>
            </a:xfrm>
          </p:grpSpPr>
          <p:sp>
            <p:nvSpPr>
              <p:cNvPr id="229415" name="Text Box 8">
                <a:extLst>
                  <a:ext uri="{FF2B5EF4-FFF2-40B4-BE49-F238E27FC236}">
                    <a16:creationId xmlns:a16="http://schemas.microsoft.com/office/drawing/2014/main" id="{0288106D-C8C4-FC38-83E0-BF94E6A6DF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9" y="1270"/>
                <a:ext cx="1213" cy="4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</a:rPr>
                  <a:t>create socket,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</a:rPr>
                  <a:t>port=</a:t>
                </a:r>
                <a:r>
                  <a:rPr lang="en-US" altLang="en-US" sz="1400" b="1">
                    <a:solidFill>
                      <a:srgbClr val="000000"/>
                    </a:solidFill>
                    <a:latin typeface="Courier New" panose="02070309020205020404" pitchFamily="49" charset="0"/>
                  </a:rPr>
                  <a:t>x</a:t>
                </a:r>
                <a:r>
                  <a:rPr lang="en-US" altLang="en-US" sz="1400">
                    <a:solidFill>
                      <a:srgbClr val="000000"/>
                    </a:solidFill>
                  </a:rPr>
                  <a:t>, for incoming request:</a:t>
                </a: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416" name="Text Box 9">
                <a:extLst>
                  <a:ext uri="{FF2B5EF4-FFF2-40B4-BE49-F238E27FC236}">
                    <a16:creationId xmlns:a16="http://schemas.microsoft.com/office/drawing/2014/main" id="{453258FE-C60C-C3E4-8992-26F023A8C4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3" y="1662"/>
                <a:ext cx="1481" cy="19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400">
                    <a:solidFill>
                      <a:srgbClr val="CC0000"/>
                    </a:solidFill>
                  </a:rPr>
                  <a:t>serverSocket = socket()</a:t>
                </a:r>
                <a:endParaRPr lang="en-US" altLang="en-US" sz="2400">
                  <a:solidFill>
                    <a:srgbClr val="CC0000"/>
                  </a:solidFill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229414" name="Line 10">
              <a:extLst>
                <a:ext uri="{FF2B5EF4-FFF2-40B4-BE49-F238E27FC236}">
                  <a16:creationId xmlns:a16="http://schemas.microsoft.com/office/drawing/2014/main" id="{42CF838E-B5B2-7949-49CC-5A7741370D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4" y="1872"/>
              <a:ext cx="0" cy="204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</p:grpSp>
      <p:grpSp>
        <p:nvGrpSpPr>
          <p:cNvPr id="5" name="Group 11">
            <a:extLst>
              <a:ext uri="{FF2B5EF4-FFF2-40B4-BE49-F238E27FC236}">
                <a16:creationId xmlns:a16="http://schemas.microsoft.com/office/drawing/2014/main" id="{508A1E94-B4A9-EF56-27E2-0A9C5842C6B4}"/>
              </a:ext>
            </a:extLst>
          </p:cNvPr>
          <p:cNvGrpSpPr>
            <a:grpSpLocks/>
          </p:cNvGrpSpPr>
          <p:nvPr/>
        </p:nvGrpSpPr>
        <p:grpSpPr bwMode="auto">
          <a:xfrm>
            <a:off x="6659564" y="3021014"/>
            <a:ext cx="2357437" cy="731837"/>
            <a:chOff x="3333" y="1202"/>
            <a:chExt cx="1485" cy="461"/>
          </a:xfrm>
        </p:grpSpPr>
        <p:sp>
          <p:nvSpPr>
            <p:cNvPr id="229411" name="Text Box 12">
              <a:extLst>
                <a:ext uri="{FF2B5EF4-FFF2-40B4-BE49-F238E27FC236}">
                  <a16:creationId xmlns:a16="http://schemas.microsoft.com/office/drawing/2014/main" id="{E17F1604-0685-D6D8-654B-6FCF245141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5" y="1202"/>
              <a:ext cx="1468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create socket,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connect to </a:t>
              </a:r>
              <a:r>
                <a:rPr lang="en-US" altLang="en-US" sz="1400" b="1">
                  <a:solidFill>
                    <a:srgbClr val="000000"/>
                  </a:solidFill>
                  <a:latin typeface="Courier New" panose="02070309020205020404" pitchFamily="49" charset="0"/>
                </a:rPr>
                <a:t>hostid</a:t>
              </a:r>
              <a:r>
                <a:rPr lang="en-US" altLang="en-US" sz="1400">
                  <a:solidFill>
                    <a:srgbClr val="000000"/>
                  </a:solidFill>
                </a:rPr>
                <a:t>, port=</a:t>
              </a:r>
              <a:r>
                <a:rPr lang="en-US" altLang="en-US" sz="1400" b="1">
                  <a:solidFill>
                    <a:srgbClr val="000000"/>
                  </a:solidFill>
                  <a:latin typeface="Courier New" panose="02070309020205020404" pitchFamily="49" charset="0"/>
                </a:rPr>
                <a:t>x</a:t>
              </a:r>
              <a:endParaRPr lang="en-US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9412" name="Text Box 13">
              <a:extLst>
                <a:ext uri="{FF2B5EF4-FFF2-40B4-BE49-F238E27FC236}">
                  <a16:creationId xmlns:a16="http://schemas.microsoft.com/office/drawing/2014/main" id="{1783C643-A68E-8483-BEAC-9331377DEF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3" y="1469"/>
              <a:ext cx="1485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</a:rPr>
                <a:t>clientSocket = socket()</a:t>
              </a:r>
              <a:endParaRPr lang="en-US" altLang="en-US" sz="2400">
                <a:solidFill>
                  <a:srgbClr val="CC0000"/>
                </a:solidFill>
                <a:latin typeface="Times New Roman" panose="02020603050405020304" pitchFamily="18" charset="0"/>
              </a:endParaRPr>
            </a:p>
          </p:txBody>
        </p:sp>
      </p:grpSp>
      <p:sp>
        <p:nvSpPr>
          <p:cNvPr id="229383" name="Text Box 22">
            <a:extLst>
              <a:ext uri="{FF2B5EF4-FFF2-40B4-BE49-F238E27FC236}">
                <a16:creationId xmlns:a16="http://schemas.microsoft.com/office/drawing/2014/main" id="{D27B414D-D683-4B4F-F1E0-559F650C4F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27263" y="1138239"/>
            <a:ext cx="3575050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>
                <a:solidFill>
                  <a:srgbClr val="000000"/>
                </a:solidFill>
                <a:latin typeface="Gill Sans MT" panose="020B0502020104020203" pitchFamily="34" charset="77"/>
              </a:rPr>
              <a:t>server</a:t>
            </a:r>
            <a:r>
              <a:rPr lang="en-US" altLang="en-US" sz="2400">
                <a:solidFill>
                  <a:srgbClr val="000000"/>
                </a:solidFill>
                <a:latin typeface="Gill Sans MT" panose="020B0502020104020203" pitchFamily="34" charset="77"/>
              </a:rPr>
              <a:t> (running</a:t>
            </a:r>
            <a:r>
              <a:rPr lang="en-US" altLang="en-US">
                <a:solidFill>
                  <a:srgbClr val="000000"/>
                </a:solidFill>
                <a:latin typeface="Gill Sans MT" panose="020B0502020104020203" pitchFamily="34" charset="77"/>
              </a:rPr>
              <a:t> on</a:t>
            </a:r>
            <a:r>
              <a:rPr lang="en-US" altLang="en-US" sz="1800">
                <a:solidFill>
                  <a:srgbClr val="000000"/>
                </a:solidFill>
                <a:latin typeface="Comic Sans MS" panose="030F0902030302020204" pitchFamily="66" charset="0"/>
              </a:rPr>
              <a:t> </a:t>
            </a:r>
            <a:r>
              <a:rPr lang="en-US" altLang="en-US" sz="1800" b="1">
                <a:solidFill>
                  <a:srgbClr val="000000"/>
                </a:solidFill>
                <a:latin typeface="Courier New" panose="02070309020205020404" pitchFamily="49" charset="0"/>
              </a:rPr>
              <a:t>hostid</a:t>
            </a:r>
            <a:r>
              <a:rPr lang="en-US" altLang="en-US" sz="2400">
                <a:solidFill>
                  <a:srgbClr val="000000"/>
                </a:solidFill>
                <a:latin typeface="Gill Sans MT" panose="020B0502020104020203" pitchFamily="34" charset="77"/>
              </a:rPr>
              <a:t>)</a:t>
            </a:r>
          </a:p>
        </p:txBody>
      </p:sp>
      <p:sp>
        <p:nvSpPr>
          <p:cNvPr id="229384" name="Text Box 23">
            <a:extLst>
              <a:ext uri="{FF2B5EF4-FFF2-40B4-BE49-F238E27FC236}">
                <a16:creationId xmlns:a16="http://schemas.microsoft.com/office/drawing/2014/main" id="{61EA6A69-6CAF-17C1-D77E-59D43C19EC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35789" y="1135063"/>
            <a:ext cx="9620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>
                <a:solidFill>
                  <a:srgbClr val="000000"/>
                </a:solidFill>
                <a:latin typeface="Gill Sans MT" panose="020B0502020104020203" pitchFamily="34" charset="77"/>
              </a:rPr>
              <a:t>client</a:t>
            </a:r>
          </a:p>
        </p:txBody>
      </p:sp>
      <p:grpSp>
        <p:nvGrpSpPr>
          <p:cNvPr id="6" name="Group 24">
            <a:extLst>
              <a:ext uri="{FF2B5EF4-FFF2-40B4-BE49-F238E27FC236}">
                <a16:creationId xmlns:a16="http://schemas.microsoft.com/office/drawing/2014/main" id="{EC60C2F5-47A7-796F-BF15-106A281993DD}"/>
              </a:ext>
            </a:extLst>
          </p:cNvPr>
          <p:cNvGrpSpPr>
            <a:grpSpLocks/>
          </p:cNvGrpSpPr>
          <p:nvPr/>
        </p:nvGrpSpPr>
        <p:grpSpPr bwMode="auto">
          <a:xfrm>
            <a:off x="4502151" y="3808413"/>
            <a:ext cx="4062413" cy="1371600"/>
            <a:chOff x="1848" y="2526"/>
            <a:chExt cx="2559" cy="864"/>
          </a:xfrm>
        </p:grpSpPr>
        <p:sp>
          <p:nvSpPr>
            <p:cNvPr id="229406" name="Line 25">
              <a:extLst>
                <a:ext uri="{FF2B5EF4-FFF2-40B4-BE49-F238E27FC236}">
                  <a16:creationId xmlns:a16="http://schemas.microsoft.com/office/drawing/2014/main" id="{3B7C1AB0-EFCD-9DD2-6BF1-6B6CF5E7E6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92" y="2964"/>
              <a:ext cx="6" cy="426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grpSp>
          <p:nvGrpSpPr>
            <p:cNvPr id="229407" name="Group 26">
              <a:extLst>
                <a:ext uri="{FF2B5EF4-FFF2-40B4-BE49-F238E27FC236}">
                  <a16:creationId xmlns:a16="http://schemas.microsoft.com/office/drawing/2014/main" id="{2E12BCAF-F8CC-629C-C8DB-B371D86C51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526"/>
              <a:ext cx="2559" cy="516"/>
              <a:chOff x="1848" y="2526"/>
              <a:chExt cx="2559" cy="516"/>
            </a:xfrm>
          </p:grpSpPr>
          <p:sp>
            <p:nvSpPr>
              <p:cNvPr id="229408" name="Text Box 27">
                <a:extLst>
                  <a:ext uri="{FF2B5EF4-FFF2-40B4-BE49-F238E27FC236}">
                    <a16:creationId xmlns:a16="http://schemas.microsoft.com/office/drawing/2014/main" id="{0551F320-C8F2-3E39-98F8-1EA75103D9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35" y="2673"/>
                <a:ext cx="1072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</a:rPr>
                  <a:t>send request using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CC0000"/>
                    </a:solidFill>
                  </a:rPr>
                  <a:t>clientSocket</a:t>
                </a:r>
                <a:endParaRPr lang="en-US" altLang="en-US" sz="2400">
                  <a:solidFill>
                    <a:srgbClr val="CC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409" name="Line 28">
                <a:extLst>
                  <a:ext uri="{FF2B5EF4-FFF2-40B4-BE49-F238E27FC236}">
                    <a16:creationId xmlns:a16="http://schemas.microsoft.com/office/drawing/2014/main" id="{03AF677E-A931-AF8F-C59F-047D43B365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92" y="2526"/>
                <a:ext cx="0" cy="204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229410" name="Line 29">
                <a:extLst>
                  <a:ext uri="{FF2B5EF4-FFF2-40B4-BE49-F238E27FC236}">
                    <a16:creationId xmlns:a16="http://schemas.microsoft.com/office/drawing/2014/main" id="{FB75978E-A137-FBF3-ED99-301D54FA11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848" y="2790"/>
                <a:ext cx="1518" cy="252"/>
              </a:xfrm>
              <a:prstGeom prst="line">
                <a:avLst/>
              </a:prstGeom>
              <a:noFill/>
              <a:ln w="28575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8" name="Group 30">
            <a:extLst>
              <a:ext uri="{FF2B5EF4-FFF2-40B4-BE49-F238E27FC236}">
                <a16:creationId xmlns:a16="http://schemas.microsoft.com/office/drawing/2014/main" id="{1C84269B-CFB6-7836-12A2-714379DFD4BC}"/>
              </a:ext>
            </a:extLst>
          </p:cNvPr>
          <p:cNvGrpSpPr>
            <a:grpSpLocks/>
          </p:cNvGrpSpPr>
          <p:nvPr/>
        </p:nvGrpSpPr>
        <p:grpSpPr bwMode="auto">
          <a:xfrm>
            <a:off x="2871789" y="3903663"/>
            <a:ext cx="4097337" cy="1490662"/>
            <a:chOff x="821" y="2586"/>
            <a:chExt cx="2581" cy="939"/>
          </a:xfrm>
        </p:grpSpPr>
        <p:sp>
          <p:nvSpPr>
            <p:cNvPr id="229401" name="Text Box 31">
              <a:extLst>
                <a:ext uri="{FF2B5EF4-FFF2-40B4-BE49-F238E27FC236}">
                  <a16:creationId xmlns:a16="http://schemas.microsoft.com/office/drawing/2014/main" id="{1B135C08-D287-D2E8-AA38-87772D61F5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" y="2787"/>
              <a:ext cx="1013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read request from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</a:rPr>
                <a:t>connectionSocke</a:t>
              </a:r>
              <a:r>
                <a:rPr lang="en-US" altLang="en-US" sz="1400">
                  <a:solidFill>
                    <a:srgbClr val="FF0000"/>
                  </a:solidFill>
                </a:rPr>
                <a:t>t</a:t>
              </a:r>
              <a:endParaRPr lang="en-US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9402" name="Text Box 32">
              <a:extLst>
                <a:ext uri="{FF2B5EF4-FFF2-40B4-BE49-F238E27FC236}">
                  <a16:creationId xmlns:a16="http://schemas.microsoft.com/office/drawing/2014/main" id="{1F9E1A22-C03E-E90F-A9B3-0B75FE8D62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" y="3195"/>
              <a:ext cx="1013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write reply to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</a:rPr>
                <a:t>connectionSocket</a:t>
              </a:r>
              <a:endParaRPr lang="en-US" altLang="en-US" sz="2400">
                <a:solidFill>
                  <a:srgbClr val="CC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9403" name="Line 33">
              <a:extLst>
                <a:ext uri="{FF2B5EF4-FFF2-40B4-BE49-F238E27FC236}">
                  <a16:creationId xmlns:a16="http://schemas.microsoft.com/office/drawing/2014/main" id="{40722747-22C7-22E9-ED71-8D4524DD50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" y="2586"/>
              <a:ext cx="0" cy="24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229404" name="Line 34">
              <a:extLst>
                <a:ext uri="{FF2B5EF4-FFF2-40B4-BE49-F238E27FC236}">
                  <a16:creationId xmlns:a16="http://schemas.microsoft.com/office/drawing/2014/main" id="{D0EE96A0-DEE6-DCEE-F5DE-6DC0AFFC33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84" y="3090"/>
              <a:ext cx="6" cy="156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229405" name="Line 35">
              <a:extLst>
                <a:ext uri="{FF2B5EF4-FFF2-40B4-BE49-F238E27FC236}">
                  <a16:creationId xmlns:a16="http://schemas.microsoft.com/office/drawing/2014/main" id="{45921848-2D70-3472-B64A-D5DC65C3AF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6" y="3306"/>
              <a:ext cx="1536" cy="18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</p:grpSp>
      <p:sp>
        <p:nvSpPr>
          <p:cNvPr id="229388" name="Line 49">
            <a:extLst>
              <a:ext uri="{FF2B5EF4-FFF2-40B4-BE49-F238E27FC236}">
                <a16:creationId xmlns:a16="http://schemas.microsoft.com/office/drawing/2014/main" id="{624AB144-C6CF-AB92-6757-2487225B4DDA}"/>
              </a:ext>
            </a:extLst>
          </p:cNvPr>
          <p:cNvSpPr>
            <a:spLocks noChangeShapeType="1"/>
          </p:cNvSpPr>
          <p:nvPr/>
        </p:nvSpPr>
        <p:spPr bwMode="auto">
          <a:xfrm>
            <a:off x="2328864" y="1589088"/>
            <a:ext cx="3341687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" name="Group 52">
            <a:extLst>
              <a:ext uri="{FF2B5EF4-FFF2-40B4-BE49-F238E27FC236}">
                <a16:creationId xmlns:a16="http://schemas.microsoft.com/office/drawing/2014/main" id="{ADD3DF38-F8A3-1586-4841-F9071EB4F278}"/>
              </a:ext>
            </a:extLst>
          </p:cNvPr>
          <p:cNvGrpSpPr>
            <a:grpSpLocks/>
          </p:cNvGrpSpPr>
          <p:nvPr/>
        </p:nvGrpSpPr>
        <p:grpSpPr bwMode="auto">
          <a:xfrm>
            <a:off x="4491039" y="3103564"/>
            <a:ext cx="2200275" cy="587375"/>
            <a:chOff x="3043" y="1189"/>
            <a:chExt cx="1386" cy="370"/>
          </a:xfrm>
        </p:grpSpPr>
        <p:sp>
          <p:nvSpPr>
            <p:cNvPr id="229399" name="Line 37">
              <a:extLst>
                <a:ext uri="{FF2B5EF4-FFF2-40B4-BE49-F238E27FC236}">
                  <a16:creationId xmlns:a16="http://schemas.microsoft.com/office/drawing/2014/main" id="{FBB25985-A09E-8E17-D882-B00D2B4970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3" y="1372"/>
              <a:ext cx="1386" cy="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prstDash val="dash"/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en-US"/>
            </a:p>
          </p:txBody>
        </p:sp>
        <p:sp>
          <p:nvSpPr>
            <p:cNvPr id="229400" name="Text Box 38">
              <a:extLst>
                <a:ext uri="{FF2B5EF4-FFF2-40B4-BE49-F238E27FC236}">
                  <a16:creationId xmlns:a16="http://schemas.microsoft.com/office/drawing/2014/main" id="{BB5BD6FD-1EDD-5BAC-E73A-6D8D09B8FD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6" y="1189"/>
              <a:ext cx="1204" cy="3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CC0000"/>
                  </a:solidFill>
                </a:rPr>
                <a:t>TCP </a:t>
              </a:r>
            </a:p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CC0000"/>
                  </a:solidFill>
                </a:rPr>
                <a:t>connection setup</a:t>
              </a:r>
              <a:endParaRPr lang="en-US" altLang="en-US" sz="2400">
                <a:solidFill>
                  <a:srgbClr val="CC0000"/>
                </a:solidFill>
              </a:endParaRPr>
            </a:p>
          </p:txBody>
        </p:sp>
      </p:grpSp>
      <p:sp>
        <p:nvSpPr>
          <p:cNvPr id="229390" name="Line 50">
            <a:extLst>
              <a:ext uri="{FF2B5EF4-FFF2-40B4-BE49-F238E27FC236}">
                <a16:creationId xmlns:a16="http://schemas.microsoft.com/office/drawing/2014/main" id="{73A1A38E-B606-5288-6D7F-B8D8CBF99799}"/>
              </a:ext>
            </a:extLst>
          </p:cNvPr>
          <p:cNvSpPr>
            <a:spLocks noChangeShapeType="1"/>
          </p:cNvSpPr>
          <p:nvPr/>
        </p:nvSpPr>
        <p:spPr bwMode="auto">
          <a:xfrm>
            <a:off x="7069139" y="1600200"/>
            <a:ext cx="676275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" name="Group 53">
            <a:extLst>
              <a:ext uri="{FF2B5EF4-FFF2-40B4-BE49-F238E27FC236}">
                <a16:creationId xmlns:a16="http://schemas.microsoft.com/office/drawing/2014/main" id="{49455656-FFA8-542F-A9C4-D7B006CB20F7}"/>
              </a:ext>
            </a:extLst>
          </p:cNvPr>
          <p:cNvGrpSpPr>
            <a:grpSpLocks/>
          </p:cNvGrpSpPr>
          <p:nvPr/>
        </p:nvGrpSpPr>
        <p:grpSpPr bwMode="auto">
          <a:xfrm>
            <a:off x="2822576" y="4310062"/>
            <a:ext cx="5457825" cy="1895475"/>
            <a:chOff x="832" y="2750"/>
            <a:chExt cx="3438" cy="1194"/>
          </a:xfrm>
        </p:grpSpPr>
        <p:sp>
          <p:nvSpPr>
            <p:cNvPr id="229392" name="Text Box 15">
              <a:extLst>
                <a:ext uri="{FF2B5EF4-FFF2-40B4-BE49-F238E27FC236}">
                  <a16:creationId xmlns:a16="http://schemas.microsoft.com/office/drawing/2014/main" id="{46A4B664-9DB3-5C5B-E990-E216A723DC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7" y="3512"/>
              <a:ext cx="1013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close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</a:rPr>
                <a:t>connectionSocket</a:t>
              </a:r>
              <a:endParaRPr lang="en-US" altLang="en-US" sz="2400">
                <a:solidFill>
                  <a:srgbClr val="CC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9393" name="Line 16">
              <a:extLst>
                <a:ext uri="{FF2B5EF4-FFF2-40B4-BE49-F238E27FC236}">
                  <a16:creationId xmlns:a16="http://schemas.microsoft.com/office/drawing/2014/main" id="{D30360AC-B021-BF9D-F885-7768997D6B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18" y="3437"/>
              <a:ext cx="0" cy="204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229394" name="Freeform 17">
              <a:extLst>
                <a:ext uri="{FF2B5EF4-FFF2-40B4-BE49-F238E27FC236}">
                  <a16:creationId xmlns:a16="http://schemas.microsoft.com/office/drawing/2014/main" id="{F3D81420-0450-2F98-FA30-F31704AD2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750"/>
              <a:ext cx="492" cy="233"/>
            </a:xfrm>
            <a:custGeom>
              <a:avLst/>
              <a:gdLst>
                <a:gd name="T0" fmla="*/ 492 w 492"/>
                <a:gd name="T1" fmla="*/ 0 h 2112"/>
                <a:gd name="T2" fmla="*/ 492 w 492"/>
                <a:gd name="T3" fmla="*/ 0 h 2112"/>
                <a:gd name="T4" fmla="*/ 0 w 492"/>
                <a:gd name="T5" fmla="*/ 0 h 2112"/>
                <a:gd name="T6" fmla="*/ 0 w 492"/>
                <a:gd name="T7" fmla="*/ 0 h 2112"/>
                <a:gd name="T8" fmla="*/ 402 w 492"/>
                <a:gd name="T9" fmla="*/ 0 h 2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2"/>
                <a:gd name="T16" fmla="*/ 0 h 2112"/>
                <a:gd name="T17" fmla="*/ 492 w 492"/>
                <a:gd name="T18" fmla="*/ 2112 h 21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2" h="2112">
                  <a:moveTo>
                    <a:pt x="492" y="1968"/>
                  </a:moveTo>
                  <a:lnTo>
                    <a:pt x="492" y="2112"/>
                  </a:lnTo>
                  <a:lnTo>
                    <a:pt x="0" y="2112"/>
                  </a:lnTo>
                  <a:lnTo>
                    <a:pt x="0" y="0"/>
                  </a:lnTo>
                  <a:lnTo>
                    <a:pt x="402" y="0"/>
                  </a:lnTo>
                </a:path>
              </a:pathLst>
            </a:cu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grpSp>
          <p:nvGrpSpPr>
            <p:cNvPr id="229395" name="Group 18">
              <a:extLst>
                <a:ext uri="{FF2B5EF4-FFF2-40B4-BE49-F238E27FC236}">
                  <a16:creationId xmlns:a16="http://schemas.microsoft.com/office/drawing/2014/main" id="{A8DBBCCD-7036-0D72-329C-AADB266AEE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93" y="3248"/>
              <a:ext cx="877" cy="696"/>
              <a:chOff x="3365" y="3375"/>
              <a:chExt cx="877" cy="696"/>
            </a:xfrm>
          </p:grpSpPr>
          <p:sp>
            <p:nvSpPr>
              <p:cNvPr id="229396" name="Text Box 19">
                <a:extLst>
                  <a:ext uri="{FF2B5EF4-FFF2-40B4-BE49-F238E27FC236}">
                    <a16:creationId xmlns:a16="http://schemas.microsoft.com/office/drawing/2014/main" id="{CDCFDE8C-C599-1B51-1B29-4BB131CD27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65" y="3375"/>
                <a:ext cx="877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</a:rPr>
                  <a:t>read reply from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CC0000"/>
                    </a:solidFill>
                  </a:rPr>
                  <a:t>clientSocket</a:t>
                </a:r>
                <a:endParaRPr lang="en-US" altLang="en-US" sz="2400">
                  <a:solidFill>
                    <a:srgbClr val="CC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397" name="Text Box 20">
                <a:extLst>
                  <a:ext uri="{FF2B5EF4-FFF2-40B4-BE49-F238E27FC236}">
                    <a16:creationId xmlns:a16="http://schemas.microsoft.com/office/drawing/2014/main" id="{476DA7F4-3BBD-B683-B953-81AEE93876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89" y="3741"/>
                <a:ext cx="730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</a:rPr>
                  <a:t>close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CC0000"/>
                    </a:solidFill>
                  </a:rPr>
                  <a:t>clientSocket</a:t>
                </a:r>
                <a:endParaRPr lang="en-US" altLang="en-US" sz="2400">
                  <a:solidFill>
                    <a:srgbClr val="CC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398" name="Line 21">
                <a:extLst>
                  <a:ext uri="{FF2B5EF4-FFF2-40B4-BE49-F238E27FC236}">
                    <a16:creationId xmlns:a16="http://schemas.microsoft.com/office/drawing/2014/main" id="{8329C363-AE34-A63C-B35A-A6F5C4794A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16" y="3690"/>
                <a:ext cx="0" cy="204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>
                <a:spAutoFit/>
              </a:bodyPr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3" name="Rectangle 2">
            <a:extLst>
              <a:ext uri="{FF2B5EF4-FFF2-40B4-BE49-F238E27FC236}">
                <a16:creationId xmlns:a16="http://schemas.microsoft.com/office/drawing/2014/main" id="{BE113B98-4AF9-DF4A-B239-F69C6A4B7E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275" y="88900"/>
            <a:ext cx="7772400" cy="947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4400" dirty="0">
              <a:solidFill>
                <a:srgbClr val="000099"/>
              </a:solidFill>
              <a:latin typeface="Gill Sans MT" panose="020B0502020104020203" pitchFamily="34" charset="77"/>
            </a:endParaRPr>
          </a:p>
        </p:txBody>
      </p:sp>
      <p:sp>
        <p:nvSpPr>
          <p:cNvPr id="230404" name="TextBox 1">
            <a:extLst>
              <a:ext uri="{FF2B5EF4-FFF2-40B4-BE49-F238E27FC236}">
                <a16:creationId xmlns:a16="http://schemas.microsoft.com/office/drawing/2014/main" id="{C47E7AF1-6B30-518A-78A5-2B559168A1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9100" y="1651001"/>
            <a:ext cx="5889754" cy="36516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ts val="2800"/>
              </a:lnSpc>
            </a:pPr>
            <a:r>
              <a:rPr lang="en-US" altLang="en-US" dirty="0"/>
              <a:t>from socket import *</a:t>
            </a:r>
          </a:p>
          <a:p>
            <a:pPr>
              <a:lnSpc>
                <a:spcPts val="2800"/>
              </a:lnSpc>
            </a:pPr>
            <a:r>
              <a:rPr lang="en-US" altLang="en-US" dirty="0" err="1"/>
              <a:t>serverName</a:t>
            </a:r>
            <a:r>
              <a:rPr lang="en-US" altLang="en-US" dirty="0"/>
              <a:t> = ’</a:t>
            </a:r>
            <a:r>
              <a:rPr lang="en-US" altLang="ja-JP" dirty="0" err="1"/>
              <a:t>servername</a:t>
            </a:r>
            <a:r>
              <a:rPr lang="en-US" altLang="en-US" dirty="0"/>
              <a:t>’</a:t>
            </a:r>
            <a:endParaRPr lang="en-US" altLang="ja-JP" dirty="0"/>
          </a:p>
          <a:p>
            <a:pPr>
              <a:lnSpc>
                <a:spcPts val="2800"/>
              </a:lnSpc>
            </a:pPr>
            <a:r>
              <a:rPr lang="en-US" altLang="en-US" dirty="0" err="1"/>
              <a:t>serverPort</a:t>
            </a:r>
            <a:r>
              <a:rPr lang="en-US" altLang="en-US" dirty="0"/>
              <a:t> = 12000</a:t>
            </a:r>
          </a:p>
          <a:p>
            <a:pPr>
              <a:lnSpc>
                <a:spcPts val="2800"/>
              </a:lnSpc>
            </a:pPr>
            <a:r>
              <a:rPr lang="en-US" altLang="en-US" dirty="0" err="1"/>
              <a:t>clientSocket</a:t>
            </a:r>
            <a:r>
              <a:rPr lang="en-US" altLang="en-US" dirty="0"/>
              <a:t> = socket(AF_INET, SOCK_STREAM)</a:t>
            </a:r>
          </a:p>
          <a:p>
            <a:pPr>
              <a:lnSpc>
                <a:spcPts val="2800"/>
              </a:lnSpc>
            </a:pPr>
            <a:r>
              <a:rPr lang="en-US" altLang="en-US" dirty="0" err="1"/>
              <a:t>clientSocket.connect</a:t>
            </a:r>
            <a:r>
              <a:rPr lang="en-US" altLang="en-US" dirty="0"/>
              <a:t>((</a:t>
            </a:r>
            <a:r>
              <a:rPr lang="en-US" altLang="en-US" dirty="0" err="1"/>
              <a:t>serverName,serverPort</a:t>
            </a:r>
            <a:r>
              <a:rPr lang="en-US" altLang="en-US" dirty="0"/>
              <a:t>))</a:t>
            </a:r>
          </a:p>
          <a:p>
            <a:pPr>
              <a:lnSpc>
                <a:spcPts val="2800"/>
              </a:lnSpc>
            </a:pPr>
            <a:r>
              <a:rPr lang="en-US" altLang="en-US" dirty="0"/>
              <a:t>sentence = </a:t>
            </a:r>
            <a:r>
              <a:rPr lang="en-US" altLang="en-US" dirty="0" err="1"/>
              <a:t>raw_input</a:t>
            </a:r>
            <a:r>
              <a:rPr lang="en-US" altLang="en-US" dirty="0"/>
              <a:t>(‘Input lowercase sentence:’)</a:t>
            </a:r>
          </a:p>
          <a:p>
            <a:pPr>
              <a:lnSpc>
                <a:spcPts val="2800"/>
              </a:lnSpc>
            </a:pPr>
            <a:r>
              <a:rPr lang="en-US" altLang="en-US" dirty="0" err="1"/>
              <a:t>clientSocket.send</a:t>
            </a:r>
            <a:r>
              <a:rPr lang="en-US" altLang="en-US" dirty="0"/>
              <a:t>(</a:t>
            </a:r>
            <a:r>
              <a:rPr lang="en-US" altLang="en-US" dirty="0" err="1"/>
              <a:t>sentence.encode</a:t>
            </a:r>
            <a:r>
              <a:rPr lang="en-US" altLang="en-US" dirty="0"/>
              <a:t>())</a:t>
            </a:r>
          </a:p>
          <a:p>
            <a:pPr>
              <a:lnSpc>
                <a:spcPts val="2800"/>
              </a:lnSpc>
            </a:pPr>
            <a:r>
              <a:rPr lang="en-US" altLang="en-US" dirty="0" err="1"/>
              <a:t>modifiedSentence</a:t>
            </a:r>
            <a:r>
              <a:rPr lang="en-US" altLang="en-US" dirty="0"/>
              <a:t> = </a:t>
            </a:r>
            <a:r>
              <a:rPr lang="en-US" altLang="en-US" dirty="0" err="1"/>
              <a:t>clientSocket.recv</a:t>
            </a:r>
            <a:r>
              <a:rPr lang="en-US" altLang="en-US" dirty="0"/>
              <a:t>(1024)</a:t>
            </a:r>
          </a:p>
          <a:p>
            <a:pPr>
              <a:lnSpc>
                <a:spcPts val="2800"/>
              </a:lnSpc>
            </a:pPr>
            <a:r>
              <a:rPr lang="en-US" altLang="en-US" dirty="0"/>
              <a:t>print (‘From Server:’, </a:t>
            </a:r>
            <a:r>
              <a:rPr lang="en-US" altLang="en-US" dirty="0" err="1"/>
              <a:t>modifiedSentence.decode</a:t>
            </a:r>
            <a:r>
              <a:rPr lang="en-US" altLang="en-US" dirty="0"/>
              <a:t>())</a:t>
            </a:r>
          </a:p>
          <a:p>
            <a:pPr>
              <a:lnSpc>
                <a:spcPts val="2800"/>
              </a:lnSpc>
            </a:pPr>
            <a:r>
              <a:rPr lang="en-US" altLang="en-US" dirty="0" err="1"/>
              <a:t>clientSocket.close</a:t>
            </a:r>
            <a:r>
              <a:rPr lang="en-US" altLang="en-US" dirty="0"/>
              <a:t>()</a:t>
            </a:r>
          </a:p>
        </p:txBody>
      </p:sp>
      <p:sp>
        <p:nvSpPr>
          <p:cNvPr id="230405" name="TextBox 2">
            <a:extLst>
              <a:ext uri="{FF2B5EF4-FFF2-40B4-BE49-F238E27FC236}">
                <a16:creationId xmlns:a16="http://schemas.microsoft.com/office/drawing/2014/main" id="{EBED5167-A109-3CB1-4F34-54E2FB03D9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41800" y="1168401"/>
            <a:ext cx="27066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 i="1">
                <a:solidFill>
                  <a:srgbClr val="CC0000"/>
                </a:solidFill>
              </a:rPr>
              <a:t>Python TCPClient</a:t>
            </a:r>
          </a:p>
        </p:txBody>
      </p:sp>
      <p:grpSp>
        <p:nvGrpSpPr>
          <p:cNvPr id="2" name="Group 47">
            <a:extLst>
              <a:ext uri="{FF2B5EF4-FFF2-40B4-BE49-F238E27FC236}">
                <a16:creationId xmlns:a16="http://schemas.microsoft.com/office/drawing/2014/main" id="{51D0B1D8-2A4D-3E81-335F-1EE872F179DA}"/>
              </a:ext>
            </a:extLst>
          </p:cNvPr>
          <p:cNvGrpSpPr>
            <a:grpSpLocks/>
          </p:cNvGrpSpPr>
          <p:nvPr/>
        </p:nvGrpSpPr>
        <p:grpSpPr bwMode="auto">
          <a:xfrm>
            <a:off x="1524001" y="2670176"/>
            <a:ext cx="2778125" cy="523875"/>
            <a:chOff x="-811" y="2671324"/>
            <a:chExt cx="2778483" cy="523220"/>
          </a:xfrm>
        </p:grpSpPr>
        <p:sp>
          <p:nvSpPr>
            <p:cNvPr id="230412" name="TextBox 31">
              <a:extLst>
                <a:ext uri="{FF2B5EF4-FFF2-40B4-BE49-F238E27FC236}">
                  <a16:creationId xmlns:a16="http://schemas.microsoft.com/office/drawing/2014/main" id="{E3A91770-9FFB-B3A7-317D-AA3E858E61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811" y="2671324"/>
              <a:ext cx="227181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>
                  <a:solidFill>
                    <a:srgbClr val="000099"/>
                  </a:solidFill>
                </a:rPr>
                <a:t>create TCP socket for server, remote port 12000</a:t>
              </a:r>
            </a:p>
          </p:txBody>
        </p:sp>
        <p:cxnSp>
          <p:nvCxnSpPr>
            <p:cNvPr id="230413" name="Straight Connector 32">
              <a:extLst>
                <a:ext uri="{FF2B5EF4-FFF2-40B4-BE49-F238E27FC236}">
                  <a16:creationId xmlns:a16="http://schemas.microsoft.com/office/drawing/2014/main" id="{0B98CB7C-05EA-6295-9B45-F626083A2E7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50143" y="3165929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5" name="Oval 4">
            <a:extLst>
              <a:ext uri="{FF2B5EF4-FFF2-40B4-BE49-F238E27FC236}">
                <a16:creationId xmlns:a16="http://schemas.microsoft.com/office/drawing/2014/main" id="{36C13A06-7BD9-5C30-D06E-A92C736277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10500" y="2895600"/>
            <a:ext cx="2247900" cy="508000"/>
          </a:xfrm>
          <a:prstGeom prst="ellips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400">
              <a:latin typeface="Comic Sans MS" panose="030F0902030302020204" pitchFamily="66" charset="0"/>
            </a:endParaRPr>
          </a:p>
        </p:txBody>
      </p:sp>
      <p:grpSp>
        <p:nvGrpSpPr>
          <p:cNvPr id="3" name="Group 47">
            <a:extLst>
              <a:ext uri="{FF2B5EF4-FFF2-40B4-BE49-F238E27FC236}">
                <a16:creationId xmlns:a16="http://schemas.microsoft.com/office/drawing/2014/main" id="{D2FC783B-FCFF-D659-CA6E-350BCD31B72A}"/>
              </a:ext>
            </a:extLst>
          </p:cNvPr>
          <p:cNvGrpSpPr>
            <a:grpSpLocks/>
          </p:cNvGrpSpPr>
          <p:nvPr/>
        </p:nvGrpSpPr>
        <p:grpSpPr bwMode="auto">
          <a:xfrm>
            <a:off x="1524000" y="4157664"/>
            <a:ext cx="2794000" cy="523875"/>
            <a:chOff x="-17288" y="2918148"/>
            <a:chExt cx="2794960" cy="522566"/>
          </a:xfrm>
        </p:grpSpPr>
        <p:sp>
          <p:nvSpPr>
            <p:cNvPr id="230410" name="TextBox 31">
              <a:extLst>
                <a:ext uri="{FF2B5EF4-FFF2-40B4-BE49-F238E27FC236}">
                  <a16:creationId xmlns:a16="http://schemas.microsoft.com/office/drawing/2014/main" id="{82331E39-AF4A-4624-BC11-2B7D9012A0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7288" y="2918148"/>
              <a:ext cx="2271818" cy="5225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>
                  <a:solidFill>
                    <a:srgbClr val="000099"/>
                  </a:solidFill>
                </a:rPr>
                <a:t>No need to attach server name, port </a:t>
              </a:r>
            </a:p>
          </p:txBody>
        </p:sp>
        <p:cxnSp>
          <p:nvCxnSpPr>
            <p:cNvPr id="230411" name="Straight Connector 32">
              <a:extLst>
                <a:ext uri="{FF2B5EF4-FFF2-40B4-BE49-F238E27FC236}">
                  <a16:creationId xmlns:a16="http://schemas.microsoft.com/office/drawing/2014/main" id="{2C755693-E685-77F4-4EFC-F2260220B6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50143" y="3165929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9D8FB12C-173E-C029-4A1F-479C6BD800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solidFill>
                  <a:srgbClr val="000099"/>
                </a:solidFill>
                <a:latin typeface="Gill Sans MT" panose="020B0502020104020203" pitchFamily="34" charset="77"/>
              </a:rPr>
              <a:t>Example app: TCP client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58A8D9-236B-1A84-3A17-0CEFED18CA9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solidFill>
                  <a:srgbClr val="000099"/>
                </a:solidFill>
                <a:latin typeface="Gill Sans MT" panose="020B0502020104020203" pitchFamily="34" charset="77"/>
              </a:rPr>
              <a:t>Example app: TCP server</a:t>
            </a:r>
            <a:endParaRPr lang="en-US" dirty="0"/>
          </a:p>
        </p:txBody>
      </p:sp>
      <p:sp>
        <p:nvSpPr>
          <p:cNvPr id="231427" name="Rectangle 2">
            <a:extLst>
              <a:ext uri="{FF2B5EF4-FFF2-40B4-BE49-F238E27FC236}">
                <a16:creationId xmlns:a16="http://schemas.microsoft.com/office/drawing/2014/main" id="{1E28BF75-58A2-A559-0B4B-E44BE35301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275" y="88900"/>
            <a:ext cx="7772400" cy="947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4400" dirty="0">
              <a:solidFill>
                <a:srgbClr val="000099"/>
              </a:solidFill>
              <a:latin typeface="Gill Sans MT" panose="020B0502020104020203" pitchFamily="34" charset="77"/>
            </a:endParaRPr>
          </a:p>
        </p:txBody>
      </p:sp>
      <p:sp>
        <p:nvSpPr>
          <p:cNvPr id="231428" name="TextBox 1">
            <a:extLst>
              <a:ext uri="{FF2B5EF4-FFF2-40B4-BE49-F238E27FC236}">
                <a16:creationId xmlns:a16="http://schemas.microsoft.com/office/drawing/2014/main" id="{DD6DC623-4824-4028-EC4F-CF8F7F3FE3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41801" y="1439864"/>
            <a:ext cx="6269665" cy="44012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/>
              <a:t> from socket import *</a:t>
            </a:r>
          </a:p>
          <a:p>
            <a:r>
              <a:rPr lang="en-US" altLang="en-US"/>
              <a:t>serverPort = 12000</a:t>
            </a:r>
          </a:p>
          <a:p>
            <a:r>
              <a:rPr lang="en-US" altLang="en-US"/>
              <a:t>serverSocket = socket(AF_INET,SOCK_STREAM)</a:t>
            </a:r>
          </a:p>
          <a:p>
            <a:r>
              <a:rPr lang="en-US" altLang="en-US"/>
              <a:t>serverSocket.bind((‘’,serverPort))</a:t>
            </a:r>
          </a:p>
          <a:p>
            <a:r>
              <a:rPr lang="en-US" altLang="en-US"/>
              <a:t>serverSocket.listen(1)</a:t>
            </a:r>
          </a:p>
          <a:p>
            <a:r>
              <a:rPr lang="en-US" altLang="en-US"/>
              <a:t>print ‘The server is ready to receive’</a:t>
            </a:r>
          </a:p>
          <a:p>
            <a:r>
              <a:rPr lang="en-US" altLang="en-US"/>
              <a:t>while True:</a:t>
            </a:r>
          </a:p>
          <a:p>
            <a:r>
              <a:rPr lang="en-US" altLang="en-US"/>
              <a:t>     connectionSocket, addr = serverSocket.accept()</a:t>
            </a:r>
          </a:p>
          <a:p>
            <a:r>
              <a:rPr lang="en-US" altLang="en-US"/>
              <a:t>     </a:t>
            </a:r>
          </a:p>
          <a:p>
            <a:r>
              <a:rPr lang="en-US" altLang="en-US"/>
              <a:t>     sentence = connectionSocket.recv(1024).decode()</a:t>
            </a:r>
          </a:p>
          <a:p>
            <a:r>
              <a:rPr lang="en-US" altLang="en-US"/>
              <a:t>     capitalizedSentence = sentence.upper()</a:t>
            </a:r>
          </a:p>
          <a:p>
            <a:r>
              <a:rPr lang="en-US" altLang="en-US"/>
              <a:t>     connectionSocket.send(capitalizedSentence.</a:t>
            </a:r>
          </a:p>
          <a:p>
            <a:r>
              <a:rPr lang="en-US" altLang="en-US"/>
              <a:t>                                                            encode())</a:t>
            </a:r>
          </a:p>
          <a:p>
            <a:r>
              <a:rPr lang="en-US" altLang="en-US"/>
              <a:t>     connectionSocket.close()</a:t>
            </a:r>
            <a:endParaRPr lang="en-US" altLang="en-US" sz="1800"/>
          </a:p>
        </p:txBody>
      </p:sp>
      <p:sp>
        <p:nvSpPr>
          <p:cNvPr id="231429" name="TextBox 2">
            <a:extLst>
              <a:ext uri="{FF2B5EF4-FFF2-40B4-BE49-F238E27FC236}">
                <a16:creationId xmlns:a16="http://schemas.microsoft.com/office/drawing/2014/main" id="{255800CB-ADE5-4D70-33CB-3DB79496DD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41800" y="957263"/>
            <a:ext cx="28273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 i="1">
                <a:solidFill>
                  <a:srgbClr val="CC0000"/>
                </a:solidFill>
              </a:rPr>
              <a:t>Python TCPServer</a:t>
            </a:r>
          </a:p>
        </p:txBody>
      </p:sp>
      <p:grpSp>
        <p:nvGrpSpPr>
          <p:cNvPr id="2" name="Group 13">
            <a:extLst>
              <a:ext uri="{FF2B5EF4-FFF2-40B4-BE49-F238E27FC236}">
                <a16:creationId xmlns:a16="http://schemas.microsoft.com/office/drawing/2014/main" id="{858B6A29-B41F-EC0C-B395-F40E13F98663}"/>
              </a:ext>
            </a:extLst>
          </p:cNvPr>
          <p:cNvGrpSpPr>
            <a:grpSpLocks/>
          </p:cNvGrpSpPr>
          <p:nvPr/>
        </p:nvGrpSpPr>
        <p:grpSpPr bwMode="auto">
          <a:xfrm>
            <a:off x="1676400" y="1962150"/>
            <a:ext cx="2559050" cy="523220"/>
            <a:chOff x="151614" y="2173972"/>
            <a:chExt cx="2559082" cy="522824"/>
          </a:xfrm>
        </p:grpSpPr>
        <p:sp>
          <p:nvSpPr>
            <p:cNvPr id="231447" name="TextBox 31">
              <a:extLst>
                <a:ext uri="{FF2B5EF4-FFF2-40B4-BE49-F238E27FC236}">
                  <a16:creationId xmlns:a16="http://schemas.microsoft.com/office/drawing/2014/main" id="{7DC5204D-6778-621C-6493-7AC86629D1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1614" y="2173972"/>
              <a:ext cx="2559082" cy="5228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>
                  <a:solidFill>
                    <a:srgbClr val="000099"/>
                  </a:solidFill>
                </a:rPr>
                <a:t>create TCP welcoming</a:t>
              </a:r>
            </a:p>
            <a:p>
              <a:r>
                <a:rPr lang="en-US" altLang="en-US" sz="1400">
                  <a:solidFill>
                    <a:srgbClr val="000099"/>
                  </a:solidFill>
                </a:rPr>
                <a:t>socket</a:t>
              </a:r>
            </a:p>
          </p:txBody>
        </p:sp>
        <p:cxnSp>
          <p:nvCxnSpPr>
            <p:cNvPr id="231448" name="Straight Connector 32">
              <a:extLst>
                <a:ext uri="{FF2B5EF4-FFF2-40B4-BE49-F238E27FC236}">
                  <a16:creationId xmlns:a16="http://schemas.microsoft.com/office/drawing/2014/main" id="{EC6E6DFA-077F-4484-33C6-8BFB7F75490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695045" y="2596011"/>
              <a:ext cx="930227" cy="113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" name="Group 14">
            <a:extLst>
              <a:ext uri="{FF2B5EF4-FFF2-40B4-BE49-F238E27FC236}">
                <a16:creationId xmlns:a16="http://schemas.microsoft.com/office/drawing/2014/main" id="{E33B4A87-5BA3-A92A-BD4E-1ABD88A49500}"/>
              </a:ext>
            </a:extLst>
          </p:cNvPr>
          <p:cNvGrpSpPr>
            <a:grpSpLocks/>
          </p:cNvGrpSpPr>
          <p:nvPr/>
        </p:nvGrpSpPr>
        <p:grpSpPr bwMode="auto">
          <a:xfrm>
            <a:off x="1655763" y="2825751"/>
            <a:ext cx="2540000" cy="523875"/>
            <a:chOff x="169076" y="2884812"/>
            <a:chExt cx="2541127" cy="523220"/>
          </a:xfrm>
        </p:grpSpPr>
        <p:sp>
          <p:nvSpPr>
            <p:cNvPr id="231445" name="TextBox 26">
              <a:extLst>
                <a:ext uri="{FF2B5EF4-FFF2-40B4-BE49-F238E27FC236}">
                  <a16:creationId xmlns:a16="http://schemas.microsoft.com/office/drawing/2014/main" id="{8C91CE56-0435-CA30-7993-CACB9BF1D1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076" y="2884812"/>
              <a:ext cx="227181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>
                  <a:solidFill>
                    <a:srgbClr val="000099"/>
                  </a:solidFill>
                </a:rPr>
                <a:t>server begins listening for  incoming TCP requests</a:t>
              </a:r>
            </a:p>
          </p:txBody>
        </p:sp>
        <p:cxnSp>
          <p:nvCxnSpPr>
            <p:cNvPr id="231446" name="Straight Connector 30">
              <a:extLst>
                <a:ext uri="{FF2B5EF4-FFF2-40B4-BE49-F238E27FC236}">
                  <a16:creationId xmlns:a16="http://schemas.microsoft.com/office/drawing/2014/main" id="{9A37D703-B545-DED1-8B1D-DC2991488E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82674" y="3169104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" name="Group 15">
            <a:extLst>
              <a:ext uri="{FF2B5EF4-FFF2-40B4-BE49-F238E27FC236}">
                <a16:creationId xmlns:a16="http://schemas.microsoft.com/office/drawing/2014/main" id="{5C4EE478-FCC9-036B-40CE-496B36D94BCE}"/>
              </a:ext>
            </a:extLst>
          </p:cNvPr>
          <p:cNvGrpSpPr>
            <a:grpSpLocks/>
          </p:cNvGrpSpPr>
          <p:nvPr/>
        </p:nvGrpSpPr>
        <p:grpSpPr bwMode="auto">
          <a:xfrm>
            <a:off x="2052639" y="3605213"/>
            <a:ext cx="2155825" cy="298450"/>
            <a:chOff x="553383" y="3714241"/>
            <a:chExt cx="2157273" cy="299227"/>
          </a:xfrm>
        </p:grpSpPr>
        <p:sp>
          <p:nvSpPr>
            <p:cNvPr id="231443" name="TextBox 34">
              <a:extLst>
                <a:ext uri="{FF2B5EF4-FFF2-40B4-BE49-F238E27FC236}">
                  <a16:creationId xmlns:a16="http://schemas.microsoft.com/office/drawing/2014/main" id="{0DE3D65E-A512-EFA3-7B8A-63529B6994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3383" y="3714241"/>
              <a:ext cx="1194763" cy="2992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</a:pPr>
              <a:r>
                <a:rPr lang="en-US" altLang="en-US" sz="1400">
                  <a:solidFill>
                    <a:srgbClr val="000099"/>
                  </a:solidFill>
                </a:rPr>
                <a:t>loop forever</a:t>
              </a:r>
            </a:p>
          </p:txBody>
        </p:sp>
        <p:cxnSp>
          <p:nvCxnSpPr>
            <p:cNvPr id="231444" name="Straight Connector 35">
              <a:extLst>
                <a:ext uri="{FF2B5EF4-FFF2-40B4-BE49-F238E27FC236}">
                  <a16:creationId xmlns:a16="http://schemas.microsoft.com/office/drawing/2014/main" id="{FBF8F00F-E12C-0D08-5585-0521847E94F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266031" y="3964781"/>
              <a:ext cx="1444625" cy="396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" name="Group 17">
            <a:extLst>
              <a:ext uri="{FF2B5EF4-FFF2-40B4-BE49-F238E27FC236}">
                <a16:creationId xmlns:a16="http://schemas.microsoft.com/office/drawing/2014/main" id="{902E63EC-C876-D6E6-B645-00971F635248}"/>
              </a:ext>
            </a:extLst>
          </p:cNvPr>
          <p:cNvGrpSpPr>
            <a:grpSpLocks/>
          </p:cNvGrpSpPr>
          <p:nvPr/>
        </p:nvGrpSpPr>
        <p:grpSpPr bwMode="auto">
          <a:xfrm>
            <a:off x="1722438" y="3965573"/>
            <a:ext cx="2813050" cy="707886"/>
            <a:chOff x="380319" y="3965998"/>
            <a:chExt cx="2392469" cy="708084"/>
          </a:xfrm>
        </p:grpSpPr>
        <p:sp>
          <p:nvSpPr>
            <p:cNvPr id="231441" name="TextBox 36">
              <a:extLst>
                <a:ext uri="{FF2B5EF4-FFF2-40B4-BE49-F238E27FC236}">
                  <a16:creationId xmlns:a16="http://schemas.microsoft.com/office/drawing/2014/main" id="{4B1042B8-F9CA-8662-4C6B-2424C825AC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319" y="3965998"/>
              <a:ext cx="2184910" cy="7080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</a:pPr>
              <a:r>
                <a:rPr lang="en-US" altLang="en-US" sz="1400">
                  <a:solidFill>
                    <a:srgbClr val="000099"/>
                  </a:solidFill>
                </a:rPr>
                <a:t>server waits on accept()</a:t>
              </a:r>
            </a:p>
            <a:p>
              <a:pPr>
                <a:lnSpc>
                  <a:spcPts val="1600"/>
                </a:lnSpc>
              </a:pPr>
              <a:r>
                <a:rPr lang="en-US" altLang="en-US" sz="1400">
                  <a:solidFill>
                    <a:srgbClr val="000099"/>
                  </a:solidFill>
                </a:rPr>
                <a:t>for incoming requests, new socket created on return</a:t>
              </a:r>
            </a:p>
          </p:txBody>
        </p:sp>
        <p:cxnSp>
          <p:nvCxnSpPr>
            <p:cNvPr id="231442" name="Straight Connector 39">
              <a:extLst>
                <a:ext uri="{FF2B5EF4-FFF2-40B4-BE49-F238E27FC236}">
                  <a16:creationId xmlns:a16="http://schemas.microsoft.com/office/drawing/2014/main" id="{17F3599E-E471-D116-7432-330CA401B93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231565" y="4229808"/>
              <a:ext cx="541223" cy="586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" name="Group 18">
            <a:extLst>
              <a:ext uri="{FF2B5EF4-FFF2-40B4-BE49-F238E27FC236}">
                <a16:creationId xmlns:a16="http://schemas.microsoft.com/office/drawing/2014/main" id="{298F7F06-12B1-CACE-B0C1-542E7736CE42}"/>
              </a:ext>
            </a:extLst>
          </p:cNvPr>
          <p:cNvGrpSpPr>
            <a:grpSpLocks/>
          </p:cNvGrpSpPr>
          <p:nvPr/>
        </p:nvGrpSpPr>
        <p:grpSpPr bwMode="auto">
          <a:xfrm>
            <a:off x="1782764" y="4938714"/>
            <a:ext cx="2860675" cy="523875"/>
            <a:chOff x="316741" y="4661874"/>
            <a:chExt cx="2859521" cy="524153"/>
          </a:xfrm>
        </p:grpSpPr>
        <p:sp>
          <p:nvSpPr>
            <p:cNvPr id="231439" name="TextBox 61">
              <a:extLst>
                <a:ext uri="{FF2B5EF4-FFF2-40B4-BE49-F238E27FC236}">
                  <a16:creationId xmlns:a16="http://schemas.microsoft.com/office/drawing/2014/main" id="{CCCF694E-D40E-A4D8-5236-DB11425BA6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41" y="4661874"/>
              <a:ext cx="2349500" cy="5241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>
                  <a:solidFill>
                    <a:srgbClr val="000099"/>
                  </a:solidFill>
                </a:rPr>
                <a:t>read bytes from socket (but not address as in UDP)</a:t>
              </a:r>
            </a:p>
          </p:txBody>
        </p:sp>
        <p:cxnSp>
          <p:nvCxnSpPr>
            <p:cNvPr id="231440" name="Straight Connector 62">
              <a:extLst>
                <a:ext uri="{FF2B5EF4-FFF2-40B4-BE49-F238E27FC236}">
                  <a16:creationId xmlns:a16="http://schemas.microsoft.com/office/drawing/2014/main" id="{3DDE20AB-3D62-38AD-6D32-81C711CCDF4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75609" y="4682209"/>
              <a:ext cx="1300653" cy="49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7" name="Group 28">
            <a:extLst>
              <a:ext uri="{FF2B5EF4-FFF2-40B4-BE49-F238E27FC236}">
                <a16:creationId xmlns:a16="http://schemas.microsoft.com/office/drawing/2014/main" id="{F114A25C-2181-C19A-BB4E-2B615CDED4BF}"/>
              </a:ext>
            </a:extLst>
          </p:cNvPr>
          <p:cNvGrpSpPr>
            <a:grpSpLocks/>
          </p:cNvGrpSpPr>
          <p:nvPr/>
        </p:nvGrpSpPr>
        <p:grpSpPr bwMode="auto">
          <a:xfrm>
            <a:off x="1651000" y="5548314"/>
            <a:ext cx="2878138" cy="738187"/>
            <a:chOff x="162014" y="4686636"/>
            <a:chExt cx="2878315" cy="738664"/>
          </a:xfrm>
        </p:grpSpPr>
        <p:sp>
          <p:nvSpPr>
            <p:cNvPr id="231437" name="TextBox 29">
              <a:extLst>
                <a:ext uri="{FF2B5EF4-FFF2-40B4-BE49-F238E27FC236}">
                  <a16:creationId xmlns:a16="http://schemas.microsoft.com/office/drawing/2014/main" id="{E077360D-3CB0-A3CC-C5E5-C2622B7260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2014" y="4686636"/>
              <a:ext cx="2349500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>
                  <a:solidFill>
                    <a:srgbClr val="000099"/>
                  </a:solidFill>
                </a:rPr>
                <a:t>close connection to this client (but </a:t>
              </a:r>
              <a:r>
                <a:rPr lang="en-US" altLang="en-US" sz="1400" i="1">
                  <a:solidFill>
                    <a:srgbClr val="000099"/>
                  </a:solidFill>
                </a:rPr>
                <a:t>not</a:t>
              </a:r>
              <a:r>
                <a:rPr lang="en-US" altLang="en-US" sz="1400">
                  <a:solidFill>
                    <a:srgbClr val="000099"/>
                  </a:solidFill>
                </a:rPr>
                <a:t> welcoming socket)</a:t>
              </a:r>
            </a:p>
          </p:txBody>
        </p:sp>
        <p:cxnSp>
          <p:nvCxnSpPr>
            <p:cNvPr id="231438" name="Straight Connector 33">
              <a:extLst>
                <a:ext uri="{FF2B5EF4-FFF2-40B4-BE49-F238E27FC236}">
                  <a16:creationId xmlns:a16="http://schemas.microsoft.com/office/drawing/2014/main" id="{9F863C0D-1B93-90B9-B8E2-9E4D848DF8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184198" y="4843734"/>
              <a:ext cx="856131" cy="226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pPr lvl="0" eaLnBrk="0" fontAlgn="base" hangingPunct="0">
              <a:lnSpc>
                <a:spcPct val="100000"/>
              </a:lnSpc>
              <a:spcAft>
                <a:spcPct val="0"/>
              </a:spcAft>
            </a:pPr>
            <a:r>
              <a:rPr lang="en-US" altLang="en-US" sz="4400" dirty="0">
                <a:solidFill>
                  <a:srgbClr val="000099"/>
                </a:solidFill>
                <a:ea typeface="ＭＳ Ｐゴシック" panose="020B0600070205080204" pitchFamily="34" charset="-128"/>
                <a:cs typeface="+mn-cs"/>
              </a:rPr>
              <a:t>Chapter 2: Summary</a:t>
            </a:r>
            <a:endParaRPr lang="en-US" altLang="en-US" sz="5400" dirty="0">
              <a:solidFill>
                <a:srgbClr val="000099"/>
              </a:solidFill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" name="Rectangle 3">
            <a:extLst>
              <a:ext uri="{FF2B5EF4-FFF2-40B4-BE49-F238E27FC236}">
                <a16:creationId xmlns:a16="http://schemas.microsoft.com/office/drawing/2014/main" id="{130235C8-CBF2-BC40-8C2F-CC9AFE97994B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838200" y="2094161"/>
            <a:ext cx="5710084" cy="4194034"/>
          </a:xfrm>
        </p:spPr>
        <p:txBody>
          <a:bodyPr>
            <a:normAutofit/>
          </a:bodyPr>
          <a:lstStyle/>
          <a:p>
            <a:pPr marL="287338" indent="-287338">
              <a:buFont typeface="Wingdings" charset="2"/>
              <a:buChar char="§"/>
              <a:defRPr/>
            </a:pPr>
            <a:r>
              <a:rPr lang="en-US" dirty="0"/>
              <a:t>application architectures</a:t>
            </a:r>
          </a:p>
          <a:p>
            <a:pPr marL="681038" lvl="1" indent="-223838">
              <a:buFont typeface="Arial"/>
              <a:buChar char="•"/>
              <a:defRPr/>
            </a:pPr>
            <a:r>
              <a:rPr lang="en-US" dirty="0"/>
              <a:t>client-server</a:t>
            </a:r>
          </a:p>
          <a:p>
            <a:pPr marL="681038" lvl="1" indent="-223838">
              <a:buFont typeface="Arial"/>
              <a:buChar char="•"/>
              <a:defRPr/>
            </a:pPr>
            <a:r>
              <a:rPr lang="en-US" dirty="0"/>
              <a:t>P2P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dirty="0"/>
              <a:t>application service requirements:</a:t>
            </a:r>
          </a:p>
          <a:p>
            <a:pPr marL="682625" lvl="1" indent="-228600">
              <a:buFont typeface="Arial"/>
              <a:buChar char="•"/>
              <a:defRPr/>
            </a:pPr>
            <a:r>
              <a:rPr lang="en-US" dirty="0"/>
              <a:t>reliability, bandwidth, delay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dirty="0"/>
              <a:t>Internet transport service model</a:t>
            </a:r>
          </a:p>
          <a:p>
            <a:pPr marL="681038" lvl="1" indent="-223838">
              <a:buFont typeface="Arial"/>
              <a:buChar char="•"/>
              <a:defRPr/>
            </a:pPr>
            <a:r>
              <a:rPr lang="en-US" dirty="0"/>
              <a:t>connection-oriented, reliable: TCP</a:t>
            </a:r>
          </a:p>
          <a:p>
            <a:pPr marL="681038" lvl="1" indent="-223838">
              <a:buFont typeface="Arial"/>
              <a:buChar char="•"/>
              <a:defRPr/>
            </a:pPr>
            <a:r>
              <a:rPr lang="en-US" dirty="0"/>
              <a:t>unreliable, datagrams: UDP</a:t>
            </a:r>
            <a:endParaRPr lang="en-US" sz="2000" dirty="0"/>
          </a:p>
        </p:txBody>
      </p:sp>
      <p:sp>
        <p:nvSpPr>
          <p:cNvPr id="26" name="Rectangle 4">
            <a:extLst>
              <a:ext uri="{FF2B5EF4-FFF2-40B4-BE49-F238E27FC236}">
                <a16:creationId xmlns:a16="http://schemas.microsoft.com/office/drawing/2014/main" id="{228601A5-E42C-D440-B994-5748EBF18265}"/>
              </a:ext>
            </a:extLst>
          </p:cNvPr>
          <p:cNvSpPr txBox="1">
            <a:spLocks noChangeArrowheads="1"/>
          </p:cNvSpPr>
          <p:nvPr/>
        </p:nvSpPr>
        <p:spPr>
          <a:xfrm>
            <a:off x="704849" y="1392072"/>
            <a:ext cx="10208957" cy="6762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our study of network application layer is now complete!</a:t>
            </a:r>
          </a:p>
        </p:txBody>
      </p:sp>
      <p:sp>
        <p:nvSpPr>
          <p:cNvPr id="27" name="Rectangle 5">
            <a:extLst>
              <a:ext uri="{FF2B5EF4-FFF2-40B4-BE49-F238E27FC236}">
                <a16:creationId xmlns:a16="http://schemas.microsoft.com/office/drawing/2014/main" id="{64F252F4-9047-6D40-8B28-18D2E5536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0006" y="2054984"/>
            <a:ext cx="4652810" cy="367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7338" marR="0" lvl="0" indent="-2873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specific protocols:</a:t>
            </a:r>
          </a:p>
          <a:p>
            <a:pPr marL="681038" marR="0" lvl="1" indent="-2238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HTTP</a:t>
            </a:r>
          </a:p>
          <a:p>
            <a:pPr marL="681038" marR="0" lvl="1" indent="-2238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SMTP, IMAP</a:t>
            </a:r>
          </a:p>
          <a:p>
            <a:pPr marL="681038" marR="0" lvl="1" indent="-2238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DNS</a:t>
            </a:r>
          </a:p>
          <a:p>
            <a:pPr marL="681038" marR="0" lvl="1" indent="-2238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sng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P2P: BitTorrent</a:t>
            </a:r>
          </a:p>
          <a:p>
            <a:pPr marL="287338" marR="0" lvl="0" indent="-2873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video streaming, CDNs</a:t>
            </a:r>
          </a:p>
          <a:p>
            <a:pPr marL="287338" marR="0" lvl="0" indent="-2873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socket programming: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ZapfDingbats" charset="0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   TCP, UDP sockets</a:t>
            </a: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8FBD60C3-995D-4948-A95F-E9B0A22398C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131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084754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pPr lvl="0" eaLnBrk="0" fontAlgn="base" hangingPunct="0">
              <a:lnSpc>
                <a:spcPct val="100000"/>
              </a:lnSpc>
              <a:spcAft>
                <a:spcPct val="0"/>
              </a:spcAft>
            </a:pPr>
            <a:r>
              <a:rPr lang="en-US" altLang="en-US" sz="4400" dirty="0">
                <a:solidFill>
                  <a:srgbClr val="000099"/>
                </a:solidFill>
                <a:ea typeface="ＭＳ Ｐゴシック" panose="020B0600070205080204" pitchFamily="34" charset="-128"/>
                <a:cs typeface="+mn-cs"/>
              </a:rPr>
              <a:t>Chapter 2: Summary</a:t>
            </a:r>
            <a:endParaRPr lang="en-US" altLang="en-US" sz="5400" dirty="0">
              <a:solidFill>
                <a:srgbClr val="000099"/>
              </a:solidFill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" name="Rectangle 4">
            <a:extLst>
              <a:ext uri="{FF2B5EF4-FFF2-40B4-BE49-F238E27FC236}">
                <a16:creationId xmlns:a16="http://schemas.microsoft.com/office/drawing/2014/main" id="{228601A5-E42C-D440-B994-5748EBF18265}"/>
              </a:ext>
            </a:extLst>
          </p:cNvPr>
          <p:cNvSpPr txBox="1">
            <a:spLocks noChangeArrowheads="1"/>
          </p:cNvSpPr>
          <p:nvPr/>
        </p:nvSpPr>
        <p:spPr>
          <a:xfrm>
            <a:off x="704849" y="1392072"/>
            <a:ext cx="10208957" cy="6762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Most importantly: learned about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protocols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!</a:t>
            </a:r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F2B1E62A-5D04-3E42-88B2-20CD0FBD1BBD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838200" y="2069589"/>
            <a:ext cx="5695335" cy="4351338"/>
          </a:xfrm>
        </p:spPr>
        <p:txBody>
          <a:bodyPr>
            <a:normAutofit/>
          </a:bodyPr>
          <a:lstStyle/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typical request/reply message exchange:</a:t>
            </a:r>
          </a:p>
          <a:p>
            <a:pPr marL="681038" lvl="1" indent="-223838"/>
            <a:r>
              <a:rPr lang="en-US" altLang="en-US" dirty="0">
                <a:ea typeface="ＭＳ Ｐゴシック" panose="020B0600070205080204" pitchFamily="34" charset="-128"/>
              </a:rPr>
              <a:t>client requests info or service</a:t>
            </a:r>
          </a:p>
          <a:p>
            <a:pPr marL="681038" lvl="1" indent="-223838"/>
            <a:r>
              <a:rPr lang="en-US" altLang="en-US" dirty="0">
                <a:ea typeface="ＭＳ Ｐゴシック" panose="020B0600070205080204" pitchFamily="34" charset="-128"/>
              </a:rPr>
              <a:t>server responds with data, status code</a:t>
            </a:r>
          </a:p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message formats:</a:t>
            </a:r>
          </a:p>
          <a:p>
            <a:pPr marL="681038" lvl="1" indent="-223838"/>
            <a:r>
              <a:rPr lang="en-US" altLang="en-US" i="1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headers</a:t>
            </a:r>
            <a:r>
              <a:rPr lang="en-US" altLang="en-US" dirty="0">
                <a:ea typeface="ＭＳ Ｐゴシック" panose="020B0600070205080204" pitchFamily="34" charset="-128"/>
              </a:rPr>
              <a:t>: fields giving info about data</a:t>
            </a:r>
          </a:p>
          <a:p>
            <a:pPr marL="681038" lvl="1" indent="-223838"/>
            <a:r>
              <a:rPr lang="en-US" altLang="en-US" i="1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data: </a:t>
            </a:r>
            <a:r>
              <a:rPr lang="en-US" altLang="en-US" dirty="0">
                <a:ea typeface="ＭＳ Ｐゴシック" panose="020B0600070205080204" pitchFamily="34" charset="-128"/>
              </a:rPr>
              <a:t>info(payload)  being communicated</a:t>
            </a:r>
          </a:p>
        </p:txBody>
      </p:sp>
      <p:sp>
        <p:nvSpPr>
          <p:cNvPr id="10" name="Rectangle 5">
            <a:extLst>
              <a:ext uri="{FF2B5EF4-FFF2-40B4-BE49-F238E27FC236}">
                <a16:creationId xmlns:a16="http://schemas.microsoft.com/office/drawing/2014/main" id="{09AD5240-FBC2-9D46-B622-22B9C356A0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2343" y="2015039"/>
            <a:ext cx="4654808" cy="367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7013" indent="-227013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27013" marR="0" lvl="0" indent="-2270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33CC"/>
              </a:buClr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important themes: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349250" marR="0" lvl="0" indent="-2190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centralized vs. decentralized </a:t>
            </a:r>
          </a:p>
          <a:p>
            <a:pPr marL="349250" marR="0" lvl="0" indent="-2190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stateless vs. stateful</a:t>
            </a:r>
          </a:p>
          <a:p>
            <a:pPr marL="349250" marR="0" lvl="0" indent="-2190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scalability</a:t>
            </a:r>
          </a:p>
          <a:p>
            <a:pPr marL="349250" marR="0" lvl="0" indent="-2190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reliable vs. unreliable message transfer </a:t>
            </a:r>
          </a:p>
          <a:p>
            <a:pPr marL="349250" marR="0" lvl="0" indent="-2190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“complexity at network edge”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E0ABB88-CECD-DD4A-8A5D-BE04262180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132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883953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33126</TotalTime>
  <Words>11658</Words>
  <Application>Microsoft Macintosh PowerPoint</Application>
  <PresentationFormat>Widescreen</PresentationFormat>
  <Paragraphs>2533</Paragraphs>
  <Slides>132</Slides>
  <Notes>117</Notes>
  <HiddenSlides>13</HiddenSlides>
  <MMClips>0</MMClips>
  <ScaleCrop>false</ScaleCrop>
  <HeadingPairs>
    <vt:vector size="8" baseType="variant">
      <vt:variant>
        <vt:lpstr>Fonts Used</vt:lpstr>
      </vt:variant>
      <vt:variant>
        <vt:i4>13</vt:i4>
      </vt:variant>
      <vt:variant>
        <vt:lpstr>Theme</vt:lpstr>
      </vt:variant>
      <vt:variant>
        <vt:i4>2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132</vt:i4>
      </vt:variant>
    </vt:vector>
  </HeadingPairs>
  <TitlesOfParts>
    <vt:vector size="148" baseType="lpstr">
      <vt:lpstr>ＭＳ Ｐゴシック</vt:lpstr>
      <vt:lpstr>ZapfDingbats</vt:lpstr>
      <vt:lpstr>Arial</vt:lpstr>
      <vt:lpstr>Arial Narrow</vt:lpstr>
      <vt:lpstr>Calibri</vt:lpstr>
      <vt:lpstr>Calibri Light</vt:lpstr>
      <vt:lpstr>Comic Sans MS</vt:lpstr>
      <vt:lpstr>Courier</vt:lpstr>
      <vt:lpstr>Courier New</vt:lpstr>
      <vt:lpstr>Gill Sans MT</vt:lpstr>
      <vt:lpstr>Tahoma</vt:lpstr>
      <vt:lpstr>Times New Roman</vt:lpstr>
      <vt:lpstr>Wingdings</vt:lpstr>
      <vt:lpstr>Office Theme</vt:lpstr>
      <vt:lpstr>1_Office Theme</vt:lpstr>
      <vt:lpstr>Chart</vt:lpstr>
      <vt:lpstr>Chapter 2: Application Layer</vt:lpstr>
      <vt:lpstr>Application layer: goals</vt:lpstr>
      <vt:lpstr>Application layer: overview</vt:lpstr>
      <vt:lpstr>Creating a network app</vt:lpstr>
      <vt:lpstr>Client-server paradigm</vt:lpstr>
      <vt:lpstr>Peer-peer architecture</vt:lpstr>
      <vt:lpstr>Processes communicating</vt:lpstr>
      <vt:lpstr>Sockets</vt:lpstr>
      <vt:lpstr>Addressing processes</vt:lpstr>
      <vt:lpstr>Recap</vt:lpstr>
      <vt:lpstr>Recap</vt:lpstr>
      <vt:lpstr>An application-layer protocol defines:</vt:lpstr>
      <vt:lpstr>What transport service does an app need?</vt:lpstr>
      <vt:lpstr>Transport service requirements: common apps</vt:lpstr>
      <vt:lpstr>Internet transport protocols services</vt:lpstr>
      <vt:lpstr>Internet applications, and transport protocols</vt:lpstr>
      <vt:lpstr>Application layer: overview</vt:lpstr>
      <vt:lpstr>Web and HTTP </vt:lpstr>
      <vt:lpstr>4 Questions in Web and HTTP </vt:lpstr>
      <vt:lpstr>Web and Web browser</vt:lpstr>
      <vt:lpstr>Web page source (example)</vt:lpstr>
      <vt:lpstr>Web page</vt:lpstr>
      <vt:lpstr>4 Questions in Web and HTTP </vt:lpstr>
      <vt:lpstr>HTTP overview</vt:lpstr>
      <vt:lpstr>HTTP overview (continued)</vt:lpstr>
      <vt:lpstr>HTTP connections: two types</vt:lpstr>
      <vt:lpstr>Non-persistent HTTP: example</vt:lpstr>
      <vt:lpstr>Non-persistent HTTP: example (cont.)</vt:lpstr>
      <vt:lpstr>Non-persistent HTTP: response time</vt:lpstr>
      <vt:lpstr>Non-persistent HTTP: response time</vt:lpstr>
      <vt:lpstr>Persistent HTTP: response time</vt:lpstr>
      <vt:lpstr>Non-persistent HTTP vs. Persistent HTTP (HTTP 1.1)</vt:lpstr>
      <vt:lpstr>Non-persistent HTTP + Parallel</vt:lpstr>
      <vt:lpstr>Non-persistent HTTP vs. persistent HTTP </vt:lpstr>
      <vt:lpstr>4 Questions in Web and HTTP </vt:lpstr>
      <vt:lpstr>HTTP request message</vt:lpstr>
      <vt:lpstr>HTTP request message: general format</vt:lpstr>
      <vt:lpstr>Other HTTP request messages</vt:lpstr>
      <vt:lpstr>Demo: try out HTTP (client side) for yourself</vt:lpstr>
      <vt:lpstr>HTTP response message</vt:lpstr>
      <vt:lpstr>HTTP response status codes</vt:lpstr>
      <vt:lpstr>HTTP response status codes (more, optional)</vt:lpstr>
      <vt:lpstr>4 Questions in Web and HTTP </vt:lpstr>
      <vt:lpstr>Maintaining user/server state: cookies</vt:lpstr>
      <vt:lpstr>Maintaining user/server state: cookies</vt:lpstr>
      <vt:lpstr>Maintaining user/server state: cookies</vt:lpstr>
      <vt:lpstr>HTTP cookies: comments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Web caches</vt:lpstr>
      <vt:lpstr>Web caches (aka proxy servers)</vt:lpstr>
      <vt:lpstr>Caching example</vt:lpstr>
      <vt:lpstr>Option 1: buy a faster access link</vt:lpstr>
      <vt:lpstr>Option 2: install a web cache</vt:lpstr>
      <vt:lpstr>Calculating access link utilization, end-end delay with cache:</vt:lpstr>
      <vt:lpstr>Browser caching: Conditional GET</vt:lpstr>
      <vt:lpstr>HTTP/2</vt:lpstr>
      <vt:lpstr>HTTP/2</vt:lpstr>
      <vt:lpstr>HTTP/2: mitigating HOL blocking</vt:lpstr>
      <vt:lpstr>HTTP/2: mitigating HOL blocking</vt:lpstr>
      <vt:lpstr>HTTP/2 to HTTP/3</vt:lpstr>
      <vt:lpstr>Application layer: overview</vt:lpstr>
      <vt:lpstr>E-mail</vt:lpstr>
      <vt:lpstr>E-mail: mail servers</vt:lpstr>
      <vt:lpstr>SMTP RFC (5321)</vt:lpstr>
      <vt:lpstr>Scenario: Alice sends e-mail to Bob</vt:lpstr>
      <vt:lpstr>Sample SMTP interaction</vt:lpstr>
      <vt:lpstr>SMTP: observations</vt:lpstr>
      <vt:lpstr>Mail message format</vt:lpstr>
      <vt:lpstr>Retrieving email: mail access protocols</vt:lpstr>
      <vt:lpstr>Application Layer: Overview</vt:lpstr>
      <vt:lpstr>DNS: Domain Name System</vt:lpstr>
      <vt:lpstr>DNS: services, structure</vt:lpstr>
      <vt:lpstr>Thinking about the DNS</vt:lpstr>
      <vt:lpstr>DNS: a distributed, hierarchical database</vt:lpstr>
      <vt:lpstr>DNS: root name servers</vt:lpstr>
      <vt:lpstr>DNS: root name servers</vt:lpstr>
      <vt:lpstr>Top-Level Domain, and authoritative servers</vt:lpstr>
      <vt:lpstr>Local DNS name servers</vt:lpstr>
      <vt:lpstr>DNS name resolution: iterated query</vt:lpstr>
      <vt:lpstr>DNS name resolution: recursive query</vt:lpstr>
      <vt:lpstr>DNS name resolution: recursive query</vt:lpstr>
      <vt:lpstr>Caching DNS Information</vt:lpstr>
      <vt:lpstr>DNS records</vt:lpstr>
      <vt:lpstr>Demo: Try DNS yourself (nslookup)</vt:lpstr>
      <vt:lpstr>More at demo-nslookup</vt:lpstr>
      <vt:lpstr>DNS protocol messages</vt:lpstr>
      <vt:lpstr>DNS protocol messages</vt:lpstr>
      <vt:lpstr>Getting your info into the DNS</vt:lpstr>
      <vt:lpstr>DNS security</vt:lpstr>
      <vt:lpstr>Pure P2P architecture</vt:lpstr>
      <vt:lpstr>File distribution: client-server vs. P2P</vt:lpstr>
      <vt:lpstr>File distribution time: client-server</vt:lpstr>
      <vt:lpstr>File distribution time: P2P</vt:lpstr>
      <vt:lpstr>PowerPoint Presentation</vt:lpstr>
      <vt:lpstr>P2P file distribution: BitTorrent </vt:lpstr>
      <vt:lpstr>PowerPoint Presentation</vt:lpstr>
      <vt:lpstr>BitTorrent: requesting, sending file chunks</vt:lpstr>
      <vt:lpstr>BitTorrent: tit-for-tat</vt:lpstr>
      <vt:lpstr>Application layer: overview</vt:lpstr>
      <vt:lpstr>Video Streaming and CDNs: context</vt:lpstr>
      <vt:lpstr>Multimedia: video</vt:lpstr>
      <vt:lpstr>Multimedia: video</vt:lpstr>
      <vt:lpstr>Streaming stored video</vt:lpstr>
      <vt:lpstr>Streaming stored video</vt:lpstr>
      <vt:lpstr>Streaming stored video: challenges</vt:lpstr>
      <vt:lpstr>Streaming stored video: playout buffering</vt:lpstr>
      <vt:lpstr>Streaming multimedia: DASH</vt:lpstr>
      <vt:lpstr>Streaming multimedia: DASH</vt:lpstr>
      <vt:lpstr>Streaming at Scale? </vt:lpstr>
      <vt:lpstr>Content distribution networks (CDNs)</vt:lpstr>
      <vt:lpstr>Content distribution networks (CDNs)</vt:lpstr>
      <vt:lpstr>Content distribution networks (CDNs)</vt:lpstr>
      <vt:lpstr>Content distribution networks (CDNs)</vt:lpstr>
      <vt:lpstr>CDN content access: a closer look</vt:lpstr>
      <vt:lpstr>Case study: Netflix</vt:lpstr>
      <vt:lpstr>Application layer: overview</vt:lpstr>
      <vt:lpstr>Socket programming </vt:lpstr>
      <vt:lpstr>Socket programming </vt:lpstr>
      <vt:lpstr>Socket programming with UDP</vt:lpstr>
      <vt:lpstr>Client/server socket interaction: UDP</vt:lpstr>
      <vt:lpstr>Example app: UDP client</vt:lpstr>
      <vt:lpstr>Example app: UDP server</vt:lpstr>
      <vt:lpstr>Socket programming with TCP</vt:lpstr>
      <vt:lpstr>Client/server socket interaction: TCP</vt:lpstr>
      <vt:lpstr>Example app: TCP client</vt:lpstr>
      <vt:lpstr>Example app: TCP server</vt:lpstr>
      <vt:lpstr>Chapter 2: Summary</vt:lpstr>
      <vt:lpstr>Chapter 2: Summary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Shengqing Xia</cp:lastModifiedBy>
  <cp:revision>417</cp:revision>
  <dcterms:created xsi:type="dcterms:W3CDTF">2020-01-18T07:24:59Z</dcterms:created>
  <dcterms:modified xsi:type="dcterms:W3CDTF">2025-09-04T23:13:22Z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4044bd30-2ed7-4c9d-9d12-46200872a97b_Enabled">
    <vt:lpwstr>true</vt:lpwstr>
  </property>
  <property fmtid="{D5CDD505-2E9C-101B-9397-08002B2CF9AE}" pid="3" name="MSIP_Label_4044bd30-2ed7-4c9d-9d12-46200872a97b_SetDate">
    <vt:lpwstr>2023-01-17T15:07:49Z</vt:lpwstr>
  </property>
  <property fmtid="{D5CDD505-2E9C-101B-9397-08002B2CF9AE}" pid="4" name="MSIP_Label_4044bd30-2ed7-4c9d-9d12-46200872a97b_Method">
    <vt:lpwstr>Standard</vt:lpwstr>
  </property>
  <property fmtid="{D5CDD505-2E9C-101B-9397-08002B2CF9AE}" pid="5" name="MSIP_Label_4044bd30-2ed7-4c9d-9d12-46200872a97b_Name">
    <vt:lpwstr>defa4170-0d19-0005-0004-bc88714345d2</vt:lpwstr>
  </property>
  <property fmtid="{D5CDD505-2E9C-101B-9397-08002B2CF9AE}" pid="6" name="MSIP_Label_4044bd30-2ed7-4c9d-9d12-46200872a97b_SiteId">
    <vt:lpwstr>4130bd39-7c53-419c-b1e5-8758d6d63f21</vt:lpwstr>
  </property>
  <property fmtid="{D5CDD505-2E9C-101B-9397-08002B2CF9AE}" pid="7" name="MSIP_Label_4044bd30-2ed7-4c9d-9d12-46200872a97b_ActionId">
    <vt:lpwstr>58d84227-d35c-4ce1-8d57-26bd64f57b81</vt:lpwstr>
  </property>
  <property fmtid="{D5CDD505-2E9C-101B-9397-08002B2CF9AE}" pid="8" name="MSIP_Label_4044bd30-2ed7-4c9d-9d12-46200872a97b_ContentBits">
    <vt:lpwstr>0</vt:lpwstr>
  </property>
</Properties>
</file>